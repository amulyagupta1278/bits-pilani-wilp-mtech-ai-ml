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5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12/13/2023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Query Languages for Data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0"/>
            <a:ext cx="5044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Adapted from Designing Data Intensive Applications by Martin Kleppmann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Languages for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Common ways of querying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Declarative queries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Imperative code</a:t>
            </a:r>
          </a:p>
          <a:p>
            <a:endParaRPr lang="en-US" dirty="0"/>
          </a:p>
          <a:p>
            <a:r>
              <a:rPr lang="en-US" dirty="0"/>
              <a:t>When the relational model was introduced, it included a new way of querying data: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SQL is a declarative query language</a:t>
            </a:r>
          </a:p>
          <a:p>
            <a:pPr lvl="1"/>
            <a:endParaRPr lang="en-US" dirty="0"/>
          </a:p>
          <a:p>
            <a:r>
              <a:rPr lang="en-US" dirty="0"/>
              <a:t>whereas IBM IMS and CODASYL queried the database using imperative code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Imperative code vs Declarative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Many commonly-used programming languages are imperative</a:t>
            </a:r>
            <a:r>
              <a:rPr lang="en-US" dirty="0"/>
              <a:t>. </a:t>
            </a:r>
          </a:p>
          <a:p>
            <a:r>
              <a:rPr lang="en-US" dirty="0"/>
              <a:t>For example, following code retrieves the sharks from the list of animals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relational algebra, you would instead write: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400" dirty="0"/>
              <a:t>where σ  is the selection operator, returning only those animals that match the condition family = “Sharks”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SQL was defined, it followed the structure of the relational algebra fairly closely: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349396"/>
            <a:ext cx="3686175" cy="1581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191000"/>
            <a:ext cx="3248025" cy="3714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5715000"/>
            <a:ext cx="41052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Imperative code vs Declarative queries(2)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In Imperative language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instructs the computer to perform certain operations in a certain order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stepping through the code, line by line,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evaluating conditions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updating variables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and deciding whether to go around the loop one more time</a:t>
            </a:r>
          </a:p>
          <a:p>
            <a:endParaRPr lang="en-US" dirty="0"/>
          </a:p>
          <a:p>
            <a:r>
              <a:rPr lang="en-US" dirty="0"/>
              <a:t>In a declarative query language, like SQL or relational algebra,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specify the pattern of the data is needed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what conditions the results must meet,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how you want it to be transformed  e.g. sorted, grouped and aggregated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but not how to achieve that goal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Up to the database system’s query optimizer to decide 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which indexes and which join methods to use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in which order to execute various parts of the query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Imperative code vs Declarative queries(3)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declarative query language is attractive because </a:t>
            </a:r>
          </a:p>
          <a:p>
            <a:pPr lvl="1"/>
            <a:r>
              <a:rPr lang="en-US" dirty="0"/>
              <a:t>it is typically </a:t>
            </a:r>
            <a:r>
              <a:rPr lang="en-US" dirty="0">
                <a:solidFill>
                  <a:srgbClr val="FF0000"/>
                </a:solidFill>
              </a:rPr>
              <a:t>more concise and easier </a:t>
            </a:r>
            <a:r>
              <a:rPr lang="en-US" dirty="0"/>
              <a:t>to work with than an imperative API</a:t>
            </a:r>
          </a:p>
          <a:p>
            <a:r>
              <a:rPr lang="en-US" dirty="0"/>
              <a:t>More importantly, it also </a:t>
            </a:r>
            <a:r>
              <a:rPr lang="en-US" dirty="0">
                <a:solidFill>
                  <a:srgbClr val="FF0000"/>
                </a:solidFill>
              </a:rPr>
              <a:t>hides implementation details </a:t>
            </a:r>
            <a:r>
              <a:rPr lang="en-US" dirty="0"/>
              <a:t>of the database engine</a:t>
            </a:r>
          </a:p>
          <a:p>
            <a:pPr lvl="1"/>
            <a:r>
              <a:rPr lang="en-US" dirty="0"/>
              <a:t>makes it possible for the database system to introduce </a:t>
            </a:r>
            <a:r>
              <a:rPr lang="en-US" dirty="0">
                <a:solidFill>
                  <a:srgbClr val="FF0000"/>
                </a:solidFill>
              </a:rPr>
              <a:t>performance improvements without requiring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   any changes to queries</a:t>
            </a:r>
          </a:p>
          <a:p>
            <a:endParaRPr lang="en-US" dirty="0"/>
          </a:p>
          <a:p>
            <a:r>
              <a:rPr lang="en-US" dirty="0"/>
              <a:t>For example, in the imperative code, the list of animals appears in a particular order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the database wants to reclaim unused disk space behind the scenes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it might need to move records around, changing the order in which the animals appear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Can not be done by the database safely with imperative code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The SQL doesn’t guarantee any particular ordering, and so it doesn’t mind if the order changes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But if the query is written as imperative code, the database can never be sure whether the code is </a:t>
            </a:r>
          </a:p>
          <a:p>
            <a:pPr marL="457200" lvl="1" indent="0">
              <a:buNone/>
            </a:pPr>
            <a:r>
              <a:rPr lang="en-US" dirty="0"/>
              <a:t>relying on the ordering or not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fact that SQL is more limited in functionality gives the database much more room for automatic </a:t>
            </a:r>
          </a:p>
          <a:p>
            <a:pPr marL="457200" lvl="1" indent="0">
              <a:buNone/>
            </a:pPr>
            <a:r>
              <a:rPr lang="en-US" dirty="0"/>
              <a:t>optimizations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Imperative code vs Declarative queries(4)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Today, CPUs are getting faster by adding more cores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not by running at significantly higher clock speeds than before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Imperative code is very hard to parallelize across multiple cores and multiple machines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because it specifies instructions that must be performed in a particular order</a:t>
            </a:r>
          </a:p>
          <a:p>
            <a:endParaRPr lang="en-IN" dirty="0"/>
          </a:p>
          <a:p>
            <a:r>
              <a:rPr lang="en-US" dirty="0">
                <a:solidFill>
                  <a:srgbClr val="FF0000"/>
                </a:solidFill>
              </a:rPr>
              <a:t>Declarative languages often lend themselves to parallel execution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specify only the pattern of the results, but not the algorithm that is used to determine the results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database is free to use a parallel implementation of the query language, if appropriate</a:t>
            </a:r>
          </a:p>
          <a:p>
            <a:pPr lvl="1"/>
            <a:endParaRPr lang="en-US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querying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Programming model for processing large amounts of data in bulk across many machines,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popularized by Google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A limited form of MapReduce is supported by some NoSQL data stores MongoDB and </a:t>
            </a:r>
            <a:r>
              <a:rPr lang="en-US" dirty="0" err="1"/>
              <a:t>CouchDB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as a mechanism for performing read-only queries across many documents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MapReduce is neither a declarative query language, nor a fully imperative query API, but somewhere in between!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logic of the query is expressed  with snippets of code, which are called repeatedly by the </a:t>
            </a:r>
          </a:p>
          <a:p>
            <a:pPr marL="457200" lvl="1" indent="0">
              <a:buNone/>
            </a:pPr>
            <a:r>
              <a:rPr lang="en-US" dirty="0"/>
              <a:t>    processing framework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based on the map (also known as collect) and reduce (also known as fold or inject) functions that exist </a:t>
            </a:r>
          </a:p>
          <a:p>
            <a:pPr marL="457200" lvl="1" indent="0">
              <a:buNone/>
            </a:pPr>
            <a:r>
              <a:rPr lang="en-US" dirty="0"/>
              <a:t>    in many functional programming languages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querying(2)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For example, imagine you are a marine biologist, and you add an observation record to your </a:t>
            </a:r>
          </a:p>
          <a:p>
            <a:pPr marL="0" indent="0">
              <a:buNone/>
            </a:pPr>
            <a:r>
              <a:rPr lang="en-US" dirty="0"/>
              <a:t>   database every time you see animals in the ocean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Now you want to generate a report saying how many sharks have been sighted per month</a:t>
            </a:r>
          </a:p>
          <a:p>
            <a:endParaRPr lang="en-US" dirty="0"/>
          </a:p>
          <a:p>
            <a:r>
              <a:rPr lang="en-US" dirty="0"/>
              <a:t>In PostgreSQL you might express that query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query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first filters the observations to only show species in the Sharks family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then groups the observations by the calendar month in which they occurred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and finally adds up the number of animals seen in all observations in that month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450" y="3386137"/>
            <a:ext cx="6102350" cy="133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querying(3)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 same can be expressed with MongoDB’s MapReduce feature as follows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6088063" cy="3581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063" y="2224088"/>
            <a:ext cx="59245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9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querying(4)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For example, say the observations collection contains these two documents: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The map function would called once for each document, resulting 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emit("1995-12", 3)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emit("1995-12", 4)</a:t>
            </a:r>
          </a:p>
          <a:p>
            <a:r>
              <a:rPr lang="en-US" dirty="0"/>
              <a:t>Subsequently, the reduce function would be called with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reduce("1995-12", [3, 4]), returning 7.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905000"/>
            <a:ext cx="50863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41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querying(5)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The map and reduce function are somewhat </a:t>
            </a:r>
            <a:r>
              <a:rPr lang="en-US" dirty="0">
                <a:solidFill>
                  <a:srgbClr val="FF0000"/>
                </a:solidFill>
              </a:rPr>
              <a:t>restricted</a:t>
            </a:r>
            <a:r>
              <a:rPr lang="en-US" dirty="0"/>
              <a:t> in what they are allowed to do</a:t>
            </a:r>
          </a:p>
          <a:p>
            <a:r>
              <a:rPr lang="en-US" dirty="0">
                <a:solidFill>
                  <a:srgbClr val="FF0000"/>
                </a:solidFill>
              </a:rPr>
              <a:t>Must be pure functions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only use the data that is passed to them as input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cannot perform additional database queries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must not have any side-effects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Restrictions allow the database to run the functions anywhere, in any order, and re-run them on failure</a:t>
            </a:r>
          </a:p>
          <a:p>
            <a:endParaRPr lang="en-US" dirty="0"/>
          </a:p>
          <a:p>
            <a:r>
              <a:rPr lang="en-US" dirty="0"/>
              <a:t>However, they are nevertheless </a:t>
            </a:r>
            <a:r>
              <a:rPr lang="en-US" dirty="0">
                <a:solidFill>
                  <a:srgbClr val="FF0000"/>
                </a:solidFill>
              </a:rPr>
              <a:t>powerful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parse strings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call library functions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perform calculations and more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57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querying(6)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/>
          </a:bodyPr>
          <a:lstStyle/>
          <a:p>
            <a:r>
              <a:rPr lang="en-US" dirty="0"/>
              <a:t>MapReduce is a fairly low-level programming model for distributed execution on a cluster of machines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usability problem with MapReduce is need to write </a:t>
            </a:r>
            <a:r>
              <a:rPr lang="en-US" dirty="0">
                <a:solidFill>
                  <a:srgbClr val="FF0000"/>
                </a:solidFill>
              </a:rPr>
              <a:t>two carefully coordinated functions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often </a:t>
            </a:r>
            <a:r>
              <a:rPr lang="en-US" dirty="0">
                <a:solidFill>
                  <a:srgbClr val="FF0000"/>
                </a:solidFill>
              </a:rPr>
              <a:t>harder</a:t>
            </a:r>
            <a:r>
              <a:rPr lang="en-US" dirty="0"/>
              <a:t> than writing a single query</a:t>
            </a:r>
          </a:p>
          <a:p>
            <a:endParaRPr lang="en-US" dirty="0"/>
          </a:p>
          <a:p>
            <a:r>
              <a:rPr lang="en-US" dirty="0"/>
              <a:t>Higher-level query languages like SQL can be implemented as a pipeline of MapReduce operations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declarative query language offers more opportunities for a query optimizer to improve the performance of a query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MongoDB added support for a declarative query language called aggregation pipeline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The aggregation pipeline language’s expressiveness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similar to a subset of SQL,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but it uses a JSON-based syntax rather than  SQL’s English-sentence-style syntax</a:t>
            </a:r>
          </a:p>
          <a:p>
            <a:endParaRPr lang="en-US">
              <a:solidFill>
                <a:srgbClr val="FF0000"/>
              </a:solidFill>
            </a:endParaRPr>
          </a:p>
          <a:p>
            <a:r>
              <a:rPr lang="en-US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moral of the story is that a NoSQL system may find itself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accidentally reinventing SQL, albeit in disguise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873" y="4352925"/>
            <a:ext cx="43338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4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3217</TotalTime>
  <Words>1034</Words>
  <Application>Microsoft Office PowerPoint</Application>
  <PresentationFormat>Widescreen</PresentationFormat>
  <Paragraphs>138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Query Languages for Data</vt:lpstr>
      <vt:lpstr>Query Languages for Data</vt:lpstr>
      <vt:lpstr>Imperative code vs Declarative queries</vt:lpstr>
      <vt:lpstr>Imperative code vs Declarative queries(2)</vt:lpstr>
      <vt:lpstr>Imperative code vs Declarative queries(3)</vt:lpstr>
      <vt:lpstr>Imperative code vs Declarative queries(4)</vt:lpstr>
      <vt:lpstr>MapReduce querying</vt:lpstr>
      <vt:lpstr>MapReduce querying(2)</vt:lpstr>
      <vt:lpstr>MapReduce querying(3)</vt:lpstr>
      <vt:lpstr>MapReduce querying(4)</vt:lpstr>
      <vt:lpstr>MapReduce querying(5)</vt:lpstr>
      <vt:lpstr>MapReduce querying(6)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257</cp:revision>
  <dcterms:created xsi:type="dcterms:W3CDTF">2018-10-16T06:13:57Z</dcterms:created>
  <dcterms:modified xsi:type="dcterms:W3CDTF">2023-12-13T12:35:22Z</dcterms:modified>
</cp:coreProperties>
</file>