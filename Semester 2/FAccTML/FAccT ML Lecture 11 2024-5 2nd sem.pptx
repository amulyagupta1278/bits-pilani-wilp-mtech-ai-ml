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ink/ink1.xml" ContentType="application/inkml+xml"/>
  <Override PartName="/ppt/ink/ink2.xml" ContentType="application/inkml+xml"/>
  <Override PartName="/ppt/media/image14.jpg" ContentType="image/jpg"/>
  <Override PartName="/ppt/media/image15.jpg" ContentType="image/jpg"/>
  <Override PartName="/ppt/media/image16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ink/ink3.xml" ContentType="application/inkml+xml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3.jpg" ContentType="image/jpg"/>
  <Override PartName="/ppt/media/image54.jpg" ContentType="image/jpg"/>
  <Override PartName="/ppt/media/image55.jpg" ContentType="image/jpg"/>
  <Override PartName="/ppt/media/image56.jpg" ContentType="image/jpg"/>
  <Override PartName="/ppt/ink/ink4.xml" ContentType="application/inkml+xml"/>
  <Override PartName="/ppt/ink/ink5.xml" ContentType="application/inkml+xml"/>
  <Override PartName="/ppt/ink/ink6.xml" ContentType="application/inkml+xml"/>
  <Override PartName="/ppt/media/image58.jpg" ContentType="image/jpg"/>
  <Override PartName="/ppt/media/image105.jpg" ContentType="image/jpg"/>
  <Override PartName="/ppt/media/image106.jpg" ContentType="image/jpg"/>
  <Override PartName="/ppt/media/image107.jpg" ContentType="image/jpg"/>
  <Override PartName="/ppt/media/image108.jpg" ContentType="image/jpg"/>
  <Override PartName="/ppt/media/image109.jpg" ContentType="image/jpg"/>
  <Override PartName="/ppt/media/image110.jpg" ContentType="image/jpg"/>
  <Override PartName="/ppt/media/image111.jpg" ContentType="image/jpg"/>
  <Override PartName="/ppt/media/image112.jpg" ContentType="image/jpg"/>
  <Override PartName="/ppt/media/image113.jpg" ContentType="image/jpg"/>
  <Override PartName="/ppt/media/image114.jpg" ContentType="image/jpg"/>
  <Override PartName="/ppt/media/image115.jpg" ContentType="image/jpg"/>
  <Override PartName="/ppt/media/image116.jpg" ContentType="image/jpg"/>
  <Override PartName="/ppt/media/image117.jpg" ContentType="image/jpg"/>
  <Override PartName="/ppt/media/image118.jpg" ContentType="image/jpg"/>
  <Override PartName="/ppt/media/image119.jpg" ContentType="image/jpg"/>
  <Override PartName="/ppt/media/image120.jpg" ContentType="image/jpg"/>
  <Override PartName="/ppt/media/image121.jpg" ContentType="image/jpg"/>
  <Override PartName="/ppt/media/image122.jpg" ContentType="image/jpg"/>
  <Override PartName="/ppt/media/image123.jpg" ContentType="image/jpg"/>
  <Override PartName="/ppt/media/image124.jpg" ContentType="image/jpg"/>
  <Override PartName="/ppt/media/image125.jpg" ContentType="image/jpg"/>
  <Override PartName="/ppt/media/image126.jpg" ContentType="image/jpg"/>
  <Override PartName="/ppt/media/image127.jpg" ContentType="image/jpg"/>
  <Override PartName="/ppt/media/image128.jpg" ContentType="image/jpg"/>
  <Override PartName="/ppt/media/image129.jpg" ContentType="image/jpg"/>
  <Override PartName="/ppt/media/image130.jpg" ContentType="image/jpg"/>
  <Override PartName="/ppt/media/image131.jpg" ContentType="image/jpg"/>
  <Override PartName="/ppt/media/image132.jpg" ContentType="image/jpg"/>
  <Override PartName="/ppt/media/image133.jpg" ContentType="image/jpg"/>
  <Override PartName="/ppt/media/image134.jpg" ContentType="image/jpg"/>
  <Override PartName="/ppt/media/image135.jpg" ContentType="image/jpg"/>
  <Override PartName="/ppt/media/image138.jpg" ContentType="image/jpg"/>
  <Override PartName="/ppt/media/image139.jpg" ContentType="image/jpg"/>
  <Override PartName="/ppt/media/image140.jpg" ContentType="image/jpg"/>
  <Override PartName="/ppt/media/image141.jpg" ContentType="image/jpg"/>
  <Override PartName="/ppt/media/image142.jpg" ContentType="image/jpg"/>
  <Override PartName="/ppt/media/image143.jpg" ContentType="image/jpg"/>
  <Override PartName="/ppt/media/image144.jpg" ContentType="image/jpg"/>
  <Override PartName="/ppt/media/image145.jpg" ContentType="image/jpg"/>
  <Override PartName="/ppt/media/image146.jpg" ContentType="image/jpg"/>
  <Override PartName="/ppt/media/image147.jpg" ContentType="image/jpg"/>
  <Override PartName="/ppt/media/image148.jpg" ContentType="image/jpg"/>
  <Override PartName="/ppt/media/image149.jpg" ContentType="image/jpg"/>
  <Override PartName="/ppt/media/image150.jpg" ContentType="image/jpg"/>
  <Override PartName="/ppt/media/image151.jpg" ContentType="image/jpg"/>
  <Override PartName="/ppt/media/image15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66"/>
  </p:notesMasterIdLst>
  <p:sldIdLst>
    <p:sldId id="483" r:id="rId2"/>
    <p:sldId id="484" r:id="rId3"/>
    <p:sldId id="638" r:id="rId4"/>
    <p:sldId id="639" r:id="rId5"/>
    <p:sldId id="640" r:id="rId6"/>
    <p:sldId id="641" r:id="rId7"/>
    <p:sldId id="642" r:id="rId8"/>
    <p:sldId id="643" r:id="rId9"/>
    <p:sldId id="644" r:id="rId10"/>
    <p:sldId id="645" r:id="rId11"/>
    <p:sldId id="646" r:id="rId12"/>
    <p:sldId id="647" r:id="rId13"/>
    <p:sldId id="648" r:id="rId14"/>
    <p:sldId id="649" r:id="rId15"/>
    <p:sldId id="650" r:id="rId16"/>
    <p:sldId id="651" r:id="rId17"/>
    <p:sldId id="652" r:id="rId18"/>
    <p:sldId id="653" r:id="rId19"/>
    <p:sldId id="654" r:id="rId20"/>
    <p:sldId id="655" r:id="rId21"/>
    <p:sldId id="656" r:id="rId22"/>
    <p:sldId id="657" r:id="rId23"/>
    <p:sldId id="658" r:id="rId24"/>
    <p:sldId id="659" r:id="rId25"/>
    <p:sldId id="660" r:id="rId26"/>
    <p:sldId id="661" r:id="rId27"/>
    <p:sldId id="662" r:id="rId28"/>
    <p:sldId id="663" r:id="rId29"/>
    <p:sldId id="664" r:id="rId30"/>
    <p:sldId id="665" r:id="rId31"/>
    <p:sldId id="666" r:id="rId32"/>
    <p:sldId id="667" r:id="rId33"/>
    <p:sldId id="668" r:id="rId34"/>
    <p:sldId id="669" r:id="rId35"/>
    <p:sldId id="670" r:id="rId36"/>
    <p:sldId id="671" r:id="rId37"/>
    <p:sldId id="672" r:id="rId38"/>
    <p:sldId id="673" r:id="rId39"/>
    <p:sldId id="674" r:id="rId40"/>
    <p:sldId id="675" r:id="rId41"/>
    <p:sldId id="581" r:id="rId42"/>
    <p:sldId id="582" r:id="rId43"/>
    <p:sldId id="583" r:id="rId44"/>
    <p:sldId id="584" r:id="rId45"/>
    <p:sldId id="585" r:id="rId46"/>
    <p:sldId id="586" r:id="rId47"/>
    <p:sldId id="587" r:id="rId48"/>
    <p:sldId id="588" r:id="rId49"/>
    <p:sldId id="589" r:id="rId50"/>
    <p:sldId id="590" r:id="rId51"/>
    <p:sldId id="591" r:id="rId52"/>
    <p:sldId id="592" r:id="rId53"/>
    <p:sldId id="593" r:id="rId54"/>
    <p:sldId id="594" r:id="rId55"/>
    <p:sldId id="595" r:id="rId56"/>
    <p:sldId id="596" r:id="rId57"/>
    <p:sldId id="597" r:id="rId58"/>
    <p:sldId id="598" r:id="rId59"/>
    <p:sldId id="599" r:id="rId60"/>
    <p:sldId id="600" r:id="rId61"/>
    <p:sldId id="601" r:id="rId62"/>
    <p:sldId id="602" r:id="rId63"/>
    <p:sldId id="603" r:id="rId64"/>
    <p:sldId id="604" r:id="rId65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7-26T05:30:55.1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6046 6839 0,'0'14'62,"-14"-14"-46,1 13-16</inkml:trace>
  <inkml:trace contextRef="#ctx0" brushRef="#br0" timeOffset="967.299">4630 9062 0,'27'13'125,"-14"0"-125,27-13 0,12 14 16,-12-1-16,13-13 0</inkml:trace>
  <inkml:trace contextRef="#ctx0" brushRef="#br0" timeOffset="1113.299">4670 9274 0,'0'0'0,"384"-119"16</inkml:trace>
  <inkml:trace contextRef="#ctx0" brushRef="#br0" timeOffset="3963.585">4710 9168 0,'0'-13'78,"13"13"-62,13-14-16,40 1 0,14-13 16,-1-1-16,-13 14 15,-26 13-15,-14 0 16,14 13-1</inkml:trace>
  <inkml:trace contextRef="#ctx0" brushRef="#br0" timeOffset="4166.856">4657 9419 0,'0'0'16,"92"-40"0,-26 14-16,14 13 15,-1 0 1,-26-1-16,-13 14 16</inkml:trace>
  <inkml:trace contextRef="#ctx0" brushRef="#br0" timeOffset="10592.987">1164 2408 0,'13'-53'62,"1"26"-62,-14 1 16,13-1-16,-13 1 16,13-1-16,-13 1 15,13 0-15,1-1 16,-1-26-1,0 40 1,53 53 0,-26 26-1,0 13 1,-27-13 0,13-13-1,-13 0 1,-13-26-16,0-1 15</inkml:trace>
  <inkml:trace contextRef="#ctx0" brushRef="#br0" timeOffset="10742.172">1640 2461 0,'0'0'0,"0"39"62,-13-12-62,13-14 16</inkml:trace>
  <inkml:trace contextRef="#ctx0" brushRef="#br0" timeOffset="11324.141">1310 3360 0,'0'0'0,"-53"-66"32,40 40-17,13-1-15,-14 1 16,14-1 0,-13-52-1,53 39 1,13 27-1,26 13 1,-26 13 0,-13 80-1,-40-40 1,0 0 0,-14-14-1</inkml:trace>
  <inkml:trace contextRef="#ctx0" brushRef="#br0" timeOffset="11608.138">1746 3281 0,'0'0'0,"0"-13"62,0 26-46,0 0-16,0 14 15,0-1-15,13 0 16,-13 14-16,14-27 16,-14 1-16,13-14 15,53-27 1,-13-26-1,-13 0 1</inkml:trace>
  <inkml:trace contextRef="#ctx0" brushRef="#br0" timeOffset="11995.946">1508 4352 0,'13'-53'62,"-13"40"-46</inkml:trace>
  <inkml:trace contextRef="#ctx0" brushRef="#br0" timeOffset="12906.124">1468 4273 0,'0'-13'78,"0"0"-63,0-14-15,0-13 16,0 1-16,0-14 16,0 13-16,14 0 0,-1 1 15,0-1 1,53 14 0,-13 39-1,-13 53 1,-14 27-1,1 26 1,-27-80 0,13-25-1</inkml:trace>
  <inkml:trace contextRef="#ctx0" brushRef="#br0" timeOffset="13339.778">1892 4233 0,'0'0'0,"0"-66"31,0 40-31,0 13 16,0-1-16,13 14 31,-13 14-15,13 12-16,-13 40 15,0-13 1,0-40-16,0 14 16,0-14-1,0 0 1,0 0-16,40-13 31,0 0-15,-14 14-16,27-1 15,-13 27 1,-14-14 0,-79 67-1,-132 26 1,13-40-1</inkml:trace>
  <inkml:trace contextRef="#ctx0" brushRef="#br0" timeOffset="13937.881">1931 5755 0,'0'0'0,"-39"-53"62,39 26-62,-13 1 16,13-1-16,0-12 15,0 12-15,13 1 16,-13-1-16,0 1 16,0 13-1,-13 26 17,-27 40-32</inkml:trace>
  <inkml:trace contextRef="#ctx0" brushRef="#br0" timeOffset="17503.692">1416 2064 0,'0'0'0,"-53"-53"15,39 26 1,-12-12-16,13 12 16,-1 1-16,1 13 15,0-1-15,13 1 16,-13 0-1,13 26 1,0 14 0,0 25-16,39 147 15,14 26 1,14-53 0,-15-40-1,-12-39 1,-40-27-1,-92-13 17</inkml:trace>
  <inkml:trace contextRef="#ctx0" brushRef="#br0" timeOffset="17671.27">1098 2368 0,'0'0'15,"185"-26"17,-105 12-32,-1 14 15,14 14 1</inkml:trace>
  <inkml:trace contextRef="#ctx0" brushRef="#br0" timeOffset="18287.909">1429 2937 0,'0'0'0,"-13"-66"0,-14 26 16,14 0-16,-14 14 15,-26 13 1,1 66 0,12 119-1,106 132 1,-13-225-1,66 93 1,-93-119 0,-12 13 15,-107 27-15</inkml:trace>
  <inkml:trace contextRef="#ctx0" brushRef="#br0" timeOffset="18452.121">1045 3400 0,'0'0'16,"66"-66"-1,27 39 1,-1 14 0,41 79-1</inkml:trace>
  <inkml:trace contextRef="#ctx0" brushRef="#br0" timeOffset="19301.909">1733 4022 0,'0'0'0,"-40"-66"47,14 39-47,-14 14 15,1 0-15,12-1 16,-13 1-16,1 13 16,-14 40-1,13 66 1,40-14-16,53 80 15,0-39 1,-13-14 0,-27-27-1,-40-39 17,-118 13-32</inkml:trace>
  <inkml:trace contextRef="#ctx0" brushRef="#br0" timeOffset="19451.234">1164 4432 0,'0'0'0,"106"-66"31,-66 52-31,13 14 16,105 53-1</inkml:trace>
  <inkml:trace contextRef="#ctx0" brushRef="#br0" timeOffset="20025.013">1588 5569 0,'0'0'0,"66"-13"62,26 26-62,1 1 16,-1-1-16,-39 0 16,-13-13-16,-13 0 0</inkml:trace>
  <inkml:trace contextRef="#ctx0" brushRef="#br0" timeOffset="20488.917">2368 5728 0,'0'0'0,"-66"66"63,26-26-63,14-13 15,-1 12-15,14-26 16,0 14-16,13-14 16,0 0-16,13 1 15,27-14 1,52-14-1,-12 1 1</inkml:trace>
  <inkml:trace contextRef="#ctx0" brushRef="#br0" timeOffset="20668.808">2275 5808 0,'0'0'0,"40"79"62,-40 0-62,0 54 0,0-14 16,-26 26 0</inkml:trace>
  <inkml:trace contextRef="#ctx0" brushRef="#br0" timeOffset="26346.069">1773 1363 0,'0'0'0,"0"-14"47,-14 1 31,14 0-78,0 0 16,-13-14-16,13 14 15,0-13-15,0-1 16,-13 14-16,13-14 0,13 14 31,14 13-15,-14 0-1,27 13 1,13 1 0,-40-1-1,0 27 1,0-1-1,-26 27 1,0-39-16,-40 26 16,0-14-1,13-25 1,-26-28 0,53-12-1,0-67 1,39 14-1</inkml:trace>
  <inkml:trace contextRef="#ctx0" brushRef="#br0" timeOffset="26978.746">2831 1257 0,'13'-66'47,"-13"52"-32,14 14-15,-1-13 16,0 13-16,13 0 16,-12 0-16,12 0 15,1 53 1,-14-26-16,-13 52 31,-13-39-15,-14-27-1,-26 0 1,27-13-16,-1 0 16,-39-40-1,26 1 1,40-27-1,40 13 1</inkml:trace>
  <inkml:trace contextRef="#ctx0" brushRef="#br0" timeOffset="27510.961">4485 1310 0,'0'0'0,"26"-66"47,-13 66-31,1 0-16,-1 0 15,13 0-15,-12 13 16,12 0-16,-13 0 15,0 14-15,1 12 32,-14-12-17,-27-14 1,-39-13 0,-13 0-1,-14-53 1,53 13-1,27 1 1,53-14 0,39 26-1</inkml:trace>
  <inkml:trace contextRef="#ctx0" brushRef="#br0" timeOffset="27843.378">5702 1296 0,'0'0'0,"0"-39"47,-13 39-16,-1 0-31,1 0 16,0 13-16,0 0 0</inkml:trace>
  <inkml:trace contextRef="#ctx0" brushRef="#br0" timeOffset="28111.002">5609 1310 0,'-13'0'63,"13"-14"-48,-27 1 1,1-13 0,0-1-1,12-26 1,14 40 0,66 0-1,-26 13 1,-13 0-16,52 53 15,-39-13 1</inkml:trace>
  <inkml:trace contextRef="#ctx0" brushRef="#br0" timeOffset="28695.158">6760 1257 0,'0'0'0,"66"-53"31,-39 53-15,-14-13-1,0 13-15,-26 0 63,0 13-48,-14 13-15,1-12 16,-1 12-16,1-13 16,-1 0-16,1 1 15,-14-14 1,40-27 0,0-12-1,0-14 1,40 13-1,39 0 1,-39 27 0,0 26 15,-27 40-15,-40-26-1,-25-1-15</inkml:trace>
  <inkml:trace contextRef="#ctx0" brushRef="#br0" timeOffset="29094.936">8215 1230 0,'0'0'0,"-66"0"47,26 0-31,14 14-16,0 12 15,-1-13-15,14 0 16,-14 1-16,27-1 15,-13-13 1,26-13 15,-13-1-31,14-12 16,12-27 0,14 0-1,26 0 1,-26 40-1</inkml:trace>
  <inkml:trace contextRef="#ctx0" brushRef="#br0" timeOffset="31941.201">1588 900 0,'0'0'0,"26"-53"16,-26 39-1,13-12-15,0 13 16,1 0-16,-1-1 16,40-25-1,13 25 1,-26 14-16,39 0 16,27 14-1,26 25 1,67 27-1,92-13 1,-119-53 0,-27 0-1,1-39 1,-14-14 15,159-53-15,-225 79-1,13 1 1,-26-14 0,14 1-1,-41 12 1,0 27 0,1 0-1,52 40 1,1 0-1,52-14 1,66 0 0,27 1-1,-26-27 1,118-53 15,-92 0-15,93-40-1,-199 67 1,264-40 0,-105 39-1,26 14 1,67 0 0,12 13-1,173 13 1,-252 0-1,-132 14 1,-119-14 0,-26 14-1,-27 12 1,-40 1 15,14 0-31</inkml:trace>
  <inkml:trace contextRef="#ctx0" brushRef="#br0" timeOffset="32132.241">8692 582 0,'0'0'15,"13"0"32,-40 13-31,14 1-16,0-1 0</inkml:trace>
  <inkml:trace contextRef="#ctx0" brushRef="#br0" timeOffset="32276.981">8692 582 0,'0'0'0,"-40"53"0,13-53 47,-26 0-31</inkml:trace>
  <inkml:trace contextRef="#ctx0" brushRef="#br0" timeOffset="32449.005">8652 675 0,'13'0'63</inkml:trace>
  <inkml:trace contextRef="#ctx0" brushRef="#br0" timeOffset="32627.898">8652 675 0,'0'0'0,"40"26"16,-67-13 15,14 1-15,-14-1-16</inkml:trace>
  <inkml:trace contextRef="#ctx0" brushRef="#br0" timeOffset="32794.831">8599 847 0,'0'0'0,"0"26"63</inkml:trace>
  <inkml:trace contextRef="#ctx0" brushRef="#br0" timeOffset="32956.581">8599 847 0,'0'0'0,"13"66"15,-13-53 17,-13 13-17,-14-12 1,14-1-16</inkml:trace>
  <inkml:trace contextRef="#ctx0" brushRef="#br0" timeOffset="33101.206">8559 1058 0,'0'0'0,"0"-26"46,0 13-30</inkml:trace>
  <inkml:trace contextRef="#ctx0" brushRef="#br0" timeOffset="34322.124">5027 304 0,'27'14'46,"-14"-1"-30,13 13 0,1 1-16,-1 12 15,1 14-15,-1 13 16,1 14-16,-1-1 16,0 80-1</inkml:trace>
  <inkml:trace contextRef="#ctx0" brushRef="#br0" timeOffset="37354.996">1786 1812 0,'0'0'0,"-66"-39"31,26 12-31,-13 14 16,14 0-1,-14 0-15,0 13 16,-66-14 0,39 14-1,14 27 1,0-1-1,-53 54 1,53-27 0,0 26-1,26 27 1,0 52 0,14 81-1,-1-81 16,14-12-15,13 13 0,0 26-1,53 146 1,0-80 0,0-13-1,-14-66 1,54 26-1,-40-52 1,13 39 0,-13 0-1,-26 1 1,-27 105 0,0-119-1,-14-14 1,-12 54 15,26-146-15,-13 133-1,13-80 1,0-27 0,0-26-1,13 54 1,13-41-1,14-13 1,13-13 0,0-13-1,26 26 1,-39-27 0,-14 14-1,-12-13 1,12 13 15,14 0-15,-27-40-1,27 27 1,-1-14 0,27-26-1,-26-13 1,26-13-1,27-27 1,52-27 0,80-26-1,-145 54 1,-14 25 0,0 1-1,13-14 1,-26 0 15,0-39-31,13-133 31,-66 53-15,-13 93 0,-79-159-1,52 80 1,0-14-1,-39-158 1,13 79 0,-27 13-1,0 26 1,27 1 0,0-67-1,26 93 1,-12-26-1,12-1 17,-40-65-17,54 131 1,0 54 0,-1 13-1,-13-27 1,-13-39-1,14 53 1,12 13 0,1-1-1,13 1 1,13-26 0,0 25-1,0 1 1,-27 0-1,-52-53 17,26 27-17,-13 12 1,0 27 0,-1 0-1,41 40 1,66 13 15</inkml:trace>
  <inkml:trace contextRef="#ctx0" brushRef="#br0" timeOffset="37509.308">1323 1931 0,'0'0'0,"-66"14"47</inkml:trace>
  <inkml:trace contextRef="#ctx0" brushRef="#br0" timeOffset="47122.136">5159 8930 0,'0'26'109,"-13"-13"-109,13 1 16</inkml:trace>
  <inkml:trace contextRef="#ctx0" brushRef="#br0" timeOffset="49237.575">4591 9234 0,'39'0'78,"14"-13"-63,13 0-15,14-1 0,-27 1 16,-14 13-16</inkml:trace>
  <inkml:trace contextRef="#ctx0" brushRef="#br0" timeOffset="49595.441">4630 9260 0,'66'-26'63,"-13"13"-63,13-14 15,-13 1-15,0 26 16,-13 0-16,-27-13 0</inkml:trace>
  <inkml:trace contextRef="#ctx0" brushRef="#br0" timeOffset="49893.926">4643 9419 0,'0'0'0,"67"-53"15,-28 27 1,1 13 0,0-14-16,13 27 15,13 0-15</inkml:trace>
  <inkml:trace contextRef="#ctx0" brushRef="#br0" timeOffset="50193.621">4749 9499 0,'0'0'15,"80"-40"1,-14 27-16,0-1 16,13 1-16,1 0 15</inkml:trace>
  <inkml:trace contextRef="#ctx0" brushRef="#br0" timeOffset="50387.159">5001 9565 0,'0'0'0,"158"-66"15</inkml:trace>
  <inkml:trace contextRef="#ctx0" brushRef="#br0" timeOffset="53172.168">9671 5345 0,'13'0'47,"0"13"-16,0 0-15,-13 0-16</inkml:trace>
  <inkml:trace contextRef="#ctx0" brushRef="#br0" timeOffset="53367.473">9684 5503 0,'0'0'0,"79"-13"16</inkml:trace>
  <inkml:trace contextRef="#ctx0" brushRef="#br0" timeOffset="54652.879">9882 5477 0</inkml:trace>
  <inkml:trace contextRef="#ctx0" brushRef="#br0" timeOffset="56852.216">9856 5450 0,'13'-13'63,"-26"13"-48,-1 13-15,-12 1 0</inkml:trace>
  <inkml:trace contextRef="#ctx0" brushRef="#br0" timeOffset="57656.864">9737 8440 0,'0'0'0,"0"-13"47,0 26 31</inkml:trace>
  <inkml:trace contextRef="#ctx0" brushRef="#br0" timeOffset="58196.138">9737 8493 0,'13'0'62,"-13"13"16</inkml:trace>
  <inkml:trace contextRef="#ctx0" brushRef="#br0" timeOffset="58488.636">9737 8493 0,'0'0'15,"53"27"1,-67-27 62</inkml:trace>
  <inkml:trace contextRef="#ctx0" brushRef="#br0" timeOffset="59148.136">9816 8546 0,'0'0'0,"0"-13"47,-26 26-16,12-13-31,-25 13 16</inkml:trace>
  <inkml:trace contextRef="#ctx0" brushRef="#br0" timeOffset="60052.259">9922 11814 0,'0'0'0,"-27"0"125,14 13-109,-13-13-16</inkml:trace>
  <inkml:trace contextRef="#ctx0" brushRef="#br0" timeOffset="60254.024">9829 11919 0,'0'0'0,"0"14"63</inkml:trace>
  <inkml:trace contextRef="#ctx0" brushRef="#br0" timeOffset="60447.258">9829 11919 0,'0'0'0,"53"27"16,-40-27-1</inkml:trace>
  <inkml:trace contextRef="#ctx0" brushRef="#br0" timeOffset="61227.887">9988 12091 0,'-13'14'62,"0"-14"-62,-1 13 16</inkml:trace>
  <inkml:trace contextRef="#ctx0" brushRef="#br0" timeOffset="61416.14">9988 12091 0,'0'0'0,"13"-66"15,-13 80 1,0-1-16</inkml:trace>
  <inkml:trace contextRef="#ctx0" brushRef="#br0" timeOffset="62284.99">13970 4974 0,'0'0'16,"13"-40"31,-39 67-32,-1-1 1,1-12-16</inkml:trace>
  <inkml:trace contextRef="#ctx0" brushRef="#br0" timeOffset="62448.962">13851 5199 0,'0'0'16,"-53"-13"15</inkml:trace>
  <inkml:trace contextRef="#ctx0" brushRef="#br0" timeOffset="63746.96">14473 4736 0,'0'0'0,"13"-40"46,-40 40-30,1 0-16,0 0 0</inkml:trace>
  <inkml:trace contextRef="#ctx0" brushRef="#br0" timeOffset="64115.215">14605 5212 0,'0'0'0,"0"-26"63,0 39-17,-13-13-30,0 13-16</inkml:trace>
  <inkml:trace contextRef="#ctx0" brushRef="#br0" timeOffset="65581.829">14658 5768 0,'0'13'203,"-13"-13"-187,13 13-16</inkml:trace>
  <inkml:trace contextRef="#ctx0" brushRef="#br0" timeOffset="66531.238">14631 5808 0</inkml:trace>
  <inkml:trace contextRef="#ctx0" brushRef="#br0" timeOffset="66978.629">14631 5808 0,'0'0'0,"14"-14"15,-14 1 1,0 0 15,-14 13 1,14-13-17,-26 13 1,-14 0-1</inkml:trace>
  <inkml:trace contextRef="#ctx0" brushRef="#br0" timeOffset="67967.52">14407 7871 0,'-27'14'125,"1"-1"-125,-1 0 15</inkml:trace>
  <inkml:trace contextRef="#ctx0" brushRef="#br0" timeOffset="68586.085">14473 8308 0,'0'-13'62,"0"26"1,0 0-47,0 0-1,0 1 1,-14-14-16,1 0 0</inkml:trace>
  <inkml:trace contextRef="#ctx0" brushRef="#br0" timeOffset="69263.106">14618 8718 0,'13'0'62,"-13"13"-31,-13-13-31</inkml:trace>
  <inkml:trace contextRef="#ctx0" brushRef="#br0" timeOffset="71458.894">14711 11060 0,'13'-27'47,"-39"40"16,12 1-63,-12-1 0</inkml:trace>
  <inkml:trace contextRef="#ctx0" brushRef="#br0" timeOffset="72014.912">14764 11562 0,'-13'0'156,"-1"14"-156</inkml:trace>
  <inkml:trace contextRef="#ctx0" brushRef="#br0" timeOffset="72955.901">14645 11986 0,'13'0'63,"13"0"-47,-12 0-16,25-14 15,-12 14-15,-14 0 0</inkml:trace>
  <inkml:trace contextRef="#ctx0" brushRef="#br0" timeOffset="73106.82">14698 12158 0,'0'0'0,"66"-14"15,-40 14 1,1-13-16</inkml:trace>
  <inkml:trace contextRef="#ctx0" brushRef="#br0" timeOffset="73623.12">14843 11893 0,'0'13'94,"13"0"-94,1 1 16,12 12-16,-13 1 15,14-1-15,-14 1 16,13-1-16,-12 0 16,12 54-1,-13-40 1,-66 12-1,-171 41 1</inkml:trace>
  <inkml:trace contextRef="#ctx0" brushRef="#br0" timeOffset="75531.939">20624 8189 0,'0'0'0,"14"-13"47,-14 26-47,0 13 16,-14 1-16</inkml:trace>
  <inkml:trace contextRef="#ctx0" brushRef="#br0" timeOffset="75707.279">20638 8824 0,'0'0'0</inkml:trace>
  <inkml:trace contextRef="#ctx0" brushRef="#br0" timeOffset="76028.01">20638 8824 0,'0'0'0,"-53"13"0,66-13 32,0 0-17,-13 13 63,-13 1-62</inkml:trace>
  <inkml:trace contextRef="#ctx0" brushRef="#br0" timeOffset="78590.205">20174 8837 0,'27'-13'63,"-14"13"-48,0-13 1,-13-1-16,0 1 16,0 0 77,0 0-46,0-1-31,-13 14-16,13-13 15,-13 0 1,0 0-16,-1 0 16,1-1-16,0 1 31,-13 0-15,-1 0-1,14 13 1,0-14-1,-14 1 1,14 13 0,-14-26-1,1 26 1,13-14 0,-14 1-1,-26 13 1,27 0-1,0-13 17,12 13-17,-12 0 1,-27 0 0,26 0-1,-12 0 1,12 13-1,-39 14 1,40-1 0,12-13-16,1 1 15,0 12 1,-13 14 0,12 13-1,1 13 1,0-26-1,13-1 1,0 1 15,0-14-15,0 1 0,0 13-1,0-1 1,26 14-1,14-13 1,-14-14 0,1-12-1,26-14 1,-13 13 0,12 0-1,15 0 1,-1 0-1,13 1 1,14-1 15,-54 0-15,1-13 0,-13 0-1,-1-13 1,14 0-1,-14-1 1,1-12 0,12 0-1,-12-1 1,-14 14 0,0-14-1,0 14 1,1 0-1,-14 0 17,13-14-17,-13 14 1,13-13 0,-13-1-1,0 1 1,13 12-1,-13 1 1,0-27 0,0 27-1,-13-13 1,0-14 0,13 27-1,-27-14 1,14 1-1,0-14 1,0 14 0,-14-14 15,-12-26-15,-14 39-1,-27-12 1,-158 12-1</inkml:trace>
  <inkml:trace contextRef="#ctx0" brushRef="#br0" timeOffset="83295.185">19989 9009 0,'0'0'0,"-13"13"94,0-13-78,0 14-16</inkml:trace>
  <inkml:trace contextRef="#ctx0" brushRef="#br0" timeOffset="83738.073">20082 9009 0,'0'0'0,"0"13"62,-13 1-62</inkml:trace>
  <inkml:trace contextRef="#ctx0" brushRef="#br0" timeOffset="83963.247">20095 9088 0,'0'-13'47</inkml:trace>
  <inkml:trace contextRef="#ctx0" brushRef="#br0" timeOffset="84151.916">20095 9088 0,'0'0'0,"-13"14"31</inkml:trace>
  <inkml:trace contextRef="#ctx0" brushRef="#br0" timeOffset="84340.111">20042 9155 0,'0'0'15</inkml:trace>
  <inkml:trace contextRef="#ctx0" brushRef="#br0" timeOffset="84526.224">20042 9155 0,'0'0'0,"40"39"31</inkml:trace>
  <inkml:trace contextRef="#ctx0" brushRef="#br0" timeOffset="84716.139">20016 9221 0</inkml:trace>
  <inkml:trace contextRef="#ctx0" brushRef="#br0" timeOffset="84888.233">20122 9194 0,'0'0'0</inkml:trace>
  <inkml:trace contextRef="#ctx0" brushRef="#br0" timeOffset="85046.162">20122 9194 0,'0'0'0,"-53"66"16,66-66 31</inkml:trace>
  <inkml:trace contextRef="#ctx0" brushRef="#br0" timeOffset="85276.662">20042 9313 0,'-13'0'78,"0"14"-78,-1-14 16</inkml:trace>
  <inkml:trace contextRef="#ctx0" brushRef="#br0" timeOffset="89547.372">9155 2183 0,'0'0'0,"13"-40"47,-13 27-31,0 0-16,0-1 15,13 14 17,0 14-1,1 12-31,12 1 16,0 25-16,14 28 15,0 39-15,39 159 16,-39 39-1,-27 27 1,0-185-16,14 119 16,-14-133 15,0-79-15,14 1-1,12 25 1,-25 14-1,-14-66 1,0-27 0,-40-26 15,0-1-15</inkml:trace>
  <inkml:trace contextRef="#ctx0" brushRef="#br0" timeOffset="90195.101">9340 4061 0,'0'0'0,"-13"-53"31,13 67 32,0-1-63,0 27 15,13-1-15,-13 1 16,13 13-16,0-13 15,0-1-15,14 41 16,-1-27 0,-26-40-1,0-26 17,-26-14-32,-27-79 15,-40-105 1,80 171-1,0-26 1,13 39 0,26 14-1,107 0 1,184-14 0,-251 27-1,27 0 1,-67 14-1,-39 25 1,-79 80 0,-120 133 15,119-107-15,14 27-1</inkml:trace>
  <inkml:trace contextRef="#ctx0" brushRef="#br0" timeOffset="91377.014">9485 12965 0,'0'0'0,"0"-67"31,14 41-15,-1 13-16,-13 0 16,13-1-16,-13 1 15,13 26 16,-13 14-15,0 12-16,13 41 16,1 92-1,-1-13 1,0-67-16,-13 120 16,0-27-1,0-39 1,0-67-1,-40-66 1</inkml:trace>
  <inkml:trace contextRef="#ctx0" brushRef="#br0" timeOffset="92127.224">9657 12846 0,'0'0'0,"14"13"62,-14 0-15,-14 0-47,1 14 0,-27-1 16,1 14-16,-1 0 15,0-1-15,1 1 16,12-14 0,1 1-16,-14 12 15,0 14 1,27-39 0,13-14-1,66-80 1,14-26-1,-41 27 1,1 26 0,-27 40-16,0 0 31,14-1-15,26 14-1,13 27 1,27 66-1,-27-27 1,-13 0 0,-14-27-1,1 14 1,-40-39 0,-13 25-1,-67-25 1,-52-14-1,-199 0 1,173 0 0</inkml:trace>
  <inkml:trace contextRef="#ctx0" brushRef="#br0" timeOffset="96285.155">9578 8731 0,'0'0'0,"26"40"47,-39-40-47</inkml:trace>
  <inkml:trace contextRef="#ctx0" brushRef="#br0" timeOffset="96904.134">9750 11536 0,'13'-13'63,"-26"13"-48,0 13-15,-14 0 16</inkml:trace>
  <inkml:trace contextRef="#ctx0" brushRef="#br0" timeOffset="99478.239">10081 8639 0,'0'0'0,"13"-40"47,-53 66-16</inkml:trace>
  <inkml:trace contextRef="#ctx0" brushRef="#br0" timeOffset="100087.125">10319 11324 0,'0'0'0,"0"-13"62,0 0-46,0-1-16</inkml:trace>
  <inkml:trace contextRef="#ctx0" brushRef="#br0" timeOffset="103585.011">8731 5424 0,'13'-26'47,"-13"39"-16,0 0-31,-13 0 0</inkml:trace>
  <inkml:trace contextRef="#ctx0" brushRef="#br0" timeOffset="103945.971">6760 6548 0,'0'0'0</inkml:trace>
  <inkml:trace contextRef="#ctx0" brushRef="#br0" timeOffset="104275.995">8625 5543 0,'0'0'0,"-13"13"78</inkml:trace>
  <inkml:trace contextRef="#ctx0" brushRef="#br0" timeOffset="104581.126">6588 6496 0,'80'-40'31,"-54"40"-15,0-13-16,-12 13 15,-28 0 1,1 13-16</inkml:trace>
  <inkml:trace contextRef="#ctx0" brushRef="#br0" timeOffset="104807.992">9049 5675 0,'0'0'0,"-66"-26"47</inkml:trace>
  <inkml:trace contextRef="#ctx0" brushRef="#br0" timeOffset="106384.126">11470 1773 0,'0'0'0,"13"-40"47,-13 27-16,-13 0-31,-1-1 0,-12 1 16,-40 13 0,-14-13-1,1 13 1,79 13 15,0 0-15,0 1-16,13 38 15,1 15 17,-14-28-32,-14 41 15,1-1 1,0-26 0,13-40-1,40-13 1,26-39-1,26-1 1,-26 27 0,-26 26-1,-27 66 1,-13 1 0,-26-28-1,-27-25 1,-40-1 15,1-26-15</inkml:trace>
  <inkml:trace contextRef="#ctx0" brushRef="#br0" timeOffset="106582.105">11681 2156 0,'0'0'0,"67"-66"15,-41 53 1,0 0 0,14 0-16,0-1 0,-1 14 15,28 14 1</inkml:trace>
  <inkml:trace contextRef="#ctx0" brushRef="#br0" timeOffset="107079.473">12568 1680 0,'0'0'0,"-66"79"63,26-52-63,0 13 0,0-14 15,1 14 1,12-27-16,1 13 0,13-12 15,-1 25 1,14-25 0,80-1-1,65-13 1,41-40 0,-173 27-1</inkml:trace>
  <inkml:trace contextRef="#ctx0" brushRef="#br0" timeOffset="107281.138">12409 1826 0,'40'66'62,"-27"0"-62,0 27 16,-13-1-16,13 1 15,-13-1-15,14 1 16</inkml:trace>
  <inkml:trace contextRef="#ctx0" brushRef="#br0" timeOffset="110795.1">13057 2051 0,'0'0'0,"53"-14"63,-40 1-63,1 13 15,-1-13-15,0 13 16,0 0-16,-13 13 16</inkml:trace>
  <inkml:trace contextRef="#ctx0" brushRef="#br0" timeOffset="110915.073">13097 2183 0,'0'0'0,"79"0"16</inkml:trace>
  <inkml:trace contextRef="#ctx0" brushRef="#br0" timeOffset="113910.168">10239 5239 0,'14'26'47,"-14"-13"-47</inkml:trace>
  <inkml:trace contextRef="#ctx0" brushRef="#br0" timeOffset="116343.053">9604 8612 0</inkml:trace>
  <inkml:trace contextRef="#ctx0" brushRef="#br0" timeOffset="117620.169">11179 2580 0,'0'0'0,"-14"-53"16,1 40 15,26-1 0,1 1-15,-1 0-16,13 0 16,-12-1-16,12 1 15,40-13 1,14 26 0,12 13-1,-26 40 1,-26 26-1,-40 1 1,-26-41-16,-41 14 16,1 0-1,27-13 1,25-27 0,41 14 15,39-1-16,0 14 1,27 39 15,-67-39-15,-13-27 0,-52 13-1,-160-12 1,107-14-1,-1-14 1</inkml:trace>
  <inkml:trace contextRef="#ctx0" brushRef="#br0" timeOffset="117820.331">12091 2805 0,'40'-27'47,"-13"14"-31,-1 13-16,14 0 15,-14 0-15,-13 0 0</inkml:trace>
  <inkml:trace contextRef="#ctx0" brushRef="#br0" timeOffset="118154.09">12594 2659 0,'0'0'0,"-13"13"47,-14 14-32,1-1-15,0 14 16,-1 0-16,1-1 16,12 1-16,14-14 15,0 14 1,40-27-1,39-13 1,14 0 0,13-39-1,-93 12 1</inkml:trace>
  <inkml:trace contextRef="#ctx0" brushRef="#br0" timeOffset="118369.639">12621 2725 0,'0'40'62,"0"13"-62,0-13 0,0 12 16,0 1-1,26 159 1</inkml:trace>
  <inkml:trace contextRef="#ctx0" brushRef="#br0" timeOffset="118570.355">13203 2765 0,'0'0'0,"53"-40"62,-27 53-62,-13-13 0</inkml:trace>
  <inkml:trace contextRef="#ctx0" brushRef="#br0" timeOffset="118736.265">13216 3016 0,'0'0'0,"66"-13"31,-39 0-31,12 0 15,-12-1-15,-1 1 16</inkml:trace>
  <inkml:trace contextRef="#ctx0" brushRef="#br0" timeOffset="119052.565">13904 2897 0,'13'0'62,"14"0"-46,-1-13-16,27 13 15,-13-13-15,-1 13 16,1 0-16,0 0 16,-14 0-16</inkml:trace>
  <inkml:trace contextRef="#ctx0" brushRef="#br0" timeOffset="119269.267">14407 2686 0,'0'79'62,"0"-13"-62,0 27 16,0-1-16,0 14 16,-27-27-16,14-12 15,-14-28-15</inkml:trace>
  <inkml:trace contextRef="#ctx0" brushRef="#br0" timeOffset="120880.042">9790 11814 0,'0'0'0,"-14"0"94,1 0-94</inkml:trace>
  <inkml:trace contextRef="#ctx0" brushRef="#br0" timeOffset="121053.929">9816 11814 0</inkml:trace>
  <inkml:trace contextRef="#ctx0" brushRef="#br0" timeOffset="121316.987">9816 11814 0,'0'0'0,"26"53"32,-26-67-32,14 14 47,-1 14-32</inkml:trace>
  <inkml:trace contextRef="#ctx0" brushRef="#br0" timeOffset="121459.195">9790 11761 0,'0'0'0</inkml:trace>
  <inkml:trace contextRef="#ctx0" brushRef="#br0" timeOffset="126198.03">11417 3585 0,'0'-13'47,"0"0"-16,13 13-31,-13 13 250,0 0-234,0 0-16,13 14 16,-13-1-16,0 14 15,13-14-15,-13 14 16,14 0-16,-14-1 15,13 1 1,0 40 0,0-41-1,-13-12 1,0-14 0,-13-13-16,0 13 15,-40 0 1</inkml:trace>
  <inkml:trace contextRef="#ctx0" brushRef="#br0" timeOffset="127462.659">11430 3678 0,'0'0'0,"66"0"47,-79-14-31,13 1-1,-13 0-15,-1 0 16,-12 13-1,-27 66 17,0 13-17,13-13 1,1-26 0,26-27-1,26 1 1,0-41-1,27-26 1,-1-13 0,-12 0-1,-14 39-15,0 1 16,1 26 0,-1 0 30,0 0-30,40 26 0,-40-12-1,0 25 1,1 28 0,-1-1-1,-13 13 1,0-13-1,0-26-15,0-27 16,0 40 0,0-40-1,-13 14 1,-40-1 0,-27 1-1,-26-14 1,67 0 15,26-13-15,39-13-1,133-14 1,-53 1 0,145 0-1,-225 39 1</inkml:trace>
  <inkml:trace contextRef="#ctx0" brushRef="#br0" timeOffset="128261.141">12078 3942 0,'0'0'0,"66"-13"62,-26 13-46,-13 0-16,-1 0 0,-13 0 16,-13 13-16</inkml:trace>
  <inkml:trace contextRef="#ctx0" brushRef="#br0" timeOffset="128645.239">12779 3664 0,'0'0'0,"-79"40"31,39-13-15,-13-1-16,14 1 16,-1 12-16,0-12 15,14-14-15,-1 13 16,14 1 0,40-27-1,92 0 1,53-27-1,-66 14 1,-93 13 15</inkml:trace>
  <inkml:trace contextRef="#ctx0" brushRef="#br0" timeOffset="128861.894">12594 3770 0,'13'53'63,"-13"13"-48,0 1-15,-13 12 16,0-26-16,13-13 0,13-1 15,27 14 1</inkml:trace>
  <inkml:trace contextRef="#ctx0" brushRef="#br0" timeOffset="129079.245">13481 3757 0,'79'-53'47,"-39"53"-32,-1 0-15,-12 0 16</inkml:trace>
  <inkml:trace contextRef="#ctx0" brushRef="#br0" timeOffset="129243.943">13375 3956 0,'0'0'0,"66"-14"31,-26 14-31,26-13 0,26-13 16</inkml:trace>
  <inkml:trace contextRef="#ctx0" brushRef="#br0" timeOffset="129426.965">14010 3784 0,'0'0'0,"66"-14"47,0 14-31,-13 0-16,-13 0 0</inkml:trace>
  <inkml:trace contextRef="#ctx0" brushRef="#br0" timeOffset="129910.377">14526 3559 0,'0'-53'31,"0"26"-31,0 14 15,13 0-15,-13 0 16,13 13-16,-13-14 16,13 14-16,14 0 31,-1 0-15,1 14-1,-14 38 1,-13-25-16,-27 39 15,1-26 1,26-14 0,13 1-1,14-14 1,39 13 0,-13 1-1,0 13 1,-14-1 15,-12 1-31,-40-27 31,-93 14-15,-53-14-16</inkml:trace>
  <inkml:trace contextRef="#ctx0" brushRef="#br0" timeOffset="130911.054">14856 1786 0,'0'0'0,"40"-66"32,-14 53-17,-12 13-15,12-14 0,1 14 16,12 0-16,-12 0 15,12 40 1,-12 66 0,-27 53-1,0 39 17,0-66-17,66-39 1,13-14-1,80 27 1,13-13 0,-145-80-1,-14 0-15,13 14 16,-26 26 0,-39 66-1,-41 145 16,80-105-31,40 0 16,0 13 0,-40 66 15</inkml:trace>
  <inkml:trace contextRef="#ctx0" brushRef="#br0" timeOffset="133229.201">13137 1442 0,'0'0'0,"66"-79"32,-40 52-32,1-13 15,12 14-15,1-14 16,13-13-16,53-26 31,0-14-15,-67 54-16,80-67 15</inkml:trace>
  <inkml:trace contextRef="#ctx0" brushRef="#br0" timeOffset="135469.083">9221 6085 0,'0'0'0,"13"0"62</inkml:trace>
  <inkml:trace contextRef="#ctx0" brushRef="#br0" timeOffset="136895.259">15081 3929 0,'0'13'63,"-13"1"-48</inkml:trace>
  <inkml:trace contextRef="#ctx0" brushRef="#br0" timeOffset="137077.114">15134 4035 0,'0'0'0</inkml:trace>
  <inkml:trace contextRef="#ctx0" brushRef="#br0" timeOffset="137226.285">15134 4035 0,'0'0'0,"-53"26"16</inkml:trace>
  <inkml:trace contextRef="#ctx0" brushRef="#br0" timeOffset="139439.979">15068 5861 0,'13'0'47,"0"0"0,1 0-32</inkml:trace>
  <inkml:trace contextRef="#ctx0" brushRef="#br0" timeOffset="139626.89">15081 5980 0,'93'-14'47,"-67"14"-47</inkml:trace>
  <inkml:trace contextRef="#ctx0" brushRef="#br0" timeOffset="139809.131">15108 6006 0,'53'13'47</inkml:trace>
  <inkml:trace contextRef="#ctx0" brushRef="#br0" timeOffset="139988.208">15108 6006 0,'0'0'0,"13"-13"0,-13 26 15</inkml:trace>
  <inkml:trace contextRef="#ctx0" brushRef="#br0" timeOffset="140429.233">15068 5913 0,'79'0'31,"-52"0"-15,-14 0-16,0 0 15</inkml:trace>
  <inkml:trace contextRef="#ctx0" brushRef="#br0" timeOffset="140625.063">15081 5993 0,'93'-13'47,"-67"13"-47</inkml:trace>
  <inkml:trace contextRef="#ctx0" brushRef="#br0" timeOffset="140800.972">15147 6059 0,'0'0'15,"67"-13"1,-41 13 0,0-14-16</inkml:trace>
  <inkml:trace contextRef="#ctx0" brushRef="#br0" timeOffset="140953.817">15187 6099 0,'0'0'0</inkml:trace>
  <inkml:trace contextRef="#ctx0" brushRef="#br0" timeOffset="141116.174">15280 6125 0</inkml:trace>
  <inkml:trace contextRef="#ctx0" brushRef="#br0" timeOffset="146420.037">15028 4723 0,'0'0'0,"0"13"78,-13-13-62,13 13-16</inkml:trace>
  <inkml:trace contextRef="#ctx0" brushRef="#br0" timeOffset="147855.18">15068 5371 0,'13'13'63,"-13"1"-17</inkml:trace>
  <inkml:trace contextRef="#ctx0" brushRef="#br0" timeOffset="148072.771">15068 5371 0,'0'0'0,"26"27"16,-12-27 78,-14-14-94</inkml:trace>
  <inkml:trace contextRef="#ctx0" brushRef="#br0" timeOffset="148714.111">15915 4379 0,'39'-40'62,"14"27"-46,27-27-16,25 1 16,1-14-16,27 0 15,-14 0-15,-13 13 16,52-26 0,-92 26-1,-39 14 1,-54 13-1</inkml:trace>
  <inkml:trace contextRef="#ctx0" brushRef="#br0" timeOffset="149060.38">16801 3744 0,'0'0'0,"53"40"47,-27-14-31,1 0-16,-1 1 15,1-1-15,-14 1 16,0-1 0,-13 67-1,-53-53 1,-13-1-1,13-39 1,27-13 0,13-27-1,13 1-15,13-41 16,53-65 0</inkml:trace>
  <inkml:trace contextRef="#ctx0" brushRef="#br0" timeOffset="150276.073">14909 5728 0,'13'0'63,"1"0"281</inkml:trace>
  <inkml:trace contextRef="#ctx0" brushRef="#br0" timeOffset="150817.412">14922 5728 0,'0'0'0,"14"0"125,-14 13-110</inkml:trace>
  <inkml:trace contextRef="#ctx0" brushRef="#br0" timeOffset="151080.146">14922 5728 0,'0'0'0,"14"0"15,-14 13 32</inkml:trace>
  <inkml:trace contextRef="#ctx0" brushRef="#br0" timeOffset="151220.083">14936 5728 0</inkml:trace>
  <inkml:trace contextRef="#ctx0" brushRef="#br0" timeOffset="153466.047">9803 8295 0,'0'13'125,"-13"-13"-125</inkml:trace>
  <inkml:trace contextRef="#ctx0" brushRef="#br0" timeOffset="154246.178">9776 8334 0</inkml:trace>
  <inkml:trace contextRef="#ctx0" brushRef="#br0" timeOffset="154622.857">9776 8334 0,'0'0'15,"53"0"1,-53-13-16,0 26 31,0 1-15,0-1 0,-13-13-1,13-13 16,0-1-15</inkml:trace>
  <inkml:trace contextRef="#ctx0" brushRef="#br0" timeOffset="155597.273">14565 5027 0,'-13'-40'63,"13"54"-63,0-1 15,0 0-15</inkml:trace>
  <inkml:trace contextRef="#ctx0" brushRef="#br0" timeOffset="156215.053">9816 8057 0,'0'0'0,"0"-14"94,0 1-94,0 0 15</inkml:trace>
  <inkml:trace contextRef="#ctx0" brushRef="#br0" timeOffset="156632.83">13361 5517 0,'0'0'0,"-26"0"110,13 0-110,-14 13 0</inkml:trace>
  <inkml:trace contextRef="#ctx0" brushRef="#br0" timeOffset="157180.281">13388 5808 0,'0'0'0,"0"13"63,-27-13 31,14 13-94,-13 0 0</inkml:trace>
  <inkml:trace contextRef="#ctx0" brushRef="#br0" timeOffset="157820.101">9485 8281 0,'0'0'0,"14"0"109</inkml:trace>
  <inkml:trace contextRef="#ctx0" brushRef="#br0" timeOffset="158337.74">13335 5834 0,'0'0'0,"-40"13"110,1 1-110,-14-14 0</inkml:trace>
  <inkml:trace contextRef="#ctx0" brushRef="#br0" timeOffset="158857.179">9551 8215 0,'0'0'16,"0"-13"31,0 26-16</inkml:trace>
  <inkml:trace contextRef="#ctx0" brushRef="#br0" timeOffset="159420.212">13533 5834 0,'0'0'0,"-26"13"63</inkml:trace>
  <inkml:trace contextRef="#ctx0" brushRef="#br0" timeOffset="164198.777">10478 7713 0,'0'0'0,"13"0"47,-13-14-31,13 14-16,-13 14 15,-13-14-15,13 13 0</inkml:trace>
  <inkml:trace contextRef="#ctx0" brushRef="#br0" timeOffset="164675.205">15068 4921 0,'-26'13'94,"-1"1"-78,-13-14-16</inkml:trace>
  <inkml:trace contextRef="#ctx0" brushRef="#br0" timeOffset="165797.455">18389 2963 0,'0'0'0,"-14"14"109,1-14-109,-27 26 0,1-13 16,-14 14-1,0-14-15,13 13 16,-52 27 0,78-39-1,28-1 1,25 0-1,41-13 1,39-13 15,-93 13-31,-13 0 0</inkml:trace>
  <inkml:trace contextRef="#ctx0" brushRef="#br0" timeOffset="166014.974">18269 2990 0,'14'53'63,"-14"0"-48,0 26-15,0-13 16,0-13-16,0 0 16,0-13-16,0 26 15</inkml:trace>
  <inkml:trace contextRef="#ctx0" brushRef="#br0" timeOffset="166208.895">18693 3215 0,'0'0'0,"66"0"47,-26 0-31,-14-14-16,1 1 0</inkml:trace>
  <inkml:trace contextRef="#ctx0" brushRef="#br0" timeOffset="166681.378">18878 3082 0,'0'0'0,"0"-53"47,13 40-47,0-13 16,54-1-1,12 14 1,14 0 0,39 53-1,-79 12 1,-40 1-1,-13-13 1,0 0 0,0-14-1,-13-13-15,13 1 16,13-1 0,27 27-1,13 13 16,-27-27-15,-13 14 0,-13-14-1,-119 27 1,-304 26 0,238-92-1</inkml:trace>
  <inkml:trace contextRef="#ctx0" brushRef="#br0" timeOffset="168290.312">19235 3545 0</inkml:trace>
  <inkml:trace contextRef="#ctx0" brushRef="#br0" timeOffset="170061.156">15094 5609 0,'0'0'0,"-13"13"47,0 1-32,13-1-15</inkml:trace>
  <inkml:trace contextRef="#ctx0" brushRef="#br0" timeOffset="170235.039">15015 5702 0,'13'13'78</inkml:trace>
  <inkml:trace contextRef="#ctx0" brushRef="#br0" timeOffset="171501.222">15015 7832 0,'0'13'94,"0"0"-94</inkml:trace>
  <inkml:trace contextRef="#ctx0" brushRef="#br0" timeOffset="173868.012">15028 7766 0</inkml:trace>
  <inkml:trace contextRef="#ctx0" brushRef="#br0" timeOffset="174152.835">15028 7766 0,'0'0'0,"27"-14"15,-40 14 48</inkml:trace>
  <inkml:trace contextRef="#ctx0" brushRef="#br0" timeOffset="174395.144">15081 7739 0,'0'0'0,"-13"27"62,0-14-62</inkml:trace>
  <inkml:trace contextRef="#ctx0" brushRef="#br0" timeOffset="174625.963">15081 7739 0,'0'0'16,"27"13"-1,-14-13 1,-13 14 0</inkml:trace>
  <inkml:trace contextRef="#ctx0" brushRef="#br0" timeOffset="175466.968">15068 7739 0,'0'13'63,"0"1"-48,-13-1-15</inkml:trace>
  <inkml:trace contextRef="#ctx0" brushRef="#br0" timeOffset="175999.044">15253 8387 0,'13'0'62,"-13"14"-15,-13-14-31</inkml:trace>
  <inkml:trace contextRef="#ctx0" brushRef="#br0" timeOffset="177359.735">10253 11205 0,'-14'13'141</inkml:trace>
  <inkml:trace contextRef="#ctx0" brushRef="#br0" timeOffset="177759.949">10200 11179 0,'-14'13'94</inkml:trace>
  <inkml:trace contextRef="#ctx0" brushRef="#br0" timeOffset="178409.2">10134 11271 0,'0'13'94,"0"1"-63,-14-14-15,14 13-16</inkml:trace>
  <inkml:trace contextRef="#ctx0" brushRef="#br0" timeOffset="180947.762">10213 11311 0,'0'13'62</inkml:trace>
  <inkml:trace contextRef="#ctx0" brushRef="#br0" timeOffset="182231.055">10186 11417 0,'-13'0'78,"-40"13"-78,14 13 16,-14-12-16</inkml:trace>
  <inkml:trace contextRef="#ctx0" brushRef="#br0" timeOffset="183066.987">14764 7792 0,'-13'0'94,"-14"13"-79,14 0-15</inkml:trace>
  <inkml:trace contextRef="#ctx0" brushRef="#br0" timeOffset="183400.262">14764 8520 0,'0'0'31,"26"-40"0,-39 53 0,0-13-15,13 13-16,-13 1 16,-1-14-16,14 13 15,-13 0 1</inkml:trace>
  <inkml:trace contextRef="#ctx0" brushRef="#br0" timeOffset="183935.897">14684 7871 0,'0'0'0,"0"-13"47,0 26-15,-13 1-17,13-1-15</inkml:trace>
  <inkml:trace contextRef="#ctx0" brushRef="#br0" timeOffset="184462.29">14830 8546 0</inkml:trace>
  <inkml:trace contextRef="#ctx0" brushRef="#br0" timeOffset="186131.12">18508 3823 0,'0'0'16,"0"-13"15,0 26 31,0 0-62,-27 1 16,14 25-16,-27 1 16,-13 26-16,14 0 0,-1 14 15,27-27 1,26 39-1,40-26 1,13-13 0,40-39-1,-66-28 1,-14-39 0,-26-13-1,-26 0 1,-41 26-1,-52 54 17,53 25-17</inkml:trace>
  <inkml:trace contextRef="#ctx0" brushRef="#br0" timeOffset="186314.944">18746 4207 0,'0'0'0,"79"-13"47,-39 13-31,13 0-16,-14 0 15,1 0-15</inkml:trace>
  <inkml:trace contextRef="#ctx0" brushRef="#br0" timeOffset="186569.061">19235 3995 0,'0'0'0,"0"-13"63,0 26-63,0 14 0,0-1 15,0 14-15,0 0 16,0-1-16,0 14 16,-13 13-1</inkml:trace>
  <inkml:trace contextRef="#ctx0" brushRef="#br0" timeOffset="187817.035">19778 4154 0,'13'0'94,"0"0"-78,14 0-16,-14 13 15,13-13-15,-13 0 0</inkml:trace>
  <inkml:trace contextRef="#ctx0" brushRef="#br0" timeOffset="187967.425">19831 4247 0,'66'0'31,"26"0"-16</inkml:trace>
  <inkml:trace contextRef="#ctx0" brushRef="#br0" timeOffset="188530.405">20598 3850 0,'0'0'0,"-93"-40"63,54 40-63,-1 13 15,13 0-15,1-13 16,13 0-16,-1 0 16,14 14 15,0-1 0,14 0-31,-14 27 16,0 13-1,0-14 17,0-25-32,0 12 15,39 1 1,28-14 0,25 0-1,-12-13 1,-1 40-1,-39-1 1,-67 1 0,-132 13-1,-39-40 1</inkml:trace>
  <inkml:trace contextRef="#ctx0" brushRef="#br0" timeOffset="189012.8">19857 3162 0,'0'-13'63,"13"13"-48,14 0 1,12 13-16,-12-13 16,-1 13-16</inkml:trace>
  <inkml:trace contextRef="#ctx0" brushRef="#br0" timeOffset="189161.087">19844 3347 0,'0'0'0,"106"-13"47,-80 13-47,0 0 0</inkml:trace>
  <inkml:trace contextRef="#ctx0" brushRef="#br0" timeOffset="189366.253">20452 2924 0,'0'92'46,"0"1"-30,-13-27-16,-13 0 0</inkml:trace>
  <inkml:trace contextRef="#ctx0" brushRef="#br0" timeOffset="193152.217">19129 4895 0,'0'0'0,"14"0"94</inkml:trace>
  <inkml:trace contextRef="#ctx0" brushRef="#br0" timeOffset="193378.032">20518 4736 0,'0'0'0,"-66"-26"47,53 39-31,-13 0-16</inkml:trace>
  <inkml:trace contextRef="#ctx0" brushRef="#br0" timeOffset="193731.085">18653 5080 0,'0'0'0</inkml:trace>
  <inkml:trace contextRef="#ctx0" brushRef="#br0" timeOffset="193990.987">20492 4789 0,'-26'-27'63,"12"27"-48,1 0 1,13 14-16</inkml:trace>
  <inkml:trace contextRef="#ctx0" brushRef="#br0" timeOffset="194295.407">18693 5040 0,'53'0'47,"-53"14"-15</inkml:trace>
  <inkml:trace contextRef="#ctx0" brushRef="#br0" timeOffset="194556.407">20585 4789 0,'0'0'16,"-14"-40"31,1 40-31,0 13-16,-14-13 0</inkml:trace>
  <inkml:trace contextRef="#ctx0" brushRef="#br0" timeOffset="198871.407">11258 1138 0,'0'0'0,"26"-27"47,-26 1-47,0-14 16,-13 14-1,0-14-15,-13 13 0,12 1 16,-12 13-16,-40 0 15,-14 65 1,27 81 15,53 12-15,67-26 0,-1-66-1,-13 27 1,-40-14-1,-13-26-15,-106 12 16</inkml:trace>
  <inkml:trace contextRef="#ctx0" brushRef="#br0" timeOffset="199003.122">10941 1455 0,'0'0'0,"79"-53"31,13 27-16,41 26 1</inkml:trace>
  <inkml:trace contextRef="#ctx0" brushRef="#br0" timeOffset="199568.898">11523 1270 0,'0'0'0,"0"-26"62,-14 26-46,14 13-16,-13 0 16,0 13-16,0 27 15,13 0 1,39-26-1,14-27 17,-26 0-17,-27-40 1,-13-13 0,-14 0-1,1 14 1,26 25-1,39 28 1,41 12 0,52 40-1,-66-39 1,-53-1 0,1-26-1,-41-13 16,-13-53-15,40 13 15,-13-13-15,26 26 0,14 53-1</inkml:trace>
  <inkml:trace contextRef="#ctx0" brushRef="#br0" timeOffset="200102.822">12012 1138 0,'0'0'15,"27"26"32,-14 1-31,0 12-16,0 1 15,0-14-15,-13 1 16,0-14-16,14 0 16,-14 14-1,13-27 1,13-13-1,14-54 1,-13 41 0,-14 26-1,26 0 1,1 26 0,13 27-1,-13-26 1,-27-27-1,13 0 1,-12-66 15,-14-80-15,-27 14 0,27 79-1,-13 26 1,13 147-1</inkml:trace>
  <inkml:trace contextRef="#ctx0" brushRef="#br0" timeOffset="200719.853">12885 1244 0,'0'0'0,"-66"-53"31,26 39-31,-13 14 0,-39 14 16,12 39 15,28-1-15,65 28-1,40-54 1,39-12-1,-26-14 1,-13-14 0,-39-12-1,-1 13-15,-13-1 16,13 14 15,0 0-15,14 14-1,12 12 1,-25-26 0,-1 0 15,0-40-15,-13 1-1,13-27 1,1-1-1,-1 41 1,27 26 0,12 26-1,15 41 1,-28-15 0,1 28 15,0-67-31,26-26 15</inkml:trace>
  <inkml:trace contextRef="#ctx0" brushRef="#br0" timeOffset="201169.274">13520 1257 0,'0'0'0,"-39"-53"63,25 40-63,1-1 15,-13 1-15,-1 13 16,-65 13 0,65 40-1,14 13 1,79-39-1,80-40 1,12-80 0,-105 27-1,-26-80 1,-27 1 0,-40 52-1,0 40 1,27 40-1,0 13-15,13 27 16,-13 39-16,13 40 16,39 145-1,41-66 1,-27-119-16</inkml:trace>
  <inkml:trace contextRef="#ctx0" brushRef="#br0" timeOffset="204656.071">8771 4604 0,'0'13'46,"-13"-13"1,-1 13-47,1 0 16,0-13-16</inkml:trace>
  <inkml:trace contextRef="#ctx0" brushRef="#br0" timeOffset="204866.044">8705 4617 0,'13'0'47</inkml:trace>
  <inkml:trace contextRef="#ctx0" brushRef="#br0" timeOffset="205437.3">8758 4604 0,'0'0'15,"0"-13"32,-14 13 0,1 13-47</inkml:trace>
  <inkml:trace contextRef="#ctx0" brushRef="#br0" timeOffset="205633.416">8758 4604 0,'0'0'0,"-14"-13"31,28 13-31,-14 13 16,0 0-16,0 0 15</inkml:trace>
  <inkml:trace contextRef="#ctx0" brushRef="#br0" timeOffset="205822.258">8811 4617 0,'0'0'0,"-14"13"47</inkml:trace>
  <inkml:trace contextRef="#ctx0" brushRef="#br0" timeOffset="206774.133">5675 7580 0,'0'0'0,"0"-13"46,-26 26 1,13 1-47,-1-1 0</inkml:trace>
  <inkml:trace contextRef="#ctx0" brushRef="#br0" timeOffset="206992.191">5609 7554 0,'13'13'62,"-13"0"-62</inkml:trace>
  <inkml:trace contextRef="#ctx0" brushRef="#br0" timeOffset="207179.813">5609 7554 0,'0'0'0,"13"53"15,-13-66-15,14 13 32,-1-14-32</inkml:trace>
  <inkml:trace contextRef="#ctx0" brushRef="#br0" timeOffset="207659.687">5583 7633 0,'0'13'62</inkml:trace>
  <inkml:trace contextRef="#ctx0" brushRef="#br0" timeOffset="207862.685">5583 7633 0,'0'0'0,"13"27"0,-13-41 31,13 14-16,0 14 1,1-14-16</inkml:trace>
  <inkml:trace contextRef="#ctx0" brushRef="#br0" timeOffset="208041.307">5583 7726 0,'0'0'0,"79"-40"32</inkml:trace>
  <inkml:trace contextRef="#ctx0" brushRef="#br0" timeOffset="208233.565">5583 7726 0,'0'0'0,"66"40"31</inkml:trace>
  <inkml:trace contextRef="#ctx0" brushRef="#br0" timeOffset="210626.914">18640 2196 0,'0'0'0,"0"-13"47,0 26-32,0 0-15,13 14 16,0-1 0,14 14-16,-1 39 15,14 67 16,-14-67-15,-26-13-16,-13-13 16</inkml:trace>
  <inkml:trace contextRef="#ctx0" brushRef="#br0" timeOffset="211262.023">18613 2566 0,'0'-13'63,"0"26"-48,0 1-15,14-1 16,-14 27-16,0-14 16,13 1-16,0 12 15,-13-12 1,13-14-16,14 27 16,-14-27-1,-13-40 16,-13-78-15,-27 12 0,0 14-1,14 26 1,13 39-16,13 1 16,39 13-1,41 13 1,52 14-1,53-14 1,-39 0 0,-133-13 15,-26 0-15,-14 14-1,-105 52 1,-13 26-1,65-12 1,1 12 0</inkml:trace>
  <inkml:trace contextRef="#ctx0" brushRef="#br0" timeOffset="213045.397">18785 2659 0,'0'13'47,"0"1"-31</inkml:trace>
  <inkml:trace contextRef="#ctx0" brushRef="#br0" timeOffset="-213751.325">15266 4617 0,'-13'13'94,"0"0"-94,0-13 16</inkml:trace>
  <inkml:trace contextRef="#ctx0" brushRef="#br0" timeOffset="-213516.418">15266 4617 0,'0'0'0,"-26"-13"31,13 26 0</inkml:trace>
  <inkml:trace contextRef="#ctx0" brushRef="#br0" timeOffset="-213290.55">15200 4591 0,'0'0'0</inkml:trace>
  <inkml:trace contextRef="#ctx0" brushRef="#br0" timeOffset="-213020.788">15200 4591 0,'0'13'78</inkml:trace>
  <inkml:trace contextRef="#ctx0" brushRef="#br0" timeOffset="-212359.638">15214 4617 0</inkml:trace>
  <inkml:trace contextRef="#ctx0" brushRef="#br0" timeOffset="-212075.566">15214 4617 0,'0'0'0,"-40"26"16,40-12 31,0-1-31,0 0-16</inkml:trace>
  <inkml:trace contextRef="#ctx0" brushRef="#br0" timeOffset="-211542.776">15240 4643 0,'0'0'0,"0"14"109,-13-14 63,0 0-172</inkml:trace>
  <inkml:trace contextRef="#ctx0" brushRef="#br0" timeOffset="-208877.539">10358 7752 0,'0'0'0,"-13"14"109,0-14-109</inkml:trace>
  <inkml:trace contextRef="#ctx0" brushRef="#br0" timeOffset="-205909.598">10332 7792 0,'0'13'94</inkml:trace>
  <inkml:trace contextRef="#ctx0" brushRef="#br0" timeOffset="-199902.679">20664 7673 0</inkml:trace>
  <inkml:trace contextRef="#ctx0" brushRef="#br0" timeOffset="-199521.692">20664 7673 0,'0'0'0,"-13"13"0,0-13 125,-1 0-110,14 13-15,-13-13 0</inkml:trace>
  <inkml:trace contextRef="#ctx0" brushRef="#br0" timeOffset="-196919.693">23204 2963 0,'0'0'0,"-13"0"125,0 0-109,-14 0-16,-13 0 16,-13 0-16,14 0 0,-1 0 15,0 0-15,27 0 16,0 0-1,13 14 17,0-1-17,0 0 1,0 27 0,-13-14-16,-14 40 15,-12 0 1,12 1-1,27-41 1,66 1 15,80-27-31,13-14 32,-93 14-17,-27 0 1,-39 27-1,-13-1 1,-40 27 0,-26 0-1,-1 0 1,41-40-16,-41 0 16,1 1-1,0-14 1</inkml:trace>
  <inkml:trace contextRef="#ctx0" brushRef="#br0" timeOffset="-196219.335">23680 3294 0,'0'0'0,"13"0"109,1 0-109,-1 0 16,13 0-16,1 0 16,-1-13-16,1 13 15,-1 0-15,-13 0 16,1 0-1,-28 0 17,-12 0-32,-40 26 15</inkml:trace>
  <inkml:trace contextRef="#ctx0" brushRef="#br0" timeOffset="-191906.753">15174 10954 0,'0'0'0,"0"-27"46,0 14-30,-13 13 47,-1 0-48,1 0 1,0 0-16,0 0 15</inkml:trace>
  <inkml:trace contextRef="#ctx0" brushRef="#br0" timeOffset="-191397.756">14711 10967 0,'0'0'16,"13"-13"31,-26 13 0,0 0-32,-1 13-15,1-13 0</inkml:trace>
  <inkml:trace contextRef="#ctx0" brushRef="#br0" timeOffset="-190580.687">14764 11562 0,'13'0'406,"-26"0"-359,13-13-47,-13 0 16</inkml:trace>
  <inkml:trace contextRef="#ctx0" brushRef="#br0" timeOffset="-190285.523">14764 11549 0</inkml:trace>
  <inkml:trace contextRef="#ctx0" brushRef="#br0" timeOffset="-188191.459">14499 12065 0,'-13'0'125</inkml:trace>
  <inkml:trace contextRef="#ctx0" brushRef="#br0" timeOffset="-186680.248">19897 7474 0,'13'0'63,"-13"14"-1,-13-1-62</inkml:trace>
  <inkml:trace contextRef="#ctx0" brushRef="#br0" timeOffset="-186290.546">20002 8004 0,'-13'0'94</inkml:trace>
  <inkml:trace contextRef="#ctx0" brushRef="#br0" timeOffset="-185026.353">20135 8612 0,'13'0'63,"-26"0"702</inkml:trace>
  <inkml:trace contextRef="#ctx0" brushRef="#br0" timeOffset="-184450.506">14751 11933 0,'0'0'0</inkml:trace>
  <inkml:trace contextRef="#ctx0" brushRef="#br0" timeOffset="-183325.354">14142 12568 0,'0'0'0,"0"13"47,-13 0-31</inkml:trace>
  <inkml:trace contextRef="#ctx0" brushRef="#br0" timeOffset="-181829.549">24209 3109 0,'0'0'0,"14"13"47,-1-13 16,-13 13-63,0 1 15,0-1 1,0 0 0,-13-13-1,-1 0 1,1 0-1,13-13 1,13-40 0,27 0-1,0 13 1,-1 27 0,14 13-1,-26 0-15,26 40 16,-27 13-1,-26 13 1,-53 0 0,-26 13-1,-27 1 1,80-54 0,12-13 15,54 1-16,132-14 1,-53 0 0,-53 0-1,-53 39 1,-92 1-16</inkml:trace>
  <inkml:trace contextRef="#ctx0" brushRef="#br0" timeOffset="-181267.186">23601 4088 0,'13'0'62,"0"0"-62,27 0 16,0 0-16,-14 0 0,1 13 15,-1 0-15,-26 1 16</inkml:trace>
  <inkml:trace contextRef="#ctx0" brushRef="#br0" timeOffset="-181116.653">23614 4299 0,'0'0'0,"79"0"31,-26-13-15,0 13-16,-13 0 0</inkml:trace>
  <inkml:trace contextRef="#ctx0" brushRef="#br0" timeOffset="-180633.328">24156 3969 0,'0'0'0,"27"-66"32,-27 52-17,26 1-15,-12 0 0,12 0 16,-13 13-1,53-14 1,-13 14 0,-13 27-1,-13 26 1,-54 53 0,1-53-1,-1-14 1,27-12-1,0-14-15,0 0 16,40 27 0,26 13-1,0 0 1,0 0 0,-39 13-1,-67-40 1,-238 14 15,-26 0-31</inkml:trace>
  <inkml:trace contextRef="#ctx0" brushRef="#br0" timeOffset="-170174.472">8639 3135 0,'0'0'0,"0"-66"47,0 79 15,13 1-62,-13 12 16,13 14-16,-13-1 15,0 1-15,0 0 0,0 13 16,0-14 0,-13 67-1,0-13-15</inkml:trace>
  <inkml:trace contextRef="#ctx0" brushRef="#br0" timeOffset="-168293.695">8506 3294 0,'93'0'63,"-53"-13"-63,-1 13 16,1 0-16,-14 0 15,-12 13-15,-1 0 0,-13 1 16</inkml:trace>
  <inkml:trace contextRef="#ctx0" brushRef="#br0" timeOffset="-168175.361">8493 3519 0,'0'0'0,"199"0"31,-120 0-31,14-13 16</inkml:trace>
  <inkml:trace contextRef="#ctx0" brushRef="#br0" timeOffset="-158846.478">13652 1574 0,'0'14'500,"0"-1"-438,0 0-62</inkml:trace>
  <inkml:trace contextRef="#ctx0" brushRef="#br0" timeOffset="-157471.486">10014 3876 0,'14'0'62,"-14"13"-31,13 1-15</inkml:trace>
  <inkml:trace contextRef="#ctx0" brushRef="#br0" timeOffset="-157062.801">14684 3440 0,'0'0'0,"40"-14"63,-27 14-16,1 14-47,-1-14 15</inkml:trace>
  <inkml:trace contextRef="#ctx0" brushRef="#br0" timeOffset="-154789.309">19328 6562 0,'13'0'344</inkml:trace>
  <inkml:trace contextRef="#ctx0" brushRef="#br0" timeOffset="-154052.359">15663 4895 0,'0'-13'62,"14"13"-15,-14 13-47</inkml:trace>
  <inkml:trace contextRef="#ctx0" brushRef="#br0" timeOffset="-153362.95">19248 6681 0,'0'0'0,"-13"0"109,-13 0-93,-1-13-16,1-1 0</inkml:trace>
  <inkml:trace contextRef="#ctx0" brushRef="#br0" timeOffset="-152777.837">15994 5239 0,'-13'0'63,"0"13"-48,-14-13-15</inkml:trace>
  <inkml:trace contextRef="#ctx0" brushRef="#br0" timeOffset="-148510.695">19196 5093 0,'0'0'0,"0"-39"47,0 25-31,0 1-1,-14 13 1,14 13 46,0 14-62,0 12 0,0-12 16,0 13-16,0-14 16,0 1-16,0-1 15,0 0-15,0 14 16,0 0-1,0-14 1</inkml:trace>
  <inkml:trace contextRef="#ctx0" brushRef="#br0" timeOffset="-148292.624">18772 5517 0,'119'-27'15,"-26"1"1,39-1-16,-13 1 16,0 13-16,-26-1 15,-27 14-15,0 0 16</inkml:trace>
  <inkml:trace contextRef="#ctx0" brushRef="#br0" timeOffset="-147738.179">19024 5808 0,'0'-67'31,"13"54"-15,-13 0-16,0 0 15,0 0-15,13 13 16,-26 13 15,13 13-15,-13-13-16,-1 27 15,28 0 17,38-27-17,41 0 1,0 14 0,13 26-1,-93 13 1,-40 0-1,-65 0 1,-1 0 0,-39-13-1,79-53 1,40 0 0,-1-13-1,14-14 1,-26 1-1,-80 26 1</inkml:trace>
  <inkml:trace contextRef="#ctx0" brushRef="#br0" timeOffset="-147077.706">20122 5014 0,'0'13'125,"-14"-13"-109,14 13-16,-26 27 16,-14 13-16,0 26 15,1 14-15,12 0 16,1 65-1,26-65 1,13-27 0,53 40-1,-26-80 1,-14 1-16,27-1 16</inkml:trace>
  <inkml:trace contextRef="#ctx0" brushRef="#br0" timeOffset="-146760.465">20214 5464 0,'0'0'0,"13"-14"47,-13 41-31,0-14-16,0 27 16,0-1-16,0-12 15,14 13-15,-14-1 16,0-12-16,0 26 15,0-14 1</inkml:trace>
  <inkml:trace contextRef="#ctx0" brushRef="#br0" timeOffset="-146528.652">20532 5146 0,'0'0'16,"92"80"-1,-52-1 1,-14 27-16,-26 26 16,-13 0-16,-26 1 15,-28-28-15,-38 94 16,38-107-1</inkml:trace>
  <inkml:trace contextRef="#ctx0" brushRef="#br0" timeOffset="-145961.5">21114 5794 0,'13'0'47,"13"0"-32,14 0-15,0-13 16,13 13-16,-14-13 16,14 13-16,-26 0 15,-14-13-15,0 13 16</inkml:trace>
  <inkml:trace contextRef="#ctx0" brushRef="#br0" timeOffset="-145761.404">21220 5636 0,'0'0'0,"0"92"62,-14-12-62,1 12 16,-13 14-16,-1 40 15,14-80 1</inkml:trace>
  <inkml:trace contextRef="#ctx0" brushRef="#br0" timeOffset="-141815.701">21987 5133 0,'0'0'0,"0"13"109,0 0-93,0 27-16,0 26 16,0 14-16,0-14 15,0 0-15,-13-26 0,13-14 16,-66 53 0</inkml:trace>
  <inkml:trace contextRef="#ctx0" brushRef="#br0" timeOffset="-141580.534">21616 5755 0,'0'0'16,"106"-14"-1,-26 1-15,39 0 16,0 0-16,-27 0 16,-12 13-1,-41 13-15,-12 0 16</inkml:trace>
  <inkml:trace contextRef="#ctx0" brushRef="#br0" timeOffset="-141083.067">21947 6085 0,'0'0'0,"-26"-13"63,13 13-63,-1 0 15,1 0-15,0 0 16,-14 13-16,1 14 16,-14 13-16,-26 65 15,26-38 1,14 12-16,26 53 15,0-52 1,26-41 0,27 14-1,40-40 1,-27-26 0,-53-26-1,-52-1 1,-54 27 15,-66 39-15,93 14-1,79-1 1</inkml:trace>
  <inkml:trace contextRef="#ctx0" brushRef="#br0" timeOffset="-140596.731">22754 5093 0,'-40'80'47,"1"12"-31,-1 14-16,0 26 0,14-13 15,13-26-15,13 0 16,0-1-1,39 40 1,1-65 0,13-28-1,93-39 1</inkml:trace>
  <inkml:trace contextRef="#ctx0" brushRef="#br0" timeOffset="-140349.369">22873 5358 0,'0'0'16,"0"66"31,0 0-32,0 0-15,0 0 16,-13-26-16,13-13 16,-13 12-16,13 1 15,-13-14-15</inkml:trace>
  <inkml:trace contextRef="#ctx0" brushRef="#br0" timeOffset="-140117.531">23164 5636 0,'0'0'0,"80"0"63,-27 0-48,13 0-15,-13-14 16,-27 14-16,14 0 16,-27-13-16,0 0 0</inkml:trace>
  <inkml:trace contextRef="#ctx0" brushRef="#br0" timeOffset="-139898.49">23244 5464 0,'0'0'0,"13"79"63,-13-53-63,13 27 15,-13 0-15,0-13 0,13 0 16,27-1-1</inkml:trace>
  <inkml:trace contextRef="#ctx0" brushRef="#br0" timeOffset="-139348.266">24170 5278 0,'0'0'0,"-80"-39"63,54 26-63,-1-1 0,1 14 15,-1 0-15,1 0 16,0 0-16,12 14 15,1-1-15,-13 40 32,12 0-17,14-27-15,0 27 16,14-13 0,-1-14-1,0-13 1,14 1-1,25-14 1,-12 0 0,26 0-1,14 66 1,-27 0 0,-40 13-1,-26-13 1,-40-26-1,-13-27 17,13-13-32,-40-26 15,27-40 1</inkml:trace>
  <inkml:trace contextRef="#ctx0" brushRef="#br0" timeOffset="-139133.485">24461 5159 0,'0'0'0,"39"106"16,-12-13-1,-14-1-15,-13 27 16,0 1-16,-26-15 0,-14 14 15,-106 120 1</inkml:trace>
  <inkml:trace contextRef="#ctx0" brushRef="#br0" timeOffset="-138466.758">22027 7488 0,'13'0'47,"26"-14"-32,14 14-15,27-13 16,12 13-16,-12-13 16,-27 13-16,-27 0 15,1 13 1</inkml:trace>
  <inkml:trace contextRef="#ctx0" brushRef="#br0" timeOffset="-138249.339">22212 7329 0,'0'0'15,"13"66"17,0-13-17,0 0-15,1 0 16,-14 26-1,-14 14 1,-12-27 0</inkml:trace>
  <inkml:trace contextRef="#ctx0" brushRef="#br0" timeOffset="-138017.355">22820 7038 0,'0'53'47,"0"0"-31,14-14-16,-14 14 15,0 0-15,0-13 16,0 0-16,-14-1 15,-25 14 1</inkml:trace>
  <inkml:trace contextRef="#ctx0" brushRef="#br0" timeOffset="-137768.805">22741 7766 0,'0'0'0,"79"-40"32,-13 13-32,27 1 15,0-1-15,-14 14 16,0 0-1,-52 53 1</inkml:trace>
  <inkml:trace contextRef="#ctx0" brushRef="#br0" timeOffset="-137234.46">22860 8136 0,'0'0'0,"0"-27"47,26 1-31,1 13-16,-1-14 16,14 1-16,0 13 15,-1 13 1,1 0-16,26 13 15,-39 27 1,-14 26 0,-53 13-1,-66 40 1,54-79 0,25-27-1,80-13 16,0 0-31,40 0 16,-14 27 0,-26 25 15,-40 15-15,-26 12-1,-159 40 1,-13-93-1,13-78 1,13-107 0</inkml:trace>
  <inkml:trace contextRef="#ctx0" brushRef="#br0" timeOffset="-135852.313">23588 7117 0,'0'0'0,"13"-39"62,0 39-62,-26 26 63,0 1-48,-14 39-15,1 13 16,-1 14-16,-12 12 16,25-12-16,14 0 15,0-1-15,40 94 16,26-67-1,53-53 1,27-27 0,-67-39-1</inkml:trace>
  <inkml:trace contextRef="#ctx0" brushRef="#br0" timeOffset="-134587.206">23826 7435 0,'0'0'0,"0"-40"63,0 27-47,0 0-16,0-14 15,0 14-15,13-14 0,0 1 16,0 13-16,14 0 15,26-14 1,26 54 0,-52 25-1,-14 28 1,-40-27 15,14-14-15,0-25-16,0-1 15,13 0 1,26-13 0,27 0-1,26 0 1,-26 27 0,0 26-1,-39 13 1,-28 0-1,-25-40 1,-14-12-16,-66-1 16,13-26-1,13-40 1</inkml:trace>
  <inkml:trace contextRef="#ctx0" brushRef="#br0" timeOffset="-134371.286">24355 7117 0,'0'0'16,"79"53"0,-39 13-16,0 27 15,-27 145 1,-26-119-16,-93 93 15,-26-53 1,39-93 0</inkml:trace>
  <inkml:trace contextRef="#ctx0" brushRef="#br0" timeOffset="-132969.253">24540 7355 0,'13'0'78,"1"-13"-62,12 0-16,-13 0 15,14-14-15,-1 1 16,1-14-16,39-79 16,13-53-1,1-66 17,-41 106-17,-12 26 1,-14 26-1,0-39 1,-13 66 0,13-92-1,1 13 1,-1 39-16,-13 0 16,26-145-1,-13 80 1,1-1-1,-1 13 1,13-12 0,1-28 15,-14 81-15,-13 38-1,0 14 1,0 14-1,0-14 1,-13 26 0,-14 1-1,-12-1 1,-1 1 0,-39 0-1,39-1 1,0-26-1,40 40 1,-13-40 0,0 40-1,0-27 1,13 27 15,-14 0-15,-25 13-1,-1 0 1,-13 0 0,13 0-1,27 0 1</inkml:trace>
  <inkml:trace contextRef="#ctx0" brushRef="#br0" timeOffset="-132307.261">24593 4180 0,'0'0'16,"132"40"-1,-92-40-15,-14 13 16,1-13 0,-14 0-1,-13-13 1,-13 0 0,0-27-1,-1-39 1,14 26-1,0 26 1,0-12 0,0 26-1,0-1 1,0 1 0</inkml:trace>
  <inkml:trace contextRef="#ctx0" brushRef="#br0" timeOffset="-130739.382">24619 4194 0,'14'-53'62,"-1"26"-62,13 14 16,-12-13-16,12-1 0,-13 1 15,14-14-15,-14 0 16,0 1 0,14-41-1,-27 41-15,0 25 16,13-25 0,-13 52 30,0 0-46,0 0 16,0 1 0,0 12-1,13 0 1,-13 14-16,13 0 16,27 79-1,-27-26 16,1-27-15,-1-13 0,-13-27-16</inkml:trace>
  <inkml:trace contextRef="#ctx0" brushRef="#br0" timeOffset="-130589.388">24858 4128 0,'0'0'0</inkml:trace>
  <inkml:trace contextRef="#ctx0" brushRef="#br0" timeOffset="-126219.686">20796 7779 0</inkml:trace>
  <inkml:trace contextRef="#ctx0" brushRef="#br0" timeOffset="-124686.229">20757 7898 0,'-27'0'297,"14"0"-297,-14 0 15</inkml:trace>
  <inkml:trace contextRef="#ctx0" brushRef="#br0" timeOffset="-122014.444">18838 5001 0,'0'0'0,"14"0"63,-28 0-63,1 0 15,0 0-15</inkml:trace>
  <inkml:trace contextRef="#ctx0" brushRef="#br0" timeOffset="-121549.295">18084 4908 0,'0'0'0,"40"13"62,-14 0-62,1-13 16,13 14-16,12-14 15,1 13-15,14 13 16,25-12-16,-26 12 16,40 14-1,-53-14 1,-27 14 0,-65-27-1</inkml:trace>
  <inkml:trace contextRef="#ctx0" brushRef="#br0" timeOffset="-121099.483">18666 4882 0,'0'-14'62,"14"28"-31,-1-14-31,0 13 16,0 0-16,14 13 16,-14-12-16,13 12 15,-12 1-15,-1-1 16,13 27-1,-26-27-15,0 14 16,-26-13 0,-27 12-1,-13-12 1,26-14 0,0-13 15,40-26-31,-13-27 31,26-14-15,40-144-1</inkml:trace>
  <inkml:trace contextRef="#ctx0" brushRef="#br0" timeOffset="-114874.528">5569 7964 0,'0'13'344</inkml:trace>
  <inkml:trace contextRef="#ctx0" brushRef="#br0" timeOffset="-113004.657">5741 8718 0,'0'0'0,"14"-13"78,-1 0-78,0-1 0</inkml:trace>
  <inkml:trace contextRef="#ctx0" brushRef="#br0" timeOffset="-112397.487">9671 5874 0,'0'0'15,"-27"0"63,14 0-78</inkml:trace>
  <inkml:trace contextRef="#ctx0" brushRef="#br0" timeOffset="-111249.652">20360 5702 0,'-14'-13'235</inkml:trace>
  <inkml:trace contextRef="#ctx0" brushRef="#br0" timeOffset="-109888">22318 5834 0,'0'0'0</inkml:trace>
  <inkml:trace contextRef="#ctx0" brushRef="#br0" timeOffset="-109559.262">23164 5834 0,'14'0'47,"-14"13"31</inkml:trace>
  <inkml:trace contextRef="#ctx0" brushRef="#br0" timeOffset="-109237.975">22966 5927 0,'0'13'62</inkml:trace>
  <inkml:trace contextRef="#ctx0" brushRef="#br0" timeOffset="-109001.427">23178 5940 0</inkml:trace>
  <inkml:trace contextRef="#ctx0" brushRef="#br0" timeOffset="-108762.668">23786 5940 0,'0'0'15,"-26"0"32</inkml:trace>
  <inkml:trace contextRef="#ctx0" brushRef="#br0" timeOffset="-108477.711">23072 6032 0,'0'0'0,"13"14"62</inkml:trace>
  <inkml:trace contextRef="#ctx0" brushRef="#br0" timeOffset="-108206.292">24130 6019 0,'-66'-13'63,"53"26"-63</inkml:trace>
  <inkml:trace contextRef="#ctx0" brushRef="#br0" timeOffset="-103796.576">14711 5596 0</inkml:trace>
  <inkml:trace contextRef="#ctx0" brushRef="#br0" timeOffset="-101088.441">10041 6072 0</inkml:trace>
  <inkml:trace contextRef="#ctx0" brushRef="#br0" timeOffset="-100780.572">10041 6072 0,'0'0'0,"-13"0"0</inkml:trace>
  <inkml:trace contextRef="#ctx0" brushRef="#br0" timeOffset="-100278.243">14235 5345 0,'0'0'0,"-14"0"109,14 13-109</inkml:trace>
  <inkml:trace contextRef="#ctx0" brushRef="#br0" timeOffset="-99775.587">14592 7699 0,'0'0'0</inkml:trace>
  <inkml:trace contextRef="#ctx0" brushRef="#br0" timeOffset="-98415.692">22913 6152 0,'0'0'0,"0"13"78,13-13-16,0 0-46</inkml:trace>
  <inkml:trace contextRef="#ctx0" brushRef="#br0" timeOffset="-98215.58">23958 6218 0,'0'0'0,"-40"-14"63</inkml:trace>
  <inkml:trace contextRef="#ctx0" brushRef="#br0" timeOffset="-96950.23">8983 5596 0,'0'0'0,"39"251"31,-25-132-31,12 0 0,0 0 16,1 14-16,13 12 15,-1 1 1,14-1-16,13 146 15,-26-39 1,-14-94 0,-12-78-1,12-54 1,1 1 0</inkml:trace>
  <inkml:trace contextRef="#ctx0" brushRef="#br0" timeOffset="-96185.352">14116 5556 0,'0'0'0,"0"93"32,13-40-17,-13 26-15,13 14 16,0 13-16,0-1 15,27 120 1,0 53 0,13 53-1,-14 39 1,1 67 0,-27-318-1</inkml:trace>
  <inkml:trace contextRef="#ctx0" brushRef="#br0" timeOffset="-95235.488">19196 6575 0,'0'0'16,"13"26"31,-13 14-32,13 26-15,-13 27 16,13 13-16,0-1 16,1-12-16,12 92 15,-13-92-15,1 119 32,-1-14-17,13-66 1,-12-92-1,-1-14 1,-26-52 15</inkml:trace>
  <inkml:trace contextRef="#ctx0" brushRef="#br0" timeOffset="-95012.57">19288 7951 0,'0'0'0,"0"26"62,-13-26-62</inkml:trace>
  <inkml:trace contextRef="#ctx0" brushRef="#br0" timeOffset="-92669.387">19275 6178 0,'0'0'0,"0"13"187,-13-13-187,-1 0 0,1 13 16</inkml:trace>
  <inkml:trace contextRef="#ctx0" brushRef="#br0" timeOffset="-92252.433">19182 6231 0,'0'13'125,"0"0"-125,0 1 0</inkml:trace>
  <inkml:trace contextRef="#ctx0" brushRef="#br0" timeOffset="-92034.572">19182 6231 0,'0'0'0,"-13"66"0,26-53 31,-13 1-15,-13-14-16</inkml:trace>
  <inkml:trace contextRef="#ctx0" brushRef="#br0" timeOffset="-91772.833">19182 6324 0,'14'0'63,"-28"0"-1,1 0-62</inkml:trace>
  <inkml:trace contextRef="#ctx0" brushRef="#br0" timeOffset="-90983.042">23085 8718 0,'0'0'0,"-13"0"125,-1 0-110,1 0-15</inkml:trace>
  <inkml:trace contextRef="#ctx0" brushRef="#br0" timeOffset="-90794.27">22966 8837 0,'0'0'0</inkml:trace>
  <inkml:trace contextRef="#ctx0" brushRef="#br0" timeOffset="-90579.474">22913 8877 0,'0'0'0,"-13"-13"63,-1 13-47,1-14-16</inkml:trace>
  <inkml:trace contextRef="#ctx0" brushRef="#br0" timeOffset="-89663.383">21775 5821 0,'-13'0'172,"0"0"-172,0 0 0</inkml:trace>
  <inkml:trace contextRef="#ctx0" brushRef="#br0" timeOffset="-88889.482">22066 5675 0,'0'0'0,"-26"0"62</inkml:trace>
  <inkml:trace contextRef="#ctx0" brushRef="#br0" timeOffset="-87993.786">21921 5741 0,'0'0'0,"13"0"47,-26 0-16,0 14-31,-1-14 0</inkml:trace>
  <inkml:trace contextRef="#ctx0" brushRef="#br0" timeOffset="-87761.401">21934 6482 0,'0'0'15,"-26"-39"32,-1 39-47</inkml:trace>
  <inkml:trace contextRef="#ctx0" brushRef="#br0" timeOffset="-87206.626">23045 5887 0,'-13'0'94,"0"0"-94</inkml:trace>
  <inkml:trace contextRef="#ctx0" brushRef="#br0" timeOffset="-86859.476">24209 5940 0,'0'0'0</inkml:trace>
  <inkml:trace contextRef="#ctx0" brushRef="#br0" timeOffset="-85007.614">21815 10213 0,'13'0'78,"0"0"-63,27 13-15,0-13 16,-1 0-16,-12 0 0</inkml:trace>
  <inkml:trace contextRef="#ctx0" brushRef="#br0" timeOffset="-84878.496">21683 10623 0,'0'0'0,"79"-26"16,-26-1-16</inkml:trace>
  <inkml:trace contextRef="#ctx0" brushRef="#br0" timeOffset="-83095.524">10028 5159 0,'0'14'93,"-14"-1"-93,-12 0 0</inkml:trace>
  <inkml:trace contextRef="#ctx0" brushRef="#br0" timeOffset="-80216.258">9856 8361 0,'13'0'94,"0"13"-78,14-13-16,12 0 15,1 0-15,-14 0 0</inkml:trace>
  <inkml:trace contextRef="#ctx0" brushRef="#br0" timeOffset="-80099.268">9948 8506 0,'0'0'0,"80"-13"31,-27-13-31,13-1 0</inkml:trace>
  <inkml:trace contextRef="#ctx0" brushRef="#br0" timeOffset="-75213.66">10134 11748 0,'13'0'187,"13"-14"-171,1 14-16,12-13 0,1 0 15,-13 13 1,-1 0-16</inkml:trace>
  <inkml:trace contextRef="#ctx0" brushRef="#br0" timeOffset="-75038.038">10107 11774 0,'0'0'0,"172"-66"31,-79 26-31,-1 14 0</inkml:trace>
  <inkml:trace contextRef="#ctx0" brushRef="#br0" timeOffset="-47341.716">9684 5226 0,'-13'-27'63,"13"14"-63,0 0 31,-14 13-31,1-14 15,0 14 1,0 0-16,-1 0 16,-12-13-16,-1 13 15,-12 0 1,12 0 0,-12-13-1,12 0 1,-13 13-1,-12 0 17,12 0-17,-13-14 1,40 14-16,-14 0 16,-12 0-1,12 0 1,-13 14-1,1 12 1,12-13 0,1 14-1,-1 26 1,14-14 0,0 1-1,0 0 1,-14 13 15,14 13-15,13 40-1,0-53 1,26 0 0,1-14-1,-14-26 1,0 1-16,27-1 15,13 0 1,13 0 0,14-13-1,91 0 1,-65 0 0,0-13-1,-26 0 1,-1-14-1,-39-12 17,-14-1-17,0-26 1,-26-53 0,0 40-1,-13-1 1,-26 14-1,-1 13 1,-66 0 0,-92 40-1</inkml:trace>
  <inkml:trace contextRef="#ctx0" brushRef="#br0" timeOffset="-45927.258">9604 8189 0,'-53'-27'62,"40"27"-62,0 0 16,-13 0 0,-1 0-16,1 0 0,12 0 15,-12 0 1,13 0-16,-27 0 16,14 14-1,12-14-15,-25 0 16,-1 0-1,0 13 1,1 13 0,-14 14 15,-13 26-15,39-26-1,14 26 1,13 13-1,26 1 1,14-14 0,26 0-1,27-13 1,-1-13 0,14-27-1,-26-26 1,-28-40-1,1-13 1,0-93 15,-39 13-15,-28 40 0,-39 27-1</inkml:trace>
  <inkml:trace contextRef="#ctx0" brushRef="#br0" timeOffset="-44328.779">9538 11523 0,'-66'-40'47,"53"27"-32,0-1 17,13 1-17,-14 13 1,1-13 0,0 13-1,-14-13-15,14 13 16,-13 0-16,-1 0 15,-12 0-15,-27 13 32,-1 13-32,1-12 15,13 12 17,14 1-17,12 12 1,14 1-1,-14 13 1,14 0 0,0-27-16,0 40 15,13 1 1,0-15 0,26 15-1,40-1 1,1-13-1,-1-27 1,0 1 0,40-1 15,-14-26-15,1-26-1,13-14 1,-14-26-1,-39-53 1,-79-119 0,-120 119-1,-118-1 1</inkml:trace>
  <inkml:trace contextRef="#ctx0" brushRef="#br0" timeOffset="-31739.799">13507 11986 0,'13'0'62,"0"0"-62,1 0 31,12 0-31,1 0 0,12 0 16,1 13-16,-14-13 16</inkml:trace>
  <inkml:trace contextRef="#ctx0" brushRef="#br0" timeOffset="-31537.869">13454 12171 0,'93'-27'32,"-54"27"-32,1-13 15,0 13-15,-1 0 16,-25 0-16</inkml:trace>
  <inkml:trace contextRef="#ctx0" brushRef="#br0" timeOffset="-31369.357">13560 12224 0,'0'0'15,"132"-13"1,-66 13-16,-26 0 16,-14 0-16</inkml:trace>
  <inkml:trace contextRef="#ctx0" brushRef="#br0" timeOffset="-31207.089">13520 12303 0,'0'0'0,"80"0"15,-41 0-15,1 0 16</inkml:trace>
  <inkml:trace contextRef="#ctx0" brushRef="#br0" timeOffset="-31047.54">13666 12382 0,'26'0'63</inkml:trace>
  <inkml:trace contextRef="#ctx0" brushRef="#br0" timeOffset="-30911.14">13666 12382 0,'0'0'0,"39"14"16,-52-14 15,0 0-31,-14 0 0</inkml:trace>
  <inkml:trace contextRef="#ctx0" brushRef="#br0" timeOffset="-26939.445">20664 7580 0,'0'14'297,"13"-14"-94,0 0 15,-13 13-186</inkml:trace>
  <inkml:trace contextRef="#ctx0" brushRef="#br0" timeOffset="-26141.524">20704 7620 0,'13'0'62</inkml:trace>
  <inkml:trace contextRef="#ctx0" brushRef="#br0" timeOffset="-25271.505">20942 7990 0,'-13'14'140,"-14"-1"-140</inkml:trace>
  <inkml:trace contextRef="#ctx0" brushRef="#br0" timeOffset="-23095.4">15200 10769 0,'0'0'0</inkml:trace>
  <inkml:trace contextRef="#ctx0" brushRef="#br0" timeOffset="-21111.284">20029 7607 0,'0'0'0,"0"-27"47</inkml:trace>
  <inkml:trace contextRef="#ctx0" brushRef="#br0" timeOffset="-20878.406">20029 7607 0,'0'0'0,"-13"13"31,13-26-31,-27 13 31,14 0-31,0 13 16</inkml:trace>
  <inkml:trace contextRef="#ctx0" brushRef="#br0" timeOffset="-20678.161">19976 7660 0,'0'0'15,"-13"-14"32,0 14-47</inkml:trace>
  <inkml:trace contextRef="#ctx0" brushRef="#br0" timeOffset="-20510.098">19976 7660 0,'0'0'16,"-40"13"-1,54-13 1</inkml:trace>
  <inkml:trace contextRef="#ctx0" brushRef="#br0" timeOffset="-20300.173">19963 7686 0</inkml:trace>
  <inkml:trace contextRef="#ctx0" brushRef="#br0" timeOffset="-19766.918">19738 7779 0,'40'-40'62,"-27"40"-30,13 13-17,-12-13-15,12 0 16,14 0-16,-1 0 16,41 0-1,-14 0 1,-53 0-1,-53 0 1</inkml:trace>
  <inkml:trace contextRef="#ctx0" brushRef="#br0" timeOffset="-19066.793">19857 8162 0,'13'0'93,"0"0"-77,14 0-16,26 0 16,-14 0-16,14 0 15,53-13 1,-53 13 0</inkml:trace>
  <inkml:trace contextRef="#ctx0" brushRef="#br0" timeOffset="-17259.116">20439 8692 0,'0'0'0,"40"0"62,-14-14-62,14 14 0,0 0 16,-1-13-16,-12 13 15,-1 0-15,1 0 32,-27 13 1061,0 1-1077</inkml:trace>
  <inkml:trace contextRef="#ctx0" brushRef="#br0" timeOffset="-15485.678">14063 11179 0,'13'0'94,"0"0"-94,14 0 15,-1 0-15,-13-14 16,14 14-16,-1 0 15,-13 0-15,1 0 16,-41 14 0</inkml:trace>
  <inkml:trace contextRef="#ctx0" brushRef="#br0" timeOffset="-14618.164">14036 11165 0,'13'0'94,"1"0"-94,-1 14 16,13-14-16,14 0 15,0 0-15,-1 0 16,1-14-16,26 1 15,-66 13 1,-53 13 0</inkml:trace>
  <inkml:trace contextRef="#ctx0" brushRef="#br0" timeOffset="-14253.849">13957 11192 0,'0'0'0,"79"0"47,-52-13-47,-14 13 16,13 0-16,1 0 15,-14 0-15,0 0 16,14 0 0</inkml:trace>
  <inkml:trace contextRef="#ctx0" brushRef="#br0" timeOffset="-13436.611">13957 11695 0,'13'0'78,"0"0"-62,0 0-16,14 0 15,-1 0-15,1-14 16,13 14-16,-1 0 16,27-13-1,-26 13 1,-53 0 0,-53 13-1</inkml:trace>
  <inkml:trace contextRef="#ctx0" brushRef="#br0" timeOffset="-13218.185">13970 11695 0,'0'0'0,"66"-27"31,-39 27-31,-1 0 0,1-13 16,-1 13-16,-13 0 16,27 0-1,-27 0 1</inkml:trace>
  <inkml:trace contextRef="#ctx0" brushRef="#br0" timeOffset="-13093.771">14168 11681 0,'14'-13'0,"-28"26"0,1-13 62,0 0-46</inkml:trace>
  <inkml:trace contextRef="#ctx0" brushRef="#br0" timeOffset="-11585.372">19831 7739 0,'13'0'46,"0"0"1,0-13-47,27 13 16,0 0-16,-1 0 0</inkml:trace>
  <inkml:trace contextRef="#ctx0" brushRef="#br0" timeOffset="-11259.715">19950 7739 0,'0'0'0</inkml:trace>
  <inkml:trace contextRef="#ctx0" brushRef="#br0" timeOffset="-9761.672">14314 11258 0,'0'0'0,"-13"0"125,0 13-109,-1-13-16</inkml:trace>
  <inkml:trace contextRef="#ctx0" brushRef="#br0" timeOffset="-9001.555">14274 11298 0,'0'0'16,"14"0"499,-14 13-499,0 0-1,0 0 1</inkml:trace>
  <inkml:trace contextRef="#ctx0" brushRef="#br0" timeOffset="-8649.994">14433 11324 0,'53'0'62</inkml:trace>
  <inkml:trace contextRef="#ctx0" brushRef="#br0" timeOffset="-7605.281">20439 7726 0,'0'13'78,"-13"-13"-78</inkml:trace>
  <inkml:trace contextRef="#ctx0" brushRef="#br0" timeOffset="-5192.393">20294 9022 0,'13'0'78,"0"0"-78,0 0 16,14 0-16,12 0 16,1 0-16,13 0 15,-13 0-15,13 0 16,26 0 0,-53 0-1</inkml:trace>
  <inkml:trace contextRef="#ctx0" brushRef="#br0" timeOffset="-4228.193">20651 8956 0,'0'0'0,"13"0"282,0 13-251,0-13-31,1 14 0,-1-14 16,13 13-1,1 0-15,-1 0 0,1 1 16,-1 12-1,-13 0 1,-39 1 0,-14-14-1,14 14 17,13-27-32,-14 13 15,27 0 1,-13 0-1,13 1 17,0-28 46,-13 1-78,13 0 15,0-14-15,0 1 16,0-1-16,-27-25 16,1-1-1</inkml:trace>
  <inkml:trace contextRef="#ctx0" brushRef="#br0" timeOffset="-3429.143">20294 9009 0,'0'0'0,"39"-13"62,-52 13-15,0 13-31,0 0-16,-1 1 15,-12-1-15,13 13 16,-14 1-1,27-1 1,0-13-16,0 14 16,0-1-1,13-12-15,1-1 16,-1 0 0,0-13-1,-13-13 63,0 0-62,0-14 0,0 14-1,-13-14-15,0-26 0</inkml:trace>
  <inkml:trace contextRef="#ctx0" brushRef="#br0" timeOffset="-1362.62">19063 8678 0,'0'14'47,"0"12"-32,0 0 1,0 41-16,-13 12 16,-66 119-1,-14-26 1,-13 14-1,53-94-15,-53 80 16,-26-13 0,-172 119 15,53-80-15,12-13-1,28-26 1,26-27-1,-27 14 1,-79 39 0,92-79-1,1-13 1,-1-14 0,54-26-1,26-27 1,40-12-1,-14 12 1,-13 1 0,53-1-1,40-13 1,0 0 15,0-13 32,-1 0-48,1 0 1,0 0-16,-27 0 16,0 14-1,-12-1 1,-1 0-1,13 0 1,-66 40 0,53-26-1,13-14 1,27 0 15,40-26-15,-1 0-1,14-14-15,26-12 16,-40 25 0,-26 1-1,0 0 1,0 0 0,0-14-1,27 1 1,-1-1-1,-12 14 1,-1 13 0,-26 27 46,-14-1-46,-52 80-1,52-80 1,-12 27 0,25-26-16,1-1 15,13 1 1,13-1 0,27-13-1,26-13 1,53 0-1,-39-26 1,-14 13 0,-13-14-1,-53 14 1,0-27 15,-27 1-15,1-28-1,-54-78 1,67-14 0,40 40-1</inkml:trace>
  <inkml:trace contextRef="#ctx0" brushRef="#br0" timeOffset="-96.403">18785 8784 0,'0'0'15,"14"0"32,-1 0-31,0 0-1,14 0-15,12 0 16,1 0-16,13-13 16,13 13-16,40-27 15,-66 14 1,-14 13-16,14-13 15,-54 13 17,-25 0-17,-41 40 1,67-27 0,0 13-1,13-12 1,13 12 15,-13-13-31,27 14 16,-14-1-1,-13 1 1,26 65 0,1-39-1,-14 13 1,-13-39-1,0-1 1,-13-12 15,-14-14-15,-12-27 0,-1 1-1,-79-67 16,39 27-15,1-14 0,26 14-1,0 0 1</inkml:trace>
  <inkml:trace contextRef="#ctx0" brushRef="#br0" timeOffset="5950.737">19936 9062 0,'0'0'0,"-13"-40"47,13 54-16,-13-14-31</inkml:trace>
  <inkml:trace contextRef="#ctx0" brushRef="#br0" timeOffset="15573.081">19910 9671 0,'0'0'0,"26"-40"46,-12 40-30,-1 0 0,0 0-1,27 13-15,-1 0 16,1 14-16,-13-14 16,-14 13-1</inkml:trace>
  <inkml:trace contextRef="#ctx0" brushRef="#br0" timeOffset="15704.419">20029 9790 0,'0'0'0,"66"13"32,-79 0-17,0-13-15</inkml:trace>
  <inkml:trace contextRef="#ctx0" brushRef="#br0" timeOffset="16771.454">14208 12753 0,'0'0'16,"66"-40"15,-39 40-31,12-13 16,1 13-16,0 0 16,13-13-1,13 13 1,-53 13-1,-106-13 1,-12 13 0,12 40-1,0 40 1,14 26 0,79-106-1,66-26 1,53-14-1,14 14 1,-173-66 0,-26 39-1</inkml:trace>
  <inkml:trace contextRef="#ctx0" brushRef="#br0" timeOffset="21316.504">14539 6032 0</inkml:trace>
  <inkml:trace contextRef="#ctx0" brushRef="#br0" timeOffset="22141.025">14393 5966 0,'0'0'0,"14"0"78,-1 0-63</inkml:trace>
  <inkml:trace contextRef="#ctx0" brushRef="#br0" timeOffset="22403.495">14393 5966 0,'0'0'0,"-66"27"0,66-40 31,13 13-31,-13-14 31,27 14-31,13 0 16,-1 0-1,-26 14-15</inkml:trace>
  <inkml:trace contextRef="#ctx0" brushRef="#br0" timeOffset="22571.504">14446 6046 0,'0'0'0</inkml:trace>
  <inkml:trace contextRef="#ctx0" brushRef="#br0" timeOffset="25648.535">14314 4895 0,'0'0'0,"-13"13"93,0 0-93</inkml:trace>
  <inkml:trace contextRef="#ctx0" brushRef="#br0" timeOffset="26150.375">14354 5384 0,'0'14'93</inkml:trace>
  <inkml:trace contextRef="#ctx0" brushRef="#br0" timeOffset="26811.52">14618 5689 0,'0'0'0,"13"-14"62</inkml:trace>
  <inkml:trace contextRef="#ctx0" brushRef="#br0" timeOffset="29809.656">14539 4802 0,'0'13'79,"-13"-13"-79,-1 14 0</inkml:trace>
  <inkml:trace contextRef="#ctx0" brushRef="#br0" timeOffset="31609.817">10610 8004 0,'0'-14'62,"13"14"-30,0-13-32,14 13 15,12-13-15,1-13 16,0 12-16,13 1 0,79-53 16,66-40 15,1 0-16,-27-13 1,119-66 0,-106 53-1,-26-1 1,-40 41 0,-13-14-1,132-92 1,-79 78-1,-1-12 1,-25 13 0,-67 53-1,-40 39-15,-13 1 16,40-53 0,-53 39-1,14 13 16,-14 14-15,13-13 0,-13 13-1,13-1 1,0-12 0,1-14-1,-14 27 1,0 0-1,0 0 1,0-1 0,-14-12-1,1 13 1,-27 13 0,1-14-1,-1 14 16,27 0-15,0 0 0,26 0 15,53 0-15,0 0-1,0 0 1,0 0-1,-52 0 1,-1 0-16,0 0 16,0 14-1,-13 25 1,-26 14 0,-40 40 15,13-27-16,26-26 1,1-40 0,13-27-1,13-39 1,0-40 0,-14 14-1,-12 25 1,-172 94-1</inkml:trace>
  <inkml:trace contextRef="#ctx0" brushRef="#br0" timeOffset="32790.909">10583 7898 0,'0'0'0,"40"-40"47,-27 53 46,-13 1-77,0-1-16,0 0 16,0 0-16,-13 1 15,0-1-15,0 0 0,13 0 16,-27 14 0,1-14-1,12 0 1,14 0-1,40-13 17,53 0-17,-40 0 1,0 0 0,-14 0-1,-12 0 1,-27 14-1,0-28 79,0 1-94,-14 0 16,1 0-16,0-14 15,0 1-15,0 13 16,-27-27 0,27 0-1,-14 27 1,14 0-16</inkml:trace>
  <inkml:trace contextRef="#ctx0" brushRef="#br0" timeOffset="45515.734">13428 8916 0,'0'0'0,"0"14"188,0-1-173,0 0-15,0 0 16,0 14-16,-14-1 0,1 1 16,-13 12-16,-14 1 15,-26 40 1,0 12 0,26-39-16,-79 79 15,13 1 1,27-67 15,-40 13-15,-133 106-1,133-92 1,53-40 0,-40 26-1,0 14 1,-13 13-1,-132 52 1,106-91 0,39-15-1,66-38 1,-92 25 0,52-25-1,27-1 16,14-13-15,-1 13-16,-39 14 31,26-14-15,0 0 0,40-13-1,-14 13 1,1-13-1,12 0 1,-12 13 0,-14 1-1,-13-1 1,27 0 0,13-13-1,26-13 95,0 13-110,14-13 15,-14-1-15,0 1 16,0-13-16,1 26 15,-1-27 1,0 1 0,-13 13-1,-13 13 110,0 13-109,-14 0-16,1 14 16,-1-1-16,1 14 15,-1-14-15,14 1 16,0-1-16,0 1 15,-1-1 1,28-13 0,25-13-1,1 0 1,0 0 0,-14 0-1,-13 0 1,1 0-1,-1 13 1,0-13 0,-13-13 31,-13 0-32,0-13-15,-1-1 16,-39-52-1,27 52 1,-14 1 0</inkml:trace>
  <inkml:trace contextRef="#ctx0" brushRef="#br0" timeOffset="46930.738">13176 8983 0,'-13'0'62,"26"0"-15,0 0-31,1 0-16,12 13 16,-13-13-16,14 0 0,-1 0 15,1 0-15,-1 0 16,1 0-1,-27 13 64,-14 14-79,14-1 15,-13 14-15,13-1 16,-13 28-1,13-15 1,0 1 0,0-26-1,0-14 1,-13-13 0,0-13-1,-14-27 1,-13-26-1,-13-80 1,27 67 15,0 26-15,-67 40-16</inkml:trace>
  <inkml:trace contextRef="#ctx0" brushRef="#br0" timeOffset="53157.164">14380 7832 0,'0'0'0,"13"-66"32,1 66-17,-14-14-15,0 1 16,0 26 31,0 1-47,-67 91 15</inkml:trace>
  <inkml:trace contextRef="#ctx0" brushRef="#br0" timeOffset="53546.88">14711 8043 0,'0'14'62,"-13"-14"-46,-1 0 0,1 13-16</inkml:trace>
  <inkml:trace contextRef="#ctx0" brushRef="#br0" timeOffset="54958.863">14711 8784 0,'0'0'0,"-13"0"219,-1 13-219,1-13 0</inkml:trace>
  <inkml:trace contextRef="#ctx0" brushRef="#br0" timeOffset="56264.696">9432 11112 0</inkml:trace>
  <inkml:trace contextRef="#ctx0" brushRef="#br0" timeOffset="56589.81">9419 11112 0,'0'0'0,"0"-13"63,-13 13 15</inkml:trace>
  <inkml:trace contextRef="#ctx0" brushRef="#br0" timeOffset="57328.774">9975 11509 0,'13'0'94</inkml:trace>
  <inkml:trace contextRef="#ctx0" brushRef="#br0" timeOffset="59274.537">14486 7951 0,'26'-27'62,"-12"27"-46,-1 0 0,13 0-16,1 14 15,-1-1-15,1-13 0</inkml:trace>
  <inkml:trace contextRef="#ctx0" brushRef="#br0" timeOffset="59419.702">14552 7977 0,'79'0'31,"-52"13"-31</inkml:trace>
  <inkml:trace contextRef="#ctx0" brushRef="#br0" timeOffset="61205.475">14288 8850 0,'-14'0'78</inkml:trace>
  <inkml:trace contextRef="#ctx0" brushRef="#br0" timeOffset="61500.562">10517 11152 0,'0'0'0</inkml:trace>
  <inkml:trace contextRef="#ctx0" brushRef="#br0" timeOffset="62819.362">23852 5900 0,'0'0'0,"13"0"47,-13 13 0</inkml:trace>
  <inkml:trace contextRef="#ctx0" brushRef="#br0" timeOffset="63021.49">23958 6019 0,'-40'0'62,"27"0"-62</inkml:trace>
  <inkml:trace contextRef="#ctx0" brushRef="#br0" timeOffset="63203.72">23958 6019 0,'0'0'0,"-53"53"16,53-40-16,-13-13 15,0 14-15</inkml:trace>
  <inkml:trace contextRef="#ctx0" brushRef="#br0" timeOffset="63346.82">23812 6099 0</inkml:trace>
  <inkml:trace contextRef="#ctx0" brushRef="#br0" timeOffset="63510.649">23707 6112 0,'0'0'0</inkml:trace>
  <inkml:trace contextRef="#ctx0" brushRef="#br0" timeOffset="69779.789">8440 3704 0,'0'0'0,"0"-26"63,0 12-32,0 28 63,0 12-94,13 14 15,1 13-15,-1 26 16,0 1-16,0-14 16,1 0-16,12 0 15,0 93 1,1-67-1,-27 14 1,0-40 0,0-13-1,0-40 1,-27 1 93,-12-1-109,12 0 16</inkml:trace>
  <inkml:trace contextRef="#ctx0" brushRef="#br0" timeOffset="70711.461">8334 4591 0,'0'0'0,"0"-53"47,0 66 0,14 0-31,-14 14-1,13-14-15,-13 13 16,13 1-16,0-1 16,1 14-16,25 26 15,-12 0 17,-27-26-32,13-1 15,0-25-15,-13-1 31,-13-26-15,0-1 0,-40-78-1,26 26 1,-26-27 0,53 80-1,-13-14 1,13 14-1,27 0 17,12 0-17,54-14 1,13 14 15,-14 0-31,-12 0 31,-41 13-15,-39 13 0,-13 0-1,-13 40 1,-14 13 0,0 13-1,14-12 1,-1 12-1,-12 14 1,25-27 0,1-53-1,13-26 32,-26-14-31,-27-12-1</inkml:trace>
  <inkml:trace contextRef="#ctx0" brushRef="#br0" timeOffset="72093.024">4855 6588 0,'0'0'0,"13"0"78,14-26-78,-1-1 16,1-26-16,26-13 15,13-40-15,26-13 16,14-13-16,0 13 16,132-106-1,-119 119-15,119-105 16,0 12 0,-39 67-1,92-27 16,-79 80-15,39 12 0,14 1-1,-93 27 1,-93 12 0,-53 27-1,-26-13 1,14 13 31,-1-13-32,13 0-15,1-1 16,-14 1 0,0 13-1,-26 0 126,0 0-110,-14 27 188,27-1-219,-26-13 15</inkml:trace>
  <inkml:trace contextRef="#ctx0" brushRef="#br0" timeOffset="75147.294">11430 4802 0,'0'0'0,"13"0"110,14 0-95,-1 0-15,14-13 16,13 0-16,26-14 16,27 1-16,-13-1 15,105-39 1,-39 0-1,-40 13 1,-27 27 0,-12-1-1,-1 14 1,14 0 0,13 0-1,-53-1-15,39 1 31,-39 13-31,-26-13 32,-14 13 30,0 0-31,0 0-15,-13 13 515</inkml:trace>
  <inkml:trace contextRef="#ctx0" brushRef="#br0" timeOffset="78722.415">16153 4815 0,'13'0'94,"0"0"-79,14 0-15,12 0 16,1 0-16,13 0 0,0 14 15,26-14 1,1 13-16,12 0 16,160 27-1,-80 26 1,0 27 0,13 12-1,13 14 1,-92-66-16,93 80 15,39-14 17,-13 13-32,39 93 31,-145-66-15,-39-14-1,-41-39 1,1-13-1,-27-54 1,53 67 0,-26-66-1,-14-14 1,1-12 0,-27-1 1015,0 0-125,13-13-875,-13 13 219,0 0-234,0 1 46</inkml:trace>
  <inkml:trace contextRef="#ctx0" brushRef="#br0" timeOffset="80151.284">19235 6165 0,'0'0'0,"13"-13"62,-13 26-46,-13 26-1,13 1-15,-26 0 0</inkml:trace>
  <inkml:trace contextRef="#ctx0" brushRef="#br0" timeOffset="81066.815">23019 8467 0,'0'-27'47,"-13"27"219,-14 0-250,1 0-16,-1 13 0</inkml:trace>
  <inkml:trace contextRef="#ctx0" brushRef="#br0" timeOffset="82363.585">13322 5993 0,'0'0'0,"13"-40"47,-79 67 15,13-1-46,0 0-16</inkml:trace>
  <inkml:trace contextRef="#ctx0" brushRef="#br0" timeOffset="82688.475">10345 8109 0,'-26'-39'62,"26"52"-15</inkml:trace>
  <inkml:trace contextRef="#ctx0" brushRef="#br0" timeOffset="82955.583">13137 5887 0,'0'0'0,"0"-26"62,-53 39-62,0 13 16,13-13-16</inkml:trace>
  <inkml:trace contextRef="#ctx0" brushRef="#br0" timeOffset="83219.484">10504 8030 0,'0'0'0,"66"-40"47,-66 27-31</inkml:trace>
  <inkml:trace contextRef="#ctx0" brushRef="#br0" timeOffset="87340.985">13719 5913 0,'0'0'0,"0"-26"47,-27 52 0,1 1-47,-14-1 15</inkml:trace>
  <inkml:trace contextRef="#ctx0" brushRef="#br0" timeOffset="87981.697">10292 11099 0,'0'0'0,"14"0"125,-1-26-110,13-1-15,-13 1 0</inkml:trace>
  <inkml:trace contextRef="#ctx0" brushRef="#br0" timeOffset="88428.772">13877 9062 0,'0'0'0,"-26"0"109,13 13-93,-14-13-16</inkml:trace>
  <inkml:trace contextRef="#ctx0" brushRef="#br0" timeOffset="88933.368">10200 10888 0,'0'13'110,"0"0"-110</inkml:trace>
  <inkml:trace contextRef="#ctx0" brushRef="#br0" timeOffset="89375.666">13573 8797 0,'0'0'0,"40"-13"47,-53 13 62,-14 13-109,-13-13 16,1 14-16</inkml:trace>
  <inkml:trace contextRef="#ctx0" brushRef="#br0" timeOffset="89859.848">9750 10848 0,'0'0'0,"0"13"63,-13-13-1,13 13-46</inkml:trace>
  <inkml:trace contextRef="#ctx0" brushRef="#br0" timeOffset="90309.53">13600 8692 0,'0'0'0,"-14"13"109,-25 13-93,-14-13-16,13 14 0</inkml:trace>
  <inkml:trace contextRef="#ctx0" brushRef="#br0" timeOffset="90662.668">9988 10835 0</inkml:trace>
  <inkml:trace contextRef="#ctx0" brushRef="#br0" timeOffset="91968.75">21947 6522 0,'0'0'0,"13"-13"47,-13 26 124,-13-13-171</inkml:trace>
  <inkml:trace contextRef="#ctx0" brushRef="#br0" timeOffset="93641.761">22053 6456 0,'13'0'62,"-39"13"141</inkml:trace>
  <inkml:trace contextRef="#ctx0" brushRef="#br0" timeOffset="93989.895">22027 6456 0,'13'0'47,"-26"0"-16,-1 13-31,1-13 0</inkml:trace>
  <inkml:trace contextRef="#ctx0" brushRef="#br0" timeOffset="94393.56">22013 6469 0,'0'0'0,"14"0"63,-1 0-32,-13 13-31,-13-13 141,-1 0-126,1 0-15</inkml:trace>
  <inkml:trace contextRef="#ctx0" brushRef="#br0" timeOffset="95223.439">18415 10901 0,'0'0'0,"13"-119"16,-13 66-16,0 13 15,0 14 1,0-1 0,13 54-1,1 118 1,12 40 0,-13-26-1,-39-40 1</inkml:trace>
  <inkml:trace contextRef="#ctx0" brushRef="#br0" timeOffset="95409.55">18058 11404 0,'132'-53'15,"0"26"1,40-13-16,0 27 16,0-13-16,66 13 15,-145-1 1</inkml:trace>
  <inkml:trace contextRef="#ctx0" brushRef="#br0" timeOffset="95889.841">18256 11655 0,'66'-53'47,"-52"40"-32,12 13-15,-26-13 16,13 13-16,1 0 0,-1 0 16,13 26-1,-13 14 1,-13-1 0,0-12-1,-26-14 1,26 0-1,53 14 17,66 12-17,26 1 1,-78 0 0,-28-1-1,-25 1 1,-67 0-1,-225 13 1,66-80 0</inkml:trace>
  <inkml:trace contextRef="#ctx0" brushRef="#br0" timeOffset="96106.294">19394 11060 0,'0'0'15,"13"79"17,0-39-17,1 13-15,12-14 16,14 1-16,13 0 15,39 13 1</inkml:trace>
  <inkml:trace contextRef="#ctx0" brushRef="#br0" timeOffset="96289.635">19526 11205 0,'0'0'16,"-92"79"31,12 1-32,-12-1-15,26-26 16,26-13-16</inkml:trace>
  <inkml:trace contextRef="#ctx0" brushRef="#br0" timeOffset="96495.866">19963 10795 0,'0'0'16,"13"53"30,-39 13-46,-1 27 16,-13-14-16,14-13 16</inkml:trace>
  <inkml:trace contextRef="#ctx0" brushRef="#br0" timeOffset="96675.5">19817 11536 0,'0'0'0,"133"-80"31,-28 54-31,14 0 16,-13-1-16,-26 14 16,-54 13-16</inkml:trace>
  <inkml:trace contextRef="#ctx0" brushRef="#br0" timeOffset="97092.04">19963 11893 0,'0'0'0,"0"-53"31,0 40-15,0 0-16,0-1 16,13 14-16,0-13 15,40 13 17,27 40-32,25 79 31,-105-66-31,-39 92 31,-27-78-15,52-41-1,41-26 1,118-40 0,41-26-1,-107 40-15,14-40 16</inkml:trace>
  <inkml:trace contextRef="#ctx0" brushRef="#br0" timeOffset="97689.951">19870 10530 0,'0'0'0,"-66"80"47,53-14-47,0 27 0,-1 26 15,-12 26 1,-67 292-1,80-279 1,0 14-16,13 159 16,92-53-1,107-80 1,79-118 0,-80-67-1</inkml:trace>
  <inkml:trace contextRef="#ctx0" brushRef="#br0" timeOffset="97970.898">20836 10716 0,'0'0'0,"93"132"47,-14 13-47,0 27 15,-13 27-15,-52 13 16,-14-1-16,-53 14 16,0-13-16,-66 158 15,0-105 1</inkml:trace>
  <inkml:trace contextRef="#ctx0" brushRef="#br0" timeOffset="98503.535">19963 12621 0,'0'0'0,"39"-40"62,-25 40-62,-1 0 0,13-13 16,1 13-16</inkml:trace>
  <inkml:trace contextRef="#ctx0" brushRef="#br0" timeOffset="98732.685">20915 12621 0,'0'0'0,"-13"0"109,0-14-93</inkml:trace>
  <inkml:trace contextRef="#ctx0" brushRef="#br0" timeOffset="99702.457">23058 5834 0,'0'-13'47,"-13"13"0,0 0-31,-13 26-16,-14-12 0,-13 25 15,0-12-15,0-1 16</inkml:trace>
  <inkml:trace contextRef="#ctx0" brushRef="#br0" timeOffset="99940.768">22860 5993 0,'0'0'0,"13"-53"62,0 53-62,1 0 0,12 0 16,14 0 0,66 0-1,-14 0 1,-39 13-16,0-13 16</inkml:trace>
  <inkml:trace contextRef="#ctx0" brushRef="#br0" timeOffset="100136.455">22781 6204 0,'0'0'0,"53"-52"31,-14 25-31,1 27 16,13-13-16,0 13 16,-14 0-16</inkml:trace>
  <inkml:trace contextRef="#ctx0" brushRef="#br0" timeOffset="100502.951">23918 6072 0,'0'0'0,"14"0"63,-1 0-48,0 0-15,27 0 16,-14 0-16,1 0 15,-1 0-15,-13 13 16,-13 1-16</inkml:trace>
  <inkml:trace contextRef="#ctx0" brushRef="#br0" timeOffset="100651.409">23826 6271 0,'0'0'0,"119"-14"32,-13 14-32,-27 0 15,-13 14-15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7-26T05:46:21.5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6376 10438 0,'27'0'94,"26"0"-79,26 13-15,1-13 16,-14 13-16</inkml:trace>
  <inkml:trace contextRef="#ctx0" brushRef="#br0" timeOffset="2416.843">6152 12872 0,'0'0'0,"13"0"62,13 0-46,1-13-16,26 0 0,13-1 16,13 1-16,1 13 15,-14 0-15,-27 0 16</inkml:trace>
  <inkml:trace contextRef="#ctx0" brushRef="#br0" timeOffset="3233.788">6257 11232 0</inkml:trace>
  <inkml:trace contextRef="#ctx0" brushRef="#br0" timeOffset="3746.901">6257 11232 0,'0'0'0,"-53"39"0,80-52 62,13 13-46,-1-13-16,1 0 16,13 13-16,-13 0 0,-14 0 15,-13 13-15</inkml:trace>
  <inkml:trace contextRef="#ctx0" brushRef="#br0" timeOffset="4178.903">6376 12091 0,'0'14'63,"27"-14"-48,26 0-15,39-14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7-26T05:59:53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4128 1918 0,'0'-39'47,"0"25"-31,13 14-16,13 0 15,1-13-15,26 13 16,26-13-16,146 13 15</inkml:trace>
  <inkml:trace contextRef="#ctx0" brushRef="#br0" timeOffset="299.725">6853 1839 0,'0'0'0,"119"0"47,-27 0-31,1 0-16,13 0 0,0 13 15,-53-13-15,-1 0 16</inkml:trace>
  <inkml:trace contextRef="#ctx0" brushRef="#br0" timeOffset="549.061">9790 1812 0,'0'0'0,"172"-26"31,-53 26-31,13 13 0,27 14 16,-14-1-1,159 27-15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7-26T06:28:56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10107 10782 0,'0'0'0,"27"-53"47,-1 40-31,-13-1-16,14 1 15,-14 0-15,0 0 16,0 13-16,-26 0 63,0 0-63,0 0 15,-1 13-15,-12-13 16,-40 26-1,0-12 1,13-1-16,-40 0 16,14 14-1,-1-14 1,14 0 0,40 0-1,13 0 16,13 14-15,-14 39 15,14 13-15,0 80 0,14 53-1,-14-14 1,13 107-1,-26-81 1,-14-25 0,-13-27-1,14-27 1,26-65-16,-13 52 16,13-26-1,13-53 1,27 0-1,118 13 17,67-53-17,53 0 1,13-13 0,27 0-1,26 0 1,198 0-1,-145 0 1,13 0 0,185-13-1,-211 13 1,13-13 0,-13 0-1,-14-1 1,-26 1-1,145 0 1,-198 0 15,-39-14-15,65-26 0,-132 14-1,-39-14 1,-40 13-1,0 0 1,-53 27 0,132-13-1,-66-1 1,-13 27 0,105-39-1,-118 12 1,0-26 15,-14 0-31,-13-39 31,-13-146-15,-27 52 0,-12 28-1,-14 25 1,13 1-1,0-80 1,-13 54 0,0-1-1,-26-26 1,26 145 0,-27-26-1,1 13 1,-14 0-1,-26 26 1,-172-39 15,0 27-15,-27 12 0,-13-26-1,-52 14 1,-186-1-1,211 27 1,28 13 0,-28 13-1,-224 13 1,119-12 0,-13 12-1,-14 1 1,27-1-1,26 0 1,-92 1 15,198-1-31,0 1 32,-132 26-17,146 0 1,52-14-1,80-12 1,52-14 0,28 0-1,-1-13 1,0 13 0,0-13-1,-27 0 1,41 0-1,25 0 1,1 0 15,0-13-15,0 13 0,0 0-16,-27 0 15,0 0 1,14 0-1,26 13 1,-14-13-16,14 14 63,-13-1-48,13 0-15,0 0 16</inkml:trace>
  <inkml:trace contextRef="#ctx0" brushRef="#br0" timeOffset="165.636">9842 10861 0,'0'0'0,"14"-40"63,-14 54-48,0 12 1</inkml:trace>
  <inkml:trace contextRef="#ctx0" brushRef="#br0" timeOffset="299.882">9842 10861 0,'0'0'0,"40"-26"0,-40 12 16,0 28 15,0-1-15</inkml:trace>
  <inkml:trace contextRef="#ctx0" brushRef="#br0" timeOffset="456.926">10001 10861 0,'0'0'0</inkml:trace>
  <inkml:trace contextRef="#ctx0" brushRef="#br0" timeOffset="930.853">10014 10967 0,'0'13'94</inkml:trace>
  <inkml:trace contextRef="#ctx0" brushRef="#br0" timeOffset="1214.089">10014 10967 0,'0'0'0,"-39"13"16,39-26-1,13 13 1,0 0 0,0 0-1,-13 13-15</inkml:trace>
  <inkml:trace contextRef="#ctx0" brushRef="#br0" timeOffset="4577.809">9049 11364 0,'0'0'0,"-53"-13"32,40 13-17,-1 0 1,14-14 31,14 14-16,-1 0-31,13-13 16,40 0-16,14 0 15,12-27-15,67-13 16,-93 27-1,-39 26 1,-1-14 0,-26 28-1</inkml:trace>
  <inkml:trace contextRef="#ctx0" brushRef="#br0" timeOffset="4895.876">9485 11060 0,'0'0'0,"-26"0"62,26 13 47</inkml:trace>
  <inkml:trace contextRef="#ctx0" brushRef="#br0" timeOffset="5179.273">9485 11060 0,'0'0'0,"-26"-14"0,26 28 47,13-14-32,14 13-15,-1 0 16,14 0-16,13 0 16,0 1-16,39-1 15,-26 0 1,-66 27 0,0-14-16,-53 54 15,-13-1 16,-13 14-15,13-1 0,13-26-16</inkml:trace>
  <inkml:trace contextRef="#ctx0" brushRef="#br0" timeOffset="26250.936">21683 12303 0,'0'0'0,"39"-66"47,-12 53-32,-1-14-15,-13 14 16,1 0-16</inkml:trace>
  <inkml:trace contextRef="#ctx0" brushRef="#br0" timeOffset="26543.835">21868 12052 0,'0'0'16,"132"-146"15,-92 120-15,-14 13-16,1-1 15,-67 107 17,-145 132-17,-53 13 1,13 27 0,172-186-1,40-39 1,13-1-1,0-65 1,0 13 0</inkml:trace>
  <inkml:trace contextRef="#ctx0" brushRef="#br0" timeOffset="27061.757">21286 12462 0,'0'0'16,"0"-40"31,0 53-16,0 1-15,0 39-1,-14 13 1,1 53-1,13-53 1,0-26 0,0-14-1,0-39 1,13-106 0,1-14 15,-14 54-31,0 39 15,0 27 17,13 26-17,0 1-15,80 105 16,-14-66 0,120 26-1,-27-26 1,-172-13-1,-265 52 1,-291 67 0,160-66-1</inkml:trace>
  <inkml:trace contextRef="#ctx0" brushRef="#br0" timeOffset="51889.863">9710 1376 0,'0'0'0,"-66"-40"31,40 40-15,-14 0-16,0 40 16,-26 26-16,-27 53 15,14 40-15,-13 26 16,12 132 0,199-25-1,80-200 1,-41-79-1</inkml:trace>
  <inkml:trace contextRef="#ctx0" brushRef="#br0" timeOffset="52522.066">10094 1852 0,'0'0'0,"-252"132"31,173-79-31,39 0 16,14-26-16,13-14 15,0 27 1,39-40 0,0-27-1,54-26 1,-14-13-1,27 26 1,-54 54 0,1 52-1,0 13 17,-14-13-17,1-39-15,39 12 16,13-39-1,27-26 1,0-93 0,52-185-1,-118 118 1,-27 54 0,-13 66-1,-13 40 1,-13-1-1,-1 146 1,1 172 0,13 40 15,26-80-31,13 14 31,1-199-15,-1-40-1</inkml:trace>
  <inkml:trace contextRef="#ctx0" brushRef="#br0" timeOffset="52754.776">10623 1826 0,'0'0'0,"79"0"47,-52 39-31,-1 14-16,-26 106 15,0-93 1,-13-13 0,-27-27-1,-65-26 1,78-39-16</inkml:trace>
  <inkml:trace contextRef="#ctx0" brushRef="#br0" timeOffset="52991.064">10888 1482 0,'13'119'46,"-13"-13"-46,0 26 16,0 13-16,-13-12 16,13-28-16,0 54 31,13-66-15,0-27-1,14 13 1</inkml:trace>
  <inkml:trace contextRef="#ctx0" brushRef="#br0" timeOffset="53238.828">10941 1918 0,'0'0'0,"-14"-106"31,14 93-16,14 13-15,-1 13 16,40 93 0,-27 0-1,-26-13 1,-26-1 0,12-65-1,1-1-15</inkml:trace>
  <inkml:trace contextRef="#ctx0" brushRef="#br0" timeOffset="53955.1">11377 2275 0,'0'0'0,"0"-53"31,0 27-15,0-14-16,0 1 15,0-1-15,-13-13 0,13 0 16,-13-66 0,26 53 15,13 53-16,27 13 1,13 119 0,-39 66-1,-14-53 1,0-79 0,-13-26-16,14-1 15,52 27 1,0-53-1,26-40 1,27-52 0,-13-80-1,-92 106 1,-1 26 15,-13 27-15,-27 79 15,14 26-15,13-12-1,13-41 1,14-25 0,-14-14-16,13-53 15,1-53 1,-27 13-1,-13 27 1,-40 13 0,-27 67-1,14 12 1</inkml:trace>
  <inkml:trace contextRef="#ctx0" brushRef="#br0" timeOffset="54156.168">12211 1812 0,'0'0'0,"92"67"47,-65-15-32,12-12-15,41 53 16,39-27-1,-66-53-15</inkml:trace>
  <inkml:trace contextRef="#ctx0" brushRef="#br0" timeOffset="54303.884">12647 1865 0,'0'0'0,"-119"-26"31,40 66-16,-1 79 1,41 105 0</inkml:trace>
  <inkml:trace contextRef="#ctx0" brushRef="#br0" timeOffset="54472.094">13163 1984 0,'0'0'0,"-40"80"15,14-41 1,-1-12-16,14 13 16,0-40-16</inkml:trace>
  <inkml:trace contextRef="#ctx0" brushRef="#br0" timeOffset="54653.931">13494 1614 0,'0'0'0,"53"79"15,-27 14-15,-26 13 16,-13 26-16,-80 0 15,-65 27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2-15T07:11:04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14552 2064 0,'0'13'110,"0"0"-95</inkml:trace>
  <inkml:trace contextRef="#ctx0" brushRef="#br0" timeOffset="1112.245">14301 2077 0,'0'0'16,"13"-26"31,-26 39-1</inkml:trace>
  <inkml:trace contextRef="#ctx0" brushRef="#br0" timeOffset="2810.36">15862 2196 0</inkml:trace>
  <inkml:trace contextRef="#ctx0" brushRef="#br0" timeOffset="5063.431">17317 2117 0,'0'13'78,"-13"-13"-78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2-15T07:11:16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6535 5768 0,'27'0'47,"-14"13"16,-13 0 15,13-13-63,-13 14 17,0-1-17</inkml:trace>
  <inkml:trace contextRef="#ctx0" brushRef="#br0" timeOffset="175.518">6615 5874 0,'0'0'0</inkml:trace>
  <inkml:trace contextRef="#ctx0" brushRef="#br0" timeOffset="778.604">6469 6006 0</inkml:trace>
  <inkml:trace contextRef="#ctx0" brushRef="#br0" timeOffset="5352.846">6297 5768 0</inkml:trace>
  <inkml:trace contextRef="#ctx0" brushRef="#br0" timeOffset="5627.883">6562 5834 0,'0'0'0,"-66"0"47,-1 0-31</inkml:trace>
  <inkml:trace contextRef="#ctx0" brushRef="#br0" timeOffset="8642.705">4233 3638 0,'0'13'78,"0"0"-63,0 1-15</inkml:trace>
  <inkml:trace contextRef="#ctx0" brushRef="#br0" timeOffset="8874.654">5212 3612 0,'27'0'62,"-14"0"-62,0 13 0</inkml:trace>
  <inkml:trace contextRef="#ctx0" brushRef="#br0" timeOffset="9074.928">6271 3691 0,'-80'0'31,"54"0"-31</inkml:trace>
  <inkml:trace contextRef="#ctx0" brushRef="#br0" timeOffset="12006.904">3082 7554 0,'14'-13'47,"-28"13"-32,-12 26-15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2210F-9A10-4066-89BC-48CBB1C75751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E6803-199B-4624-B63F-4FE38FBDD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8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45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" name="Google Shape;440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Lecture-1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2" name="Google Shape;442;p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prstClr val="black"/>
                </a:solidFill>
              </a:rPr>
              <a:pPr/>
              <a:t>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437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22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30;p76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1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7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7"/>
          <p:cNvSpPr/>
          <p:nvPr/>
        </p:nvSpPr>
        <p:spPr>
          <a:xfrm>
            <a:off x="0" y="3211116"/>
            <a:ext cx="9144000" cy="193238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" name="Google Shape;35;p7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7"/>
          <p:cNvSpPr/>
          <p:nvPr/>
        </p:nvSpPr>
        <p:spPr>
          <a:xfrm>
            <a:off x="2882900" y="5081588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77"/>
          <p:cNvSpPr/>
          <p:nvPr/>
        </p:nvSpPr>
        <p:spPr>
          <a:xfrm>
            <a:off x="-12700" y="5081588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" name="Google Shape;38;p77"/>
          <p:cNvSpPr/>
          <p:nvPr/>
        </p:nvSpPr>
        <p:spPr>
          <a:xfrm>
            <a:off x="5778500" y="5081588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" name="Google Shape;39;p77"/>
          <p:cNvSpPr txBox="1"/>
          <p:nvPr/>
        </p:nvSpPr>
        <p:spPr>
          <a:xfrm>
            <a:off x="6858000" y="57150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77"/>
          <p:cNvSpPr txBox="1"/>
          <p:nvPr/>
        </p:nvSpPr>
        <p:spPr>
          <a:xfrm>
            <a:off x="7086600" y="87868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77"/>
          <p:cNvSpPr txBox="1">
            <a:spLocks noGrp="1"/>
          </p:cNvSpPr>
          <p:nvPr>
            <p:ph type="body" idx="1"/>
          </p:nvPr>
        </p:nvSpPr>
        <p:spPr>
          <a:xfrm>
            <a:off x="304800" y="3486150"/>
            <a:ext cx="8458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17145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/>
        </p:nvSpPr>
        <p:spPr>
          <a:xfrm>
            <a:off x="3276600" y="4947047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825" b="1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BITS </a:t>
            </a:r>
            <a:r>
              <a:rPr lang="en-US" sz="825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Pilani, 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44" name="Google Shape;44;p78"/>
          <p:cNvGrpSpPr/>
          <p:nvPr/>
        </p:nvGrpSpPr>
        <p:grpSpPr>
          <a:xfrm>
            <a:off x="2084388" y="4912519"/>
            <a:ext cx="7059612" cy="36910"/>
            <a:chOff x="2083888" y="6550671"/>
            <a:chExt cx="7060112" cy="48665"/>
          </a:xfrm>
        </p:grpSpPr>
        <p:sp>
          <p:nvSpPr>
            <p:cNvPr id="45" name="Google Shape;45;p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48" name="Google Shape;48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8"/>
          <p:cNvGrpSpPr/>
          <p:nvPr/>
        </p:nvGrpSpPr>
        <p:grpSpPr>
          <a:xfrm>
            <a:off x="2133600" y="4914900"/>
            <a:ext cx="7010400" cy="34529"/>
            <a:chOff x="1905000" y="6553200"/>
            <a:chExt cx="7010400" cy="45719"/>
          </a:xfrm>
        </p:grpSpPr>
        <p:sp>
          <p:nvSpPr>
            <p:cNvPr id="50" name="Google Shape;5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5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53;p78"/>
          <p:cNvGrpSpPr/>
          <p:nvPr/>
        </p:nvGrpSpPr>
        <p:grpSpPr>
          <a:xfrm>
            <a:off x="0" y="971550"/>
            <a:ext cx="7010400" cy="34529"/>
            <a:chOff x="1905000" y="6553200"/>
            <a:chExt cx="7010400" cy="45719"/>
          </a:xfrm>
        </p:grpSpPr>
        <p:sp>
          <p:nvSpPr>
            <p:cNvPr id="54" name="Google Shape;5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7" name="Google Shape;57;p78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4765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2"/>
          </p:nvPr>
        </p:nvSpPr>
        <p:spPr>
          <a:xfrm>
            <a:off x="304800" y="114300"/>
            <a:ext cx="6324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0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47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36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902524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6" r:id="rId4"/>
    <p:sldLayoutId id="214748367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jpg"/><Relationship Id="rId7" Type="http://schemas.openxmlformats.org/officeDocument/2006/relationships/image" Target="../media/image1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0.jpg"/><Relationship Id="rId7" Type="http://schemas.openxmlformats.org/officeDocument/2006/relationships/image" Target="../media/image23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rxiv.org/abs/1903.10464" TargetMode="Externa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13" Type="http://schemas.openxmlformats.org/officeDocument/2006/relationships/image" Target="../media/image34.jpg"/><Relationship Id="rId3" Type="http://schemas.openxmlformats.org/officeDocument/2006/relationships/image" Target="../media/image26.jpg"/><Relationship Id="rId7" Type="http://schemas.openxmlformats.org/officeDocument/2006/relationships/image" Target="../media/image28.jpg"/><Relationship Id="rId12" Type="http://schemas.openxmlformats.org/officeDocument/2006/relationships/image" Target="../media/image33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jpg"/><Relationship Id="rId11" Type="http://schemas.openxmlformats.org/officeDocument/2006/relationships/image" Target="../media/image32.jpg"/><Relationship Id="rId5" Type="http://schemas.openxmlformats.org/officeDocument/2006/relationships/image" Target="../media/image6.jpg"/><Relationship Id="rId10" Type="http://schemas.openxmlformats.org/officeDocument/2006/relationships/image" Target="../media/image31.jpg"/><Relationship Id="rId4" Type="http://schemas.openxmlformats.org/officeDocument/2006/relationships/image" Target="../media/image8.jpg"/><Relationship Id="rId9" Type="http://schemas.openxmlformats.org/officeDocument/2006/relationships/image" Target="../media/image30.jpg"/><Relationship Id="rId14" Type="http://schemas.openxmlformats.org/officeDocument/2006/relationships/image" Target="../media/image35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903.10464" TargetMode="External"/><Relationship Id="rId3" Type="http://schemas.openxmlformats.org/officeDocument/2006/relationships/image" Target="../media/image6.jpg"/><Relationship Id="rId7" Type="http://schemas.openxmlformats.org/officeDocument/2006/relationships/image" Target="../media/image38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26.jpg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papers.nips.cc/paper/7062-a-unified-approach-to-interpreting-model-predictions.pdf" TargetMode="External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png"/><Relationship Id="rId3" Type="http://schemas.openxmlformats.org/officeDocument/2006/relationships/image" Target="../media/image44.jpg"/><Relationship Id="rId7" Type="http://schemas.openxmlformats.org/officeDocument/2006/relationships/customXml" Target="../ink/ink3.xm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jpg"/><Relationship Id="rId5" Type="http://schemas.openxmlformats.org/officeDocument/2006/relationships/image" Target="../media/image20.jpg"/><Relationship Id="rId4" Type="http://schemas.openxmlformats.org/officeDocument/2006/relationships/hyperlink" Target="http://papers.nips.cc/paper/7062-a-unified-approach-to-interpreting-model-predictions.pdf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2.03888.pdf" TargetMode="External"/><Relationship Id="rId2" Type="http://schemas.openxmlformats.org/officeDocument/2006/relationships/hyperlink" Target="https://link.springer.com/article/10.1007/s10115-013-0679-x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jpg"/><Relationship Id="rId4" Type="http://schemas.openxmlformats.org/officeDocument/2006/relationships/hyperlink" Target="https://arxiv.org/pdf/1903.10992.pdf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7" Type="http://schemas.openxmlformats.org/officeDocument/2006/relationships/image" Target="../media/image49.jpg"/><Relationship Id="rId2" Type="http://schemas.openxmlformats.org/officeDocument/2006/relationships/hyperlink" Target="https://arxiv.org/pdf/1802.03888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jpg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3" Type="http://schemas.openxmlformats.org/officeDocument/2006/relationships/image" Target="../media/image54.jpg"/><Relationship Id="rId7" Type="http://schemas.openxmlformats.org/officeDocument/2006/relationships/customXml" Target="../ink/ink4.xml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jpg"/><Relationship Id="rId5" Type="http://schemas.openxmlformats.org/officeDocument/2006/relationships/hyperlink" Target="http://papers.nips.cc/paper/7062-a-unified-approach-to-interpreting-model-predictions.pdf" TargetMode="External"/><Relationship Id="rId4" Type="http://schemas.openxmlformats.org/officeDocument/2006/relationships/image" Target="../media/image55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9" Type="http://schemas.openxmlformats.org/officeDocument/2006/relationships/image" Target="../media/image94.png"/><Relationship Id="rId21" Type="http://schemas.openxmlformats.org/officeDocument/2006/relationships/image" Target="../media/image76.png"/><Relationship Id="rId34" Type="http://schemas.openxmlformats.org/officeDocument/2006/relationships/image" Target="../media/image89.png"/><Relationship Id="rId42" Type="http://schemas.openxmlformats.org/officeDocument/2006/relationships/image" Target="../media/image97.png"/><Relationship Id="rId47" Type="http://schemas.openxmlformats.org/officeDocument/2006/relationships/image" Target="../media/image102.png"/><Relationship Id="rId50" Type="http://schemas.openxmlformats.org/officeDocument/2006/relationships/image" Target="../media/image105.jpg"/><Relationship Id="rId7" Type="http://schemas.openxmlformats.org/officeDocument/2006/relationships/image" Target="../media/image63.png"/><Relationship Id="rId2" Type="http://schemas.openxmlformats.org/officeDocument/2006/relationships/image" Target="../media/image58.jpg"/><Relationship Id="rId16" Type="http://schemas.openxmlformats.org/officeDocument/2006/relationships/image" Target="../media/image71.png"/><Relationship Id="rId29" Type="http://schemas.openxmlformats.org/officeDocument/2006/relationships/image" Target="../media/image84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32" Type="http://schemas.openxmlformats.org/officeDocument/2006/relationships/image" Target="../media/image87.png"/><Relationship Id="rId37" Type="http://schemas.openxmlformats.org/officeDocument/2006/relationships/image" Target="../media/image92.png"/><Relationship Id="rId40" Type="http://schemas.openxmlformats.org/officeDocument/2006/relationships/image" Target="../media/image95.png"/><Relationship Id="rId45" Type="http://schemas.openxmlformats.org/officeDocument/2006/relationships/image" Target="../media/image100.png"/><Relationship Id="rId5" Type="http://schemas.openxmlformats.org/officeDocument/2006/relationships/image" Target="../media/image61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36" Type="http://schemas.openxmlformats.org/officeDocument/2006/relationships/image" Target="../media/image91.png"/><Relationship Id="rId49" Type="http://schemas.openxmlformats.org/officeDocument/2006/relationships/image" Target="../media/image104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31" Type="http://schemas.openxmlformats.org/officeDocument/2006/relationships/image" Target="../media/image86.png"/><Relationship Id="rId44" Type="http://schemas.openxmlformats.org/officeDocument/2006/relationships/image" Target="../media/image99.png"/><Relationship Id="rId4" Type="http://schemas.openxmlformats.org/officeDocument/2006/relationships/image" Target="../media/image60.png"/><Relationship Id="rId9" Type="http://schemas.openxmlformats.org/officeDocument/2006/relationships/hyperlink" Target="http://papers.nips.cc/paper/7062-a-unified-approach-to-interpreting-model-predictions.pdf" TargetMode="External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Relationship Id="rId30" Type="http://schemas.openxmlformats.org/officeDocument/2006/relationships/image" Target="../media/image85.png"/><Relationship Id="rId35" Type="http://schemas.openxmlformats.org/officeDocument/2006/relationships/image" Target="../media/image90.png"/><Relationship Id="rId43" Type="http://schemas.openxmlformats.org/officeDocument/2006/relationships/image" Target="../media/image98.png"/><Relationship Id="rId48" Type="http://schemas.openxmlformats.org/officeDocument/2006/relationships/image" Target="../media/image103.png"/><Relationship Id="rId8" Type="http://schemas.openxmlformats.org/officeDocument/2006/relationships/image" Target="../media/image64.png"/><Relationship Id="rId51" Type="http://schemas.openxmlformats.org/officeDocument/2006/relationships/image" Target="../media/image106.jpg"/><Relationship Id="rId3" Type="http://schemas.openxmlformats.org/officeDocument/2006/relationships/image" Target="../media/image59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33" Type="http://schemas.openxmlformats.org/officeDocument/2006/relationships/image" Target="../media/image88.png"/><Relationship Id="rId38" Type="http://schemas.openxmlformats.org/officeDocument/2006/relationships/image" Target="../media/image93.png"/><Relationship Id="rId46" Type="http://schemas.openxmlformats.org/officeDocument/2006/relationships/image" Target="../media/image101.png"/><Relationship Id="rId20" Type="http://schemas.openxmlformats.org/officeDocument/2006/relationships/image" Target="../media/image75.png"/><Relationship Id="rId41" Type="http://schemas.openxmlformats.org/officeDocument/2006/relationships/image" Target="../media/image9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jpg"/><Relationship Id="rId4" Type="http://schemas.openxmlformats.org/officeDocument/2006/relationships/image" Target="../media/image110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02.03888" TargetMode="External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5.04610.pdf" TargetMode="External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905.04610.pdf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5.04610.pdf" TargetMode="External"/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lundberg2018explainable.pdf" TargetMode="External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ersagen.com/files/misc/ribeiro2018anchors.pdf" TargetMode="External"/><Relationship Id="rId4" Type="http://schemas.openxmlformats.org/officeDocument/2006/relationships/image" Target="../media/image121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ersagen.com/files/misc/ribeiro2018anchors.pdf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g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ersagen.com/files/misc/ribeiro2018anchors.pdf" TargetMode="External"/><Relationship Id="rId4" Type="http://schemas.openxmlformats.org/officeDocument/2006/relationships/image" Target="../media/image128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ersagen.com/files/misc/ribeiro2018anchors.pdf" TargetMode="External"/><Relationship Id="rId4" Type="http://schemas.openxmlformats.org/officeDocument/2006/relationships/image" Target="../media/image131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jpg"/><Relationship Id="rId3" Type="http://schemas.openxmlformats.org/officeDocument/2006/relationships/image" Target="../media/image133.jpg"/><Relationship Id="rId7" Type="http://schemas.openxmlformats.org/officeDocument/2006/relationships/image" Target="../media/image137.pn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6.png"/><Relationship Id="rId5" Type="http://schemas.openxmlformats.org/officeDocument/2006/relationships/image" Target="../media/image135.jpg"/><Relationship Id="rId4" Type="http://schemas.openxmlformats.org/officeDocument/2006/relationships/image" Target="../media/image134.jpg"/><Relationship Id="rId9" Type="http://schemas.openxmlformats.org/officeDocument/2006/relationships/hyperlink" Target="https://persagen.com/files/misc/ribeiro2018anchors.pdf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jpg"/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g"/><Relationship Id="rId2" Type="http://schemas.openxmlformats.org/officeDocument/2006/relationships/hyperlink" Target="https://persagen.com/files/misc/ribeiro2018anchors.pdf" TargetMode="Externa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g"/><Relationship Id="rId2" Type="http://schemas.openxmlformats.org/officeDocument/2006/relationships/hyperlink" Target="https://persagen.com/files/misc/ribeiro2018anchors.pdf" TargetMode="Externa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ersagen.com/files/misc/ribeiro2018anchors.pdf" TargetMode="External"/><Relationship Id="rId4" Type="http://schemas.openxmlformats.org/officeDocument/2006/relationships/image" Target="../media/image144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8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g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ersagen.com/files/misc/ribeiro2018anchors.pdf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ersagen.com/files/misc/ribeiro2018anchor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"/>
          <p:cNvSpPr txBox="1">
            <a:spLocks noGrp="1"/>
          </p:cNvSpPr>
          <p:nvPr>
            <p:ph type="title"/>
          </p:nvPr>
        </p:nvSpPr>
        <p:spPr>
          <a:xfrm>
            <a:off x="2075361" y="2552156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Fair, Accountable, Transparent Machine Learning (</a:t>
            </a:r>
            <a:r>
              <a:rPr lang="en-US" sz="2800" dirty="0" err="1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FAccT</a:t>
            </a: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 ML)</a:t>
            </a:r>
            <a:b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ZG517 </a:t>
            </a:r>
            <a:endParaRPr sz="2800" dirty="0">
              <a:solidFill>
                <a:srgbClr val="FFFF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 txBox="1">
            <a:spLocks noGrp="1"/>
          </p:cNvSpPr>
          <p:nvPr>
            <p:ph type="body" idx="4294967295"/>
          </p:nvPr>
        </p:nvSpPr>
        <p:spPr>
          <a:xfrm>
            <a:off x="3886200" y="36951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74320" indent="-192024" algn="r">
              <a:spcBef>
                <a:spcPts val="0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</a:t>
            </a:r>
            <a:r>
              <a:rPr lang="en-IN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Ghosal</a:t>
            </a:r>
            <a:endParaRPr dirty="0"/>
          </a:p>
          <a:p>
            <a:pPr marL="274320" indent="-192024" algn="r">
              <a:spcBef>
                <a:spcPts val="357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sugata.ghosal@pilani.bits-pilani.ac.in</a:t>
            </a:r>
            <a:endParaRPr sz="2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"/>
          <p:cNvSpPr txBox="1">
            <a:spLocks noGrp="1"/>
          </p:cNvSpPr>
          <p:nvPr>
            <p:ph type="body" idx="1"/>
          </p:nvPr>
        </p:nvSpPr>
        <p:spPr>
          <a:xfrm>
            <a:off x="1371600" y="3314700"/>
            <a:ext cx="634365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77500" lnSpcReduction="20000"/>
          </a:bodyPr>
          <a:lstStyle/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Session 11</a:t>
            </a:r>
            <a:endParaRPr dirty="0"/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Time –  10:40 AM to 12:40 PM</a:t>
            </a:r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dirty="0"/>
          </a:p>
          <a:p>
            <a:pPr marL="0" marR="132398" indent="0">
              <a:lnSpc>
                <a:spcPct val="120000"/>
              </a:lnSpc>
              <a:spcBef>
                <a:spcPts val="878"/>
              </a:spcBef>
              <a:buSzPct val="100000"/>
            </a:pPr>
            <a:r>
              <a:rPr lang="en-US" sz="1950" b="0" dirty="0">
                <a:latin typeface="Calibri"/>
                <a:ea typeface="Calibri"/>
                <a:cs typeface="Calibri"/>
                <a:sym typeface="Calibri"/>
              </a:rPr>
              <a:t>These slides are prepared by the instructor, with grateful acknowledgement of many others who made  their course materials freely available online.</a:t>
            </a:r>
            <a:endParaRPr dirty="0"/>
          </a:p>
          <a:p>
            <a:pPr marL="0" indent="0">
              <a:lnSpc>
                <a:spcPct val="117083"/>
              </a:lnSpc>
              <a:buSzPct val="100000"/>
            </a:pPr>
            <a:endParaRPr sz="24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sz="27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1752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Outline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2941955" cy="20524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Post Hoc</a:t>
            </a:r>
            <a:r>
              <a:rPr sz="1800" spc="-5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Interpretability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Proxy</a:t>
            </a:r>
            <a:r>
              <a:rPr sz="1400" spc="-1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Models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Local Surrogate</a:t>
            </a:r>
            <a:r>
              <a:rPr sz="1800" spc="-9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B6B6B6"/>
                </a:solidFill>
                <a:latin typeface="Arial"/>
                <a:cs typeface="Arial"/>
              </a:rPr>
              <a:t>Methods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LIME</a:t>
            </a:r>
            <a:endParaRPr lang="en-US"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SHAP</a:t>
            </a:r>
          </a:p>
          <a:p>
            <a:pPr marL="379094" indent="-336550"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Anchors</a:t>
            </a:r>
          </a:p>
          <a:p>
            <a:pPr marL="379094" indent="-336550"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5342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11506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Outline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4815205" cy="109196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spcBef>
                <a:spcPts val="31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Shapley Additive Explanations</a:t>
            </a:r>
            <a:r>
              <a:rPr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(SHAP)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33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Coalitional Game and Shapley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Kernel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SHAP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Tree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SHAP</a:t>
            </a:r>
            <a:endParaRPr lang="en-US" sz="1400" spc="-5" dirty="0">
              <a:solidFill>
                <a:srgbClr val="595959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645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553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Shapley Additive Explanations</a:t>
            </a:r>
            <a:r>
              <a:rPr sz="2800" spc="-229" dirty="0"/>
              <a:t> </a:t>
            </a:r>
            <a:r>
              <a:rPr sz="2800" dirty="0"/>
              <a:t>(SHAP)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6605905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spcBef>
                <a:spcPts val="52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Assigns Feature Importance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Weights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Based on Game</a:t>
            </a:r>
            <a:r>
              <a:rPr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Theory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33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feature i</a:t>
            </a:r>
            <a:r>
              <a:rPr lang="en-US" sz="1400" spc="-5" dirty="0">
                <a:solidFill>
                  <a:srgbClr val="595959"/>
                </a:solidFill>
                <a:latin typeface="Arial"/>
                <a:cs typeface="Arial"/>
              </a:rPr>
              <a:t>s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player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Probability P(Ŷ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|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X) is the total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payoff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Distribute the total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payoff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players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(features)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"fairly"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65223" y="3802029"/>
            <a:ext cx="53340" cy="41275"/>
            <a:chOff x="7065223" y="3802029"/>
            <a:chExt cx="53340" cy="41275"/>
          </a:xfrm>
        </p:grpSpPr>
        <p:sp>
          <p:nvSpPr>
            <p:cNvPr id="5" name="object 5"/>
            <p:cNvSpPr/>
            <p:nvPr/>
          </p:nvSpPr>
          <p:spPr>
            <a:xfrm>
              <a:off x="7069985" y="38067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069985" y="38067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/>
          </p:nvPr>
        </p:nvGraphicFramePr>
        <p:xfrm>
          <a:off x="1023935" y="3033131"/>
          <a:ext cx="7012938" cy="15695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32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23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0.6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0.05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0.03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19621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ΣΦ</a:t>
                      </a:r>
                      <a:r>
                        <a:rPr sz="1350" spc="-7" baseline="-30864" dirty="0">
                          <a:latin typeface="Arial"/>
                          <a:cs typeface="Arial"/>
                        </a:rPr>
                        <a:t>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P(Ŷ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|</a:t>
                      </a:r>
                      <a:r>
                        <a:rPr sz="14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X)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</a:t>
                      </a:r>
                      <a:r>
                        <a:rPr lang="en-US" sz="1400" spc="-5" dirty="0">
                          <a:latin typeface="Arial"/>
                          <a:cs typeface="Arial"/>
                        </a:rPr>
                        <a:t>5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0.05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0.05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0.2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215522" y="2736517"/>
            <a:ext cx="6426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P(Ŷ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400" spc="-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X)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5073" y="2758481"/>
            <a:ext cx="2844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400" spc="5" dirty="0">
                <a:solidFill>
                  <a:prstClr val="black"/>
                </a:solidFill>
                <a:latin typeface="Arial"/>
                <a:cs typeface="Arial"/>
              </a:rPr>
              <a:t>Φ</a:t>
            </a:r>
            <a:r>
              <a:rPr sz="1350" spc="7" baseline="-30864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350" baseline="-3086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5671" y="2758481"/>
            <a:ext cx="2844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400" spc="5" dirty="0">
                <a:solidFill>
                  <a:prstClr val="black"/>
                </a:solidFill>
                <a:latin typeface="Arial"/>
                <a:cs typeface="Arial"/>
              </a:rPr>
              <a:t>Φ</a:t>
            </a:r>
            <a:r>
              <a:rPr sz="1350" spc="7" baseline="-30864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endParaRPr sz="1350" baseline="-3086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0069" y="2758481"/>
            <a:ext cx="2844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400" spc="5" dirty="0">
                <a:solidFill>
                  <a:prstClr val="black"/>
                </a:solidFill>
                <a:latin typeface="Arial"/>
                <a:cs typeface="Arial"/>
              </a:rPr>
              <a:t>Φ</a:t>
            </a:r>
            <a:r>
              <a:rPr sz="1350" spc="7" baseline="-30864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1350" baseline="-3086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4467" y="2758481"/>
            <a:ext cx="2844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400" spc="5" dirty="0">
                <a:solidFill>
                  <a:prstClr val="black"/>
                </a:solidFill>
                <a:latin typeface="Arial"/>
                <a:cs typeface="Arial"/>
              </a:rPr>
              <a:t>Φ</a:t>
            </a:r>
            <a:r>
              <a:rPr sz="1350" spc="7" baseline="-30864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350" baseline="-3086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28865" y="2758481"/>
            <a:ext cx="2844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400" spc="5" dirty="0">
                <a:solidFill>
                  <a:prstClr val="black"/>
                </a:solidFill>
                <a:latin typeface="Arial"/>
                <a:cs typeface="Arial"/>
              </a:rPr>
              <a:t>Φ</a:t>
            </a:r>
            <a:r>
              <a:rPr sz="1350" spc="7" baseline="-30864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350" baseline="-30864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670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10" dirty="0"/>
              <a:t>Shapley</a:t>
            </a:r>
            <a:r>
              <a:rPr lang="en-IN" sz="2400" spc="-85" dirty="0"/>
              <a:t> </a:t>
            </a:r>
            <a:r>
              <a:rPr lang="en-IN" sz="2400" spc="-40" dirty="0"/>
              <a:t>Values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3286760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spcBef>
                <a:spcPts val="52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Developed by Lloyd</a:t>
            </a:r>
            <a:r>
              <a:rPr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Shapley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33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American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mathematician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Nobel Prize-winning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economist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23463" y="1296047"/>
            <a:ext cx="2329970" cy="3281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97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27767" y="1694984"/>
            <a:ext cx="2527935" cy="2494280"/>
            <a:chOff x="5827767" y="1694984"/>
            <a:chExt cx="2527935" cy="2494280"/>
          </a:xfrm>
        </p:grpSpPr>
        <p:sp>
          <p:nvSpPr>
            <p:cNvPr id="3" name="object 3"/>
            <p:cNvSpPr/>
            <p:nvPr/>
          </p:nvSpPr>
          <p:spPr>
            <a:xfrm>
              <a:off x="6084362" y="1709271"/>
              <a:ext cx="2256790" cy="2465705"/>
            </a:xfrm>
            <a:custGeom>
              <a:avLst/>
              <a:gdLst/>
              <a:ahLst/>
              <a:cxnLst/>
              <a:rect l="l" t="t" r="r" b="b"/>
              <a:pathLst>
                <a:path w="2256790" h="2465704">
                  <a:moveTo>
                    <a:pt x="784648" y="0"/>
                  </a:moveTo>
                  <a:lnTo>
                    <a:pt x="2256445" y="0"/>
                  </a:lnTo>
                  <a:lnTo>
                    <a:pt x="2256445" y="2465695"/>
                  </a:lnTo>
                  <a:lnTo>
                    <a:pt x="784648" y="2465695"/>
                  </a:lnTo>
                  <a:lnTo>
                    <a:pt x="784648" y="0"/>
                  </a:lnTo>
                  <a:close/>
                </a:path>
                <a:path w="2256790" h="2465704">
                  <a:moveTo>
                    <a:pt x="0" y="1497571"/>
                  </a:moveTo>
                  <a:lnTo>
                    <a:pt x="1471797" y="1497571"/>
                  </a:lnTo>
                  <a:lnTo>
                    <a:pt x="1471797" y="2429670"/>
                  </a:lnTo>
                  <a:lnTo>
                    <a:pt x="0" y="2429670"/>
                  </a:lnTo>
                  <a:lnTo>
                    <a:pt x="0" y="1497571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923190" y="1761677"/>
              <a:ext cx="478569" cy="80309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5827767" y="2351908"/>
              <a:ext cx="478569" cy="8031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456035" y="2400112"/>
              <a:ext cx="487599" cy="82590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6350341" y="3224581"/>
              <a:ext cx="478569" cy="8031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943850" y="3226018"/>
              <a:ext cx="483059" cy="8259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6" name="Text Placeholder 3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5" dirty="0"/>
              <a:t>Coalitional</a:t>
            </a:r>
            <a:r>
              <a:rPr lang="en-IN" sz="2400" spc="-85" dirty="0"/>
              <a:t> </a:t>
            </a:r>
            <a:r>
              <a:rPr lang="en-IN" sz="2400" spc="-5" dirty="0"/>
              <a:t>Game</a:t>
            </a:r>
            <a:endParaRPr lang="en-IN" dirty="0"/>
          </a:p>
        </p:txBody>
      </p:sp>
      <p:sp>
        <p:nvSpPr>
          <p:cNvPr id="10" name="object 10"/>
          <p:cNvSpPr txBox="1"/>
          <p:nvPr/>
        </p:nvSpPr>
        <p:spPr>
          <a:xfrm>
            <a:off x="475248" y="1162309"/>
            <a:ext cx="552005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spcBef>
                <a:spcPts val="52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How Do 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Assign Importance Scores to</a:t>
            </a:r>
            <a:r>
              <a:rPr spc="-1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Players?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33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Consider the </a:t>
            </a:r>
            <a:r>
              <a:rPr sz="1400" i="1" spc="-5" dirty="0">
                <a:solidFill>
                  <a:srgbClr val="595959"/>
                </a:solidFill>
                <a:latin typeface="Arial"/>
                <a:cs typeface="Arial"/>
              </a:rPr>
              <a:t>interactions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all other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players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76492" y="4215003"/>
            <a:ext cx="308546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How do we account for the interactions  among</a:t>
            </a:r>
            <a:r>
              <a:rPr sz="14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players?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82692" y="3760776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12549" y="2632482"/>
            <a:ext cx="1141095" cy="608965"/>
            <a:chOff x="6312549" y="2632482"/>
            <a:chExt cx="1141095" cy="608965"/>
          </a:xfrm>
        </p:grpSpPr>
        <p:sp>
          <p:nvSpPr>
            <p:cNvPr id="14" name="object 14"/>
            <p:cNvSpPr/>
            <p:nvPr/>
          </p:nvSpPr>
          <p:spPr>
            <a:xfrm>
              <a:off x="7174710" y="2680469"/>
              <a:ext cx="8890" cy="546100"/>
            </a:xfrm>
            <a:custGeom>
              <a:avLst/>
              <a:gdLst/>
              <a:ahLst/>
              <a:cxnLst/>
              <a:rect l="l" t="t" r="r" b="b"/>
              <a:pathLst>
                <a:path w="8890" h="546100">
                  <a:moveTo>
                    <a:pt x="8399" y="54554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158985" y="26372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474"/>
                  </a:moveTo>
                  <a:lnTo>
                    <a:pt x="15049" y="0"/>
                  </a:lnTo>
                  <a:lnTo>
                    <a:pt x="31449" y="42974"/>
                  </a:lnTo>
                  <a:lnTo>
                    <a:pt x="0" y="43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158985" y="26372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2974"/>
                  </a:moveTo>
                  <a:lnTo>
                    <a:pt x="15049" y="0"/>
                  </a:lnTo>
                  <a:lnTo>
                    <a:pt x="0" y="43474"/>
                  </a:lnTo>
                  <a:lnTo>
                    <a:pt x="31449" y="429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358212" y="2945044"/>
              <a:ext cx="825500" cy="281305"/>
            </a:xfrm>
            <a:custGeom>
              <a:avLst/>
              <a:gdLst/>
              <a:ahLst/>
              <a:cxnLst/>
              <a:rect l="l" t="t" r="r" b="b"/>
              <a:pathLst>
                <a:path w="825500" h="281305">
                  <a:moveTo>
                    <a:pt x="824898" y="28097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317312" y="2930169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35849" y="29774"/>
                  </a:moveTo>
                  <a:lnTo>
                    <a:pt x="0" y="949"/>
                  </a:lnTo>
                  <a:lnTo>
                    <a:pt x="45974" y="0"/>
                  </a:lnTo>
                  <a:lnTo>
                    <a:pt x="35849" y="297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317312" y="2930169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45974" y="0"/>
                  </a:moveTo>
                  <a:lnTo>
                    <a:pt x="0" y="949"/>
                  </a:lnTo>
                  <a:lnTo>
                    <a:pt x="35849" y="29774"/>
                  </a:lnTo>
                  <a:lnTo>
                    <a:pt x="45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642361" y="3220593"/>
              <a:ext cx="541020" cy="5715"/>
            </a:xfrm>
            <a:custGeom>
              <a:avLst/>
              <a:gdLst/>
              <a:ahLst/>
              <a:cxnLst/>
              <a:rect l="l" t="t" r="r" b="b"/>
              <a:pathLst>
                <a:path w="541020" h="5714">
                  <a:moveTo>
                    <a:pt x="540748" y="542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6599136" y="32048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74" y="31474"/>
                  </a:moveTo>
                  <a:lnTo>
                    <a:pt x="0" y="15299"/>
                  </a:lnTo>
                  <a:lnTo>
                    <a:pt x="43399" y="0"/>
                  </a:lnTo>
                  <a:lnTo>
                    <a:pt x="43074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599136" y="32048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399" y="0"/>
                  </a:moveTo>
                  <a:lnTo>
                    <a:pt x="0" y="15299"/>
                  </a:lnTo>
                  <a:lnTo>
                    <a:pt x="43074" y="31474"/>
                  </a:lnTo>
                  <a:lnTo>
                    <a:pt x="433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183110" y="2860619"/>
              <a:ext cx="241935" cy="365760"/>
            </a:xfrm>
            <a:custGeom>
              <a:avLst/>
              <a:gdLst/>
              <a:ahLst/>
              <a:cxnLst/>
              <a:rect l="l" t="t" r="r" b="b"/>
              <a:pathLst>
                <a:path w="241934" h="365760">
                  <a:moveTo>
                    <a:pt x="0" y="365399"/>
                  </a:moveTo>
                  <a:lnTo>
                    <a:pt x="2414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7411485" y="2824544"/>
              <a:ext cx="37465" cy="45085"/>
            </a:xfrm>
            <a:custGeom>
              <a:avLst/>
              <a:gdLst/>
              <a:ahLst/>
              <a:cxnLst/>
              <a:rect l="l" t="t" r="r" b="b"/>
              <a:pathLst>
                <a:path w="37465" h="45085">
                  <a:moveTo>
                    <a:pt x="26249" y="44724"/>
                  </a:moveTo>
                  <a:lnTo>
                    <a:pt x="0" y="27399"/>
                  </a:lnTo>
                  <a:lnTo>
                    <a:pt x="36949" y="0"/>
                  </a:lnTo>
                  <a:lnTo>
                    <a:pt x="26249" y="447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411485" y="2824544"/>
              <a:ext cx="37465" cy="45085"/>
            </a:xfrm>
            <a:custGeom>
              <a:avLst/>
              <a:gdLst/>
              <a:ahLst/>
              <a:cxnLst/>
              <a:rect l="l" t="t" r="r" b="b"/>
              <a:pathLst>
                <a:path w="37465" h="45085">
                  <a:moveTo>
                    <a:pt x="26249" y="44724"/>
                  </a:moveTo>
                  <a:lnTo>
                    <a:pt x="36949" y="0"/>
                  </a:lnTo>
                  <a:lnTo>
                    <a:pt x="0" y="27399"/>
                  </a:lnTo>
                  <a:lnTo>
                    <a:pt x="26249" y="44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26" name="object 26"/>
          <p:cNvSpPr/>
          <p:nvPr/>
        </p:nvSpPr>
        <p:spPr>
          <a:xfrm>
            <a:off x="2677643" y="2273557"/>
            <a:ext cx="549800" cy="922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303576" y="2288880"/>
            <a:ext cx="549807" cy="922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85430" y="2290525"/>
            <a:ext cx="554989" cy="948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94223" y="3997848"/>
            <a:ext cx="925049" cy="8466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15297" y="2156195"/>
            <a:ext cx="2125345" cy="112966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39090">
              <a:spcBef>
                <a:spcPts val="5"/>
              </a:spcBef>
              <a:tabLst>
                <a:tab pos="1026160" algn="l"/>
                <a:tab pos="1711960" algn="l"/>
              </a:tabLst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?	</a:t>
            </a:r>
            <a:r>
              <a:rPr sz="2100" baseline="1984" dirty="0">
                <a:solidFill>
                  <a:srgbClr val="FFFFFF"/>
                </a:solidFill>
                <a:latin typeface="Arial"/>
                <a:cs typeface="Arial"/>
              </a:rPr>
              <a:t>?	?</a:t>
            </a:r>
            <a:endParaRPr sz="2100" baseline="198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88326" y="4244378"/>
            <a:ext cx="5645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v=</a:t>
            </a:r>
            <a:r>
              <a:rPr sz="1400" spc="-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100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6573" y="3511441"/>
            <a:ext cx="307721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How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much value should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we attribute</a:t>
            </a:r>
            <a:r>
              <a:rPr sz="1400" spc="-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to  each</a:t>
            </a:r>
            <a:r>
              <a:rPr sz="14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player?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446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47750"/>
            <a:ext cx="6400799" cy="3671649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Shapley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12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47750"/>
            <a:ext cx="7696199" cy="3843546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ED6307-1D75-4A1E-9550-7D705AE28BAF}"/>
                  </a:ext>
                </a:extLst>
              </p14:cNvPr>
              <p14:cNvContentPartPr/>
              <p14:nvPr/>
            </p14:nvContentPartPr>
            <p14:xfrm>
              <a:off x="271440" y="109440"/>
              <a:ext cx="8791920" cy="4943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ED6307-1D75-4A1E-9550-7D705AE28B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0" y="100080"/>
                <a:ext cx="8810640" cy="496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3167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42586"/>
            <a:ext cx="6172200" cy="386719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011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1057859"/>
            <a:ext cx="6019800" cy="38205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7215722" y="1654373"/>
            <a:ext cx="4042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2378A1-DAF0-48A2-82AF-7A8B109C7586}"/>
                  </a:ext>
                </a:extLst>
              </p14:cNvPr>
              <p14:cNvContentPartPr/>
              <p14:nvPr/>
            </p14:nvContentPartPr>
            <p14:xfrm>
              <a:off x="2214720" y="3757680"/>
              <a:ext cx="190800" cy="876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2378A1-DAF0-48A2-82AF-7A8B109C75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5360" y="3748320"/>
                <a:ext cx="209520" cy="89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676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5" dirty="0"/>
              <a:t>Coalitional</a:t>
            </a:r>
            <a:r>
              <a:rPr lang="en-IN" sz="2400" spc="-85" dirty="0"/>
              <a:t> </a:t>
            </a:r>
            <a:r>
              <a:rPr lang="en-IN" sz="2400" spc="-5" dirty="0"/>
              <a:t>Game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302037" y="1347917"/>
            <a:ext cx="618256" cy="1037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2539" y="2306440"/>
            <a:ext cx="618256" cy="1037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68485" y="2299857"/>
            <a:ext cx="618258" cy="1037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7663" y="3433863"/>
            <a:ext cx="618256" cy="1037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4403" y="3435718"/>
            <a:ext cx="624088" cy="1066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2423" y="4681156"/>
            <a:ext cx="617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Players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56879" y="1493334"/>
            <a:ext cx="1940560" cy="1127760"/>
            <a:chOff x="3956879" y="1493334"/>
            <a:chExt cx="1940560" cy="1127760"/>
          </a:xfrm>
        </p:grpSpPr>
        <p:sp>
          <p:nvSpPr>
            <p:cNvPr id="10" name="object 10"/>
            <p:cNvSpPr/>
            <p:nvPr/>
          </p:nvSpPr>
          <p:spPr>
            <a:xfrm>
              <a:off x="3961641" y="1498097"/>
              <a:ext cx="1931035" cy="1118235"/>
            </a:xfrm>
            <a:custGeom>
              <a:avLst/>
              <a:gdLst/>
              <a:ahLst/>
              <a:cxnLst/>
              <a:rect l="l" t="t" r="r" b="b"/>
              <a:pathLst>
                <a:path w="1931035" h="1118235">
                  <a:moveTo>
                    <a:pt x="0" y="0"/>
                  </a:moveTo>
                  <a:lnTo>
                    <a:pt x="1930796" y="0"/>
                  </a:lnTo>
                  <a:lnTo>
                    <a:pt x="1930796" y="1117797"/>
                  </a:lnTo>
                  <a:lnTo>
                    <a:pt x="0" y="111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029016" y="1548996"/>
              <a:ext cx="583723" cy="106699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638615" y="1548996"/>
              <a:ext cx="583723" cy="106699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248214" y="1548996"/>
              <a:ext cx="583723" cy="106699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275728" y="3398330"/>
            <a:ext cx="1299845" cy="1127760"/>
            <a:chOff x="4275728" y="3398330"/>
            <a:chExt cx="1299845" cy="1127760"/>
          </a:xfrm>
        </p:grpSpPr>
        <p:sp>
          <p:nvSpPr>
            <p:cNvPr id="15" name="object 15"/>
            <p:cNvSpPr/>
            <p:nvPr/>
          </p:nvSpPr>
          <p:spPr>
            <a:xfrm>
              <a:off x="4280491" y="3403093"/>
              <a:ext cx="1290320" cy="1118235"/>
            </a:xfrm>
            <a:custGeom>
              <a:avLst/>
              <a:gdLst/>
              <a:ahLst/>
              <a:cxnLst/>
              <a:rect l="l" t="t" r="r" b="b"/>
              <a:pathLst>
                <a:path w="1290320" h="1118235">
                  <a:moveTo>
                    <a:pt x="0" y="0"/>
                  </a:moveTo>
                  <a:lnTo>
                    <a:pt x="1290297" y="0"/>
                  </a:lnTo>
                  <a:lnTo>
                    <a:pt x="1290297" y="1117797"/>
                  </a:lnTo>
                  <a:lnTo>
                    <a:pt x="0" y="111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33816" y="3443062"/>
              <a:ext cx="583723" cy="103752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943415" y="3437167"/>
              <a:ext cx="583723" cy="106699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33220" y="4681165"/>
            <a:ext cx="8064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Coalitions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36881" y="2797656"/>
            <a:ext cx="787400" cy="362585"/>
            <a:chOff x="3136881" y="2797656"/>
            <a:chExt cx="787400" cy="362585"/>
          </a:xfrm>
        </p:grpSpPr>
        <p:sp>
          <p:nvSpPr>
            <p:cNvPr id="20" name="object 20"/>
            <p:cNvSpPr/>
            <p:nvPr/>
          </p:nvSpPr>
          <p:spPr>
            <a:xfrm>
              <a:off x="3141643" y="2802419"/>
              <a:ext cx="777875" cy="353060"/>
            </a:xfrm>
            <a:custGeom>
              <a:avLst/>
              <a:gdLst/>
              <a:ahLst/>
              <a:cxnLst/>
              <a:rect l="l" t="t" r="r" b="b"/>
              <a:pathLst>
                <a:path w="777875" h="353060">
                  <a:moveTo>
                    <a:pt x="601048" y="352499"/>
                  </a:moveTo>
                  <a:lnTo>
                    <a:pt x="601048" y="264374"/>
                  </a:lnTo>
                  <a:lnTo>
                    <a:pt x="0" y="264374"/>
                  </a:lnTo>
                  <a:lnTo>
                    <a:pt x="0" y="88124"/>
                  </a:lnTo>
                  <a:lnTo>
                    <a:pt x="601048" y="88124"/>
                  </a:lnTo>
                  <a:lnTo>
                    <a:pt x="601048" y="0"/>
                  </a:lnTo>
                  <a:lnTo>
                    <a:pt x="777298" y="176249"/>
                  </a:lnTo>
                  <a:lnTo>
                    <a:pt x="601048" y="3524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141643" y="2802419"/>
              <a:ext cx="777875" cy="353060"/>
            </a:xfrm>
            <a:custGeom>
              <a:avLst/>
              <a:gdLst/>
              <a:ahLst/>
              <a:cxnLst/>
              <a:rect l="l" t="t" r="r" b="b"/>
              <a:pathLst>
                <a:path w="777875" h="353060">
                  <a:moveTo>
                    <a:pt x="0" y="88124"/>
                  </a:moveTo>
                  <a:lnTo>
                    <a:pt x="601048" y="88124"/>
                  </a:lnTo>
                  <a:lnTo>
                    <a:pt x="601048" y="0"/>
                  </a:lnTo>
                  <a:lnTo>
                    <a:pt x="777298" y="176249"/>
                  </a:lnTo>
                  <a:lnTo>
                    <a:pt x="601048" y="352499"/>
                  </a:lnTo>
                  <a:lnTo>
                    <a:pt x="601048" y="264374"/>
                  </a:lnTo>
                  <a:lnTo>
                    <a:pt x="0" y="264374"/>
                  </a:lnTo>
                  <a:lnTo>
                    <a:pt x="0" y="881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085750" y="2839081"/>
            <a:ext cx="787400" cy="362585"/>
            <a:chOff x="6085750" y="2839081"/>
            <a:chExt cx="787400" cy="362585"/>
          </a:xfrm>
        </p:grpSpPr>
        <p:sp>
          <p:nvSpPr>
            <p:cNvPr id="23" name="object 23"/>
            <p:cNvSpPr/>
            <p:nvPr/>
          </p:nvSpPr>
          <p:spPr>
            <a:xfrm>
              <a:off x="6090512" y="2843844"/>
              <a:ext cx="777875" cy="353060"/>
            </a:xfrm>
            <a:custGeom>
              <a:avLst/>
              <a:gdLst/>
              <a:ahLst/>
              <a:cxnLst/>
              <a:rect l="l" t="t" r="r" b="b"/>
              <a:pathLst>
                <a:path w="777875" h="353060">
                  <a:moveTo>
                    <a:pt x="601048" y="352499"/>
                  </a:moveTo>
                  <a:lnTo>
                    <a:pt x="601048" y="264374"/>
                  </a:lnTo>
                  <a:lnTo>
                    <a:pt x="0" y="264374"/>
                  </a:lnTo>
                  <a:lnTo>
                    <a:pt x="0" y="88124"/>
                  </a:lnTo>
                  <a:lnTo>
                    <a:pt x="601048" y="88124"/>
                  </a:lnTo>
                  <a:lnTo>
                    <a:pt x="601048" y="0"/>
                  </a:lnTo>
                  <a:lnTo>
                    <a:pt x="777298" y="176249"/>
                  </a:lnTo>
                  <a:lnTo>
                    <a:pt x="601048" y="3524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090512" y="2843844"/>
              <a:ext cx="777875" cy="353060"/>
            </a:xfrm>
            <a:custGeom>
              <a:avLst/>
              <a:gdLst/>
              <a:ahLst/>
              <a:cxnLst/>
              <a:rect l="l" t="t" r="r" b="b"/>
              <a:pathLst>
                <a:path w="777875" h="353060">
                  <a:moveTo>
                    <a:pt x="0" y="88124"/>
                  </a:moveTo>
                  <a:lnTo>
                    <a:pt x="601048" y="88124"/>
                  </a:lnTo>
                  <a:lnTo>
                    <a:pt x="601048" y="0"/>
                  </a:lnTo>
                  <a:lnTo>
                    <a:pt x="777298" y="176249"/>
                  </a:lnTo>
                  <a:lnTo>
                    <a:pt x="601048" y="352499"/>
                  </a:lnTo>
                  <a:lnTo>
                    <a:pt x="601048" y="264374"/>
                  </a:lnTo>
                  <a:lnTo>
                    <a:pt x="0" y="264374"/>
                  </a:lnTo>
                  <a:lnTo>
                    <a:pt x="0" y="881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505014" y="4681165"/>
            <a:ext cx="614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Payo</a:t>
            </a:r>
            <a:r>
              <a:rPr sz="1400" spc="-3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fs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52605" y="2001931"/>
            <a:ext cx="5645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v=</a:t>
            </a:r>
            <a:r>
              <a:rPr sz="1400" spc="-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150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28805" y="3830727"/>
            <a:ext cx="5645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v=</a:t>
            </a:r>
            <a:r>
              <a:rPr sz="1400" spc="-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230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7012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Placeholder 4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5" dirty="0"/>
              <a:t>Coalitional</a:t>
            </a:r>
            <a:r>
              <a:rPr lang="en-IN" sz="2400" spc="-85" dirty="0"/>
              <a:t> </a:t>
            </a:r>
            <a:r>
              <a:rPr lang="en-IN" sz="2400" spc="-5" dirty="0"/>
              <a:t>Game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302037" y="1347917"/>
            <a:ext cx="618256" cy="1037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2539" y="2306440"/>
            <a:ext cx="618256" cy="1037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68485" y="2299857"/>
            <a:ext cx="618258" cy="1037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7663" y="3433863"/>
            <a:ext cx="618256" cy="1037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4403" y="3435718"/>
            <a:ext cx="624088" cy="1066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2423" y="4681156"/>
            <a:ext cx="617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Players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56879" y="1493334"/>
            <a:ext cx="1940560" cy="1365885"/>
            <a:chOff x="3956879" y="1493334"/>
            <a:chExt cx="1940560" cy="1365885"/>
          </a:xfrm>
        </p:grpSpPr>
        <p:sp>
          <p:nvSpPr>
            <p:cNvPr id="10" name="object 10"/>
            <p:cNvSpPr/>
            <p:nvPr/>
          </p:nvSpPr>
          <p:spPr>
            <a:xfrm>
              <a:off x="3961641" y="1498097"/>
              <a:ext cx="1931035" cy="1118235"/>
            </a:xfrm>
            <a:custGeom>
              <a:avLst/>
              <a:gdLst/>
              <a:ahLst/>
              <a:cxnLst/>
              <a:rect l="l" t="t" r="r" b="b"/>
              <a:pathLst>
                <a:path w="1931035" h="1118235">
                  <a:moveTo>
                    <a:pt x="0" y="0"/>
                  </a:moveTo>
                  <a:lnTo>
                    <a:pt x="1930796" y="0"/>
                  </a:lnTo>
                  <a:lnTo>
                    <a:pt x="1930796" y="1117797"/>
                  </a:lnTo>
                  <a:lnTo>
                    <a:pt x="0" y="111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029016" y="1548996"/>
              <a:ext cx="583723" cy="106699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638615" y="1548996"/>
              <a:ext cx="583723" cy="106699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248214" y="1548996"/>
              <a:ext cx="583723" cy="106699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934164" y="2648419"/>
              <a:ext cx="602615" cy="205740"/>
            </a:xfrm>
            <a:custGeom>
              <a:avLst/>
              <a:gdLst/>
              <a:ahLst/>
              <a:cxnLst/>
              <a:rect l="l" t="t" r="r" b="b"/>
              <a:pathLst>
                <a:path w="602614" h="205739">
                  <a:moveTo>
                    <a:pt x="0" y="0"/>
                  </a:moveTo>
                  <a:lnTo>
                    <a:pt x="16593" y="44452"/>
                  </a:lnTo>
                  <a:lnTo>
                    <a:pt x="52562" y="95224"/>
                  </a:lnTo>
                  <a:lnTo>
                    <a:pt x="91549" y="131249"/>
                  </a:lnTo>
                  <a:lnTo>
                    <a:pt x="127973" y="156133"/>
                  </a:lnTo>
                  <a:lnTo>
                    <a:pt x="168054" y="176730"/>
                  </a:lnTo>
                  <a:lnTo>
                    <a:pt x="210878" y="192330"/>
                  </a:lnTo>
                  <a:lnTo>
                    <a:pt x="255531" y="202223"/>
                  </a:lnTo>
                  <a:lnTo>
                    <a:pt x="301099" y="205699"/>
                  </a:lnTo>
                  <a:lnTo>
                    <a:pt x="346666" y="202269"/>
                  </a:lnTo>
                  <a:lnTo>
                    <a:pt x="391320" y="192422"/>
                  </a:lnTo>
                  <a:lnTo>
                    <a:pt x="434144" y="176870"/>
                  </a:lnTo>
                  <a:lnTo>
                    <a:pt x="474225" y="156326"/>
                  </a:lnTo>
                  <a:lnTo>
                    <a:pt x="510648" y="131499"/>
                  </a:lnTo>
                  <a:lnTo>
                    <a:pt x="549648" y="95540"/>
                  </a:lnTo>
                  <a:lnTo>
                    <a:pt x="579723" y="55399"/>
                  </a:lnTo>
                  <a:lnTo>
                    <a:pt x="599073" y="12474"/>
                  </a:lnTo>
                  <a:lnTo>
                    <a:pt x="602023" y="1474"/>
                  </a:lnTo>
                  <a:lnTo>
                    <a:pt x="602223" y="5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924715" y="2629819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80">
                  <a:moveTo>
                    <a:pt x="0" y="30449"/>
                  </a:moveTo>
                  <a:lnTo>
                    <a:pt x="7324" y="0"/>
                  </a:lnTo>
                  <a:lnTo>
                    <a:pt x="21299" y="28049"/>
                  </a:lnTo>
                  <a:lnTo>
                    <a:pt x="9449" y="18599"/>
                  </a:lnTo>
                  <a:lnTo>
                    <a:pt x="0" y="30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924715" y="2629819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80">
                  <a:moveTo>
                    <a:pt x="9449" y="18599"/>
                  </a:moveTo>
                  <a:lnTo>
                    <a:pt x="21299" y="28049"/>
                  </a:lnTo>
                  <a:lnTo>
                    <a:pt x="7324" y="0"/>
                  </a:lnTo>
                  <a:lnTo>
                    <a:pt x="0" y="30449"/>
                  </a:lnTo>
                  <a:lnTo>
                    <a:pt x="9449" y="18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524513" y="2630419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80">
                  <a:moveTo>
                    <a:pt x="21299" y="30474"/>
                  </a:moveTo>
                  <a:lnTo>
                    <a:pt x="11874" y="18599"/>
                  </a:lnTo>
                  <a:lnTo>
                    <a:pt x="0" y="28024"/>
                  </a:lnTo>
                  <a:lnTo>
                    <a:pt x="13974" y="0"/>
                  </a:lnTo>
                  <a:lnTo>
                    <a:pt x="21299" y="30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524513" y="2630419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80">
                  <a:moveTo>
                    <a:pt x="11874" y="18599"/>
                  </a:moveTo>
                  <a:lnTo>
                    <a:pt x="21299" y="30474"/>
                  </a:lnTo>
                  <a:lnTo>
                    <a:pt x="13974" y="0"/>
                  </a:lnTo>
                  <a:lnTo>
                    <a:pt x="0" y="28024"/>
                  </a:lnTo>
                  <a:lnTo>
                    <a:pt x="11874" y="18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327991" y="2647844"/>
              <a:ext cx="1205230" cy="206375"/>
            </a:xfrm>
            <a:custGeom>
              <a:avLst/>
              <a:gdLst/>
              <a:ahLst/>
              <a:cxnLst/>
              <a:rect l="l" t="t" r="r" b="b"/>
              <a:pathLst>
                <a:path w="1205229" h="206375">
                  <a:moveTo>
                    <a:pt x="0" y="0"/>
                  </a:moveTo>
                  <a:lnTo>
                    <a:pt x="23018" y="34328"/>
                  </a:lnTo>
                  <a:lnTo>
                    <a:pt x="72875" y="76123"/>
                  </a:lnTo>
                  <a:lnTo>
                    <a:pt x="142372" y="114426"/>
                  </a:lnTo>
                  <a:lnTo>
                    <a:pt x="183374" y="131824"/>
                  </a:lnTo>
                  <a:lnTo>
                    <a:pt x="227948" y="147841"/>
                  </a:lnTo>
                  <a:lnTo>
                    <a:pt x="275647" y="162287"/>
                  </a:lnTo>
                  <a:lnTo>
                    <a:pt x="326026" y="174989"/>
                  </a:lnTo>
                  <a:lnTo>
                    <a:pt x="378636" y="185774"/>
                  </a:lnTo>
                  <a:lnTo>
                    <a:pt x="433033" y="194469"/>
                  </a:lnTo>
                  <a:lnTo>
                    <a:pt x="488769" y="200899"/>
                  </a:lnTo>
                  <a:lnTo>
                    <a:pt x="545398" y="204892"/>
                  </a:lnTo>
                  <a:lnTo>
                    <a:pt x="602473" y="206274"/>
                  </a:lnTo>
                  <a:lnTo>
                    <a:pt x="659549" y="204920"/>
                  </a:lnTo>
                  <a:lnTo>
                    <a:pt x="716178" y="200956"/>
                  </a:lnTo>
                  <a:lnTo>
                    <a:pt x="771914" y="194554"/>
                  </a:lnTo>
                  <a:lnTo>
                    <a:pt x="826310" y="185890"/>
                  </a:lnTo>
                  <a:lnTo>
                    <a:pt x="878921" y="175136"/>
                  </a:lnTo>
                  <a:lnTo>
                    <a:pt x="929299" y="162466"/>
                  </a:lnTo>
                  <a:lnTo>
                    <a:pt x="976999" y="148054"/>
                  </a:lnTo>
                  <a:lnTo>
                    <a:pt x="1021572" y="132074"/>
                  </a:lnTo>
                  <a:lnTo>
                    <a:pt x="1062575" y="114703"/>
                  </a:lnTo>
                  <a:lnTo>
                    <a:pt x="1099560" y="96115"/>
                  </a:lnTo>
                  <a:lnTo>
                    <a:pt x="1159697" y="55974"/>
                  </a:lnTo>
                  <a:lnTo>
                    <a:pt x="1190930" y="23968"/>
                  </a:lnTo>
                  <a:lnTo>
                    <a:pt x="1204297" y="2049"/>
                  </a:lnTo>
                  <a:lnTo>
                    <a:pt x="1204947" y="5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319866" y="262959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4" h="31114">
                  <a:moveTo>
                    <a:pt x="0" y="31049"/>
                  </a:moveTo>
                  <a:lnTo>
                    <a:pt x="4049" y="0"/>
                  </a:lnTo>
                  <a:lnTo>
                    <a:pt x="20899" y="26374"/>
                  </a:lnTo>
                  <a:lnTo>
                    <a:pt x="8124" y="18249"/>
                  </a:lnTo>
                  <a:lnTo>
                    <a:pt x="0" y="310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319866" y="262959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4" h="31114">
                  <a:moveTo>
                    <a:pt x="8124" y="18249"/>
                  </a:moveTo>
                  <a:lnTo>
                    <a:pt x="20899" y="26374"/>
                  </a:lnTo>
                  <a:lnTo>
                    <a:pt x="4049" y="0"/>
                  </a:lnTo>
                  <a:lnTo>
                    <a:pt x="0" y="31049"/>
                  </a:lnTo>
                  <a:lnTo>
                    <a:pt x="8124" y="18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520138" y="2630169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4" h="31114">
                  <a:moveTo>
                    <a:pt x="20899" y="31074"/>
                  </a:moveTo>
                  <a:lnTo>
                    <a:pt x="12799" y="18274"/>
                  </a:lnTo>
                  <a:lnTo>
                    <a:pt x="0" y="26374"/>
                  </a:lnTo>
                  <a:lnTo>
                    <a:pt x="16899" y="0"/>
                  </a:lnTo>
                  <a:lnTo>
                    <a:pt x="20899" y="310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520138" y="2630169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4" h="31114">
                  <a:moveTo>
                    <a:pt x="12799" y="18274"/>
                  </a:moveTo>
                  <a:lnTo>
                    <a:pt x="20899" y="31074"/>
                  </a:lnTo>
                  <a:lnTo>
                    <a:pt x="16899" y="0"/>
                  </a:lnTo>
                  <a:lnTo>
                    <a:pt x="0" y="26374"/>
                  </a:lnTo>
                  <a:lnTo>
                    <a:pt x="12799" y="182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432864" y="2615695"/>
              <a:ext cx="183874" cy="1838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275728" y="3194280"/>
            <a:ext cx="1299845" cy="1331595"/>
            <a:chOff x="4275728" y="3194280"/>
            <a:chExt cx="1299845" cy="1331595"/>
          </a:xfrm>
        </p:grpSpPr>
        <p:sp>
          <p:nvSpPr>
            <p:cNvPr id="26" name="object 26"/>
            <p:cNvSpPr/>
            <p:nvPr/>
          </p:nvSpPr>
          <p:spPr>
            <a:xfrm>
              <a:off x="4280491" y="3403093"/>
              <a:ext cx="1290320" cy="1118235"/>
            </a:xfrm>
            <a:custGeom>
              <a:avLst/>
              <a:gdLst/>
              <a:ahLst/>
              <a:cxnLst/>
              <a:rect l="l" t="t" r="r" b="b"/>
              <a:pathLst>
                <a:path w="1290320" h="1118235">
                  <a:moveTo>
                    <a:pt x="0" y="0"/>
                  </a:moveTo>
                  <a:lnTo>
                    <a:pt x="1290297" y="0"/>
                  </a:lnTo>
                  <a:lnTo>
                    <a:pt x="1290297" y="1117797"/>
                  </a:lnTo>
                  <a:lnTo>
                    <a:pt x="0" y="111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333816" y="3443063"/>
              <a:ext cx="583723" cy="103752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943415" y="3437168"/>
              <a:ext cx="583723" cy="106699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629365" y="3199043"/>
              <a:ext cx="602615" cy="206375"/>
            </a:xfrm>
            <a:custGeom>
              <a:avLst/>
              <a:gdLst/>
              <a:ahLst/>
              <a:cxnLst/>
              <a:rect l="l" t="t" r="r" b="b"/>
              <a:pathLst>
                <a:path w="602614" h="206375">
                  <a:moveTo>
                    <a:pt x="0" y="205699"/>
                  </a:moveTo>
                  <a:lnTo>
                    <a:pt x="16593" y="161222"/>
                  </a:lnTo>
                  <a:lnTo>
                    <a:pt x="52562" y="110443"/>
                  </a:lnTo>
                  <a:lnTo>
                    <a:pt x="91549" y="74374"/>
                  </a:lnTo>
                  <a:lnTo>
                    <a:pt x="127973" y="49491"/>
                  </a:lnTo>
                  <a:lnTo>
                    <a:pt x="168054" y="28898"/>
                  </a:lnTo>
                  <a:lnTo>
                    <a:pt x="210878" y="13309"/>
                  </a:lnTo>
                  <a:lnTo>
                    <a:pt x="255531" y="3438"/>
                  </a:lnTo>
                  <a:lnTo>
                    <a:pt x="301099" y="0"/>
                  </a:lnTo>
                  <a:lnTo>
                    <a:pt x="346666" y="3484"/>
                  </a:lnTo>
                  <a:lnTo>
                    <a:pt x="391320" y="13401"/>
                  </a:lnTo>
                  <a:lnTo>
                    <a:pt x="434144" y="29039"/>
                  </a:lnTo>
                  <a:lnTo>
                    <a:pt x="474225" y="49684"/>
                  </a:lnTo>
                  <a:lnTo>
                    <a:pt x="510648" y="74624"/>
                  </a:lnTo>
                  <a:lnTo>
                    <a:pt x="549648" y="110749"/>
                  </a:lnTo>
                  <a:lnTo>
                    <a:pt x="579723" y="151074"/>
                  </a:lnTo>
                  <a:lnTo>
                    <a:pt x="599073" y="194199"/>
                  </a:lnTo>
                  <a:lnTo>
                    <a:pt x="602023" y="205249"/>
                  </a:lnTo>
                  <a:lnTo>
                    <a:pt x="602248" y="2062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619915" y="3392893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79">
                  <a:moveTo>
                    <a:pt x="7324" y="30449"/>
                  </a:moveTo>
                  <a:lnTo>
                    <a:pt x="0" y="0"/>
                  </a:lnTo>
                  <a:lnTo>
                    <a:pt x="9449" y="11849"/>
                  </a:lnTo>
                  <a:lnTo>
                    <a:pt x="21299" y="2399"/>
                  </a:lnTo>
                  <a:lnTo>
                    <a:pt x="7324" y="30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619915" y="3392893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79">
                  <a:moveTo>
                    <a:pt x="9449" y="11849"/>
                  </a:moveTo>
                  <a:lnTo>
                    <a:pt x="0" y="0"/>
                  </a:lnTo>
                  <a:lnTo>
                    <a:pt x="7324" y="30449"/>
                  </a:lnTo>
                  <a:lnTo>
                    <a:pt x="21299" y="2399"/>
                  </a:lnTo>
                  <a:lnTo>
                    <a:pt x="9449" y="11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219764" y="3393493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79">
                  <a:moveTo>
                    <a:pt x="13949" y="30449"/>
                  </a:moveTo>
                  <a:lnTo>
                    <a:pt x="0" y="2399"/>
                  </a:lnTo>
                  <a:lnTo>
                    <a:pt x="11849" y="11849"/>
                  </a:lnTo>
                  <a:lnTo>
                    <a:pt x="21299" y="0"/>
                  </a:lnTo>
                  <a:lnTo>
                    <a:pt x="13949" y="30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219764" y="3393493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79">
                  <a:moveTo>
                    <a:pt x="11849" y="11849"/>
                  </a:moveTo>
                  <a:lnTo>
                    <a:pt x="0" y="2399"/>
                  </a:lnTo>
                  <a:lnTo>
                    <a:pt x="13949" y="30449"/>
                  </a:lnTo>
                  <a:lnTo>
                    <a:pt x="21299" y="0"/>
                  </a:lnTo>
                  <a:lnTo>
                    <a:pt x="11849" y="11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5127639" y="3226468"/>
              <a:ext cx="183874" cy="1838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533220" y="4681165"/>
            <a:ext cx="8064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Coalitions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136881" y="2797656"/>
            <a:ext cx="787400" cy="362585"/>
            <a:chOff x="3136881" y="2797656"/>
            <a:chExt cx="787400" cy="362585"/>
          </a:xfrm>
        </p:grpSpPr>
        <p:sp>
          <p:nvSpPr>
            <p:cNvPr id="37" name="object 37"/>
            <p:cNvSpPr/>
            <p:nvPr/>
          </p:nvSpPr>
          <p:spPr>
            <a:xfrm>
              <a:off x="3141643" y="2802419"/>
              <a:ext cx="777875" cy="353060"/>
            </a:xfrm>
            <a:custGeom>
              <a:avLst/>
              <a:gdLst/>
              <a:ahLst/>
              <a:cxnLst/>
              <a:rect l="l" t="t" r="r" b="b"/>
              <a:pathLst>
                <a:path w="777875" h="353060">
                  <a:moveTo>
                    <a:pt x="601048" y="352499"/>
                  </a:moveTo>
                  <a:lnTo>
                    <a:pt x="601048" y="264374"/>
                  </a:lnTo>
                  <a:lnTo>
                    <a:pt x="0" y="264374"/>
                  </a:lnTo>
                  <a:lnTo>
                    <a:pt x="0" y="88124"/>
                  </a:lnTo>
                  <a:lnTo>
                    <a:pt x="601048" y="88124"/>
                  </a:lnTo>
                  <a:lnTo>
                    <a:pt x="601048" y="0"/>
                  </a:lnTo>
                  <a:lnTo>
                    <a:pt x="777298" y="176249"/>
                  </a:lnTo>
                  <a:lnTo>
                    <a:pt x="601048" y="3524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3141643" y="2802419"/>
              <a:ext cx="777875" cy="353060"/>
            </a:xfrm>
            <a:custGeom>
              <a:avLst/>
              <a:gdLst/>
              <a:ahLst/>
              <a:cxnLst/>
              <a:rect l="l" t="t" r="r" b="b"/>
              <a:pathLst>
                <a:path w="777875" h="353060">
                  <a:moveTo>
                    <a:pt x="0" y="88124"/>
                  </a:moveTo>
                  <a:lnTo>
                    <a:pt x="601048" y="88124"/>
                  </a:lnTo>
                  <a:lnTo>
                    <a:pt x="601048" y="0"/>
                  </a:lnTo>
                  <a:lnTo>
                    <a:pt x="777298" y="176249"/>
                  </a:lnTo>
                  <a:lnTo>
                    <a:pt x="601048" y="352499"/>
                  </a:lnTo>
                  <a:lnTo>
                    <a:pt x="601048" y="264374"/>
                  </a:lnTo>
                  <a:lnTo>
                    <a:pt x="0" y="264374"/>
                  </a:lnTo>
                  <a:lnTo>
                    <a:pt x="0" y="881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6085750" y="2839081"/>
            <a:ext cx="787400" cy="362585"/>
            <a:chOff x="6085750" y="2839081"/>
            <a:chExt cx="787400" cy="362585"/>
          </a:xfrm>
        </p:grpSpPr>
        <p:sp>
          <p:nvSpPr>
            <p:cNvPr id="40" name="object 40"/>
            <p:cNvSpPr/>
            <p:nvPr/>
          </p:nvSpPr>
          <p:spPr>
            <a:xfrm>
              <a:off x="6090512" y="2843844"/>
              <a:ext cx="777875" cy="353060"/>
            </a:xfrm>
            <a:custGeom>
              <a:avLst/>
              <a:gdLst/>
              <a:ahLst/>
              <a:cxnLst/>
              <a:rect l="l" t="t" r="r" b="b"/>
              <a:pathLst>
                <a:path w="777875" h="353060">
                  <a:moveTo>
                    <a:pt x="601048" y="352499"/>
                  </a:moveTo>
                  <a:lnTo>
                    <a:pt x="601048" y="264374"/>
                  </a:lnTo>
                  <a:lnTo>
                    <a:pt x="0" y="264374"/>
                  </a:lnTo>
                  <a:lnTo>
                    <a:pt x="0" y="88124"/>
                  </a:lnTo>
                  <a:lnTo>
                    <a:pt x="601048" y="88124"/>
                  </a:lnTo>
                  <a:lnTo>
                    <a:pt x="601048" y="0"/>
                  </a:lnTo>
                  <a:lnTo>
                    <a:pt x="777298" y="176249"/>
                  </a:lnTo>
                  <a:lnTo>
                    <a:pt x="601048" y="3524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6090512" y="2843844"/>
              <a:ext cx="777875" cy="353060"/>
            </a:xfrm>
            <a:custGeom>
              <a:avLst/>
              <a:gdLst/>
              <a:ahLst/>
              <a:cxnLst/>
              <a:rect l="l" t="t" r="r" b="b"/>
              <a:pathLst>
                <a:path w="777875" h="353060">
                  <a:moveTo>
                    <a:pt x="0" y="88124"/>
                  </a:moveTo>
                  <a:lnTo>
                    <a:pt x="601048" y="88124"/>
                  </a:lnTo>
                  <a:lnTo>
                    <a:pt x="601048" y="0"/>
                  </a:lnTo>
                  <a:lnTo>
                    <a:pt x="777298" y="176249"/>
                  </a:lnTo>
                  <a:lnTo>
                    <a:pt x="601048" y="352499"/>
                  </a:lnTo>
                  <a:lnTo>
                    <a:pt x="601048" y="264374"/>
                  </a:lnTo>
                  <a:lnTo>
                    <a:pt x="0" y="264374"/>
                  </a:lnTo>
                  <a:lnTo>
                    <a:pt x="0" y="881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505014" y="4681165"/>
            <a:ext cx="614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Payo</a:t>
            </a:r>
            <a:r>
              <a:rPr sz="1400" spc="-3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fs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52605" y="2001931"/>
            <a:ext cx="5245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v=</a:t>
            </a:r>
            <a:r>
              <a:rPr sz="1400" spc="-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-20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28805" y="3830727"/>
            <a:ext cx="5645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v=</a:t>
            </a:r>
            <a:r>
              <a:rPr sz="1400" spc="-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230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7036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10" dirty="0"/>
              <a:t>Shapley</a:t>
            </a:r>
            <a:r>
              <a:rPr lang="en-IN" sz="2400" spc="-85" dirty="0"/>
              <a:t> </a:t>
            </a:r>
            <a:r>
              <a:rPr lang="en-IN" sz="2400" spc="-40" dirty="0"/>
              <a:t>Values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4634865" cy="26574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spcBef>
                <a:spcPts val="52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Design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Scheme Φi for player</a:t>
            </a:r>
            <a:r>
              <a:rPr spc="-229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33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M-Player coalitional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game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Payoff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v(S)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379095" indent="-367030">
              <a:spcBef>
                <a:spcPts val="254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Scheme Has to Follow Four</a:t>
            </a:r>
            <a:r>
              <a:rPr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Criteria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33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1)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Efficiency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buClr>
                <a:srgbClr val="595959"/>
              </a:buClr>
              <a:buFont typeface="Arial"/>
              <a:buChar char="○"/>
            </a:pPr>
            <a:endParaRPr sz="150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30"/>
              </a:spcBef>
              <a:buClr>
                <a:srgbClr val="595959"/>
              </a:buClr>
              <a:buFont typeface="Arial"/>
              <a:buChar char="○"/>
            </a:pPr>
            <a:endParaRPr sz="210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2)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Symmetry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35"/>
              </a:spcBef>
              <a:buClr>
                <a:srgbClr val="595959"/>
              </a:buClr>
              <a:buFont typeface="Arial"/>
              <a:buChar char="○"/>
            </a:pPr>
            <a:endParaRPr sz="190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3) Dummy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Player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1" y="4323531"/>
            <a:ext cx="1240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spcBef>
                <a:spcPts val="100"/>
              </a:spcBef>
              <a:buFontTx/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4)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Linearity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21156" y="3245630"/>
            <a:ext cx="1788420" cy="192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91162" y="2417829"/>
            <a:ext cx="1101090" cy="570865"/>
            <a:chOff x="4091162" y="2417829"/>
            <a:chExt cx="1101090" cy="570865"/>
          </a:xfrm>
        </p:grpSpPr>
        <p:sp>
          <p:nvSpPr>
            <p:cNvPr id="7" name="object 7"/>
            <p:cNvSpPr/>
            <p:nvPr/>
          </p:nvSpPr>
          <p:spPr>
            <a:xfrm>
              <a:off x="4091162" y="2417829"/>
              <a:ext cx="1100975" cy="5522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257491" y="2973819"/>
              <a:ext cx="118110" cy="0"/>
            </a:xfrm>
            <a:custGeom>
              <a:avLst/>
              <a:gdLst/>
              <a:ahLst/>
              <a:cxnLst/>
              <a:rect l="l" t="t" r="r" b="b"/>
              <a:pathLst>
                <a:path w="118110">
                  <a:moveTo>
                    <a:pt x="0" y="0"/>
                  </a:moveTo>
                  <a:lnTo>
                    <a:pt x="11759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9" name="object 9"/>
          <p:cNvSpPr/>
          <p:nvPr/>
        </p:nvSpPr>
        <p:spPr>
          <a:xfrm>
            <a:off x="3270818" y="3987725"/>
            <a:ext cx="1476797" cy="238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87463" y="4599043"/>
            <a:ext cx="1903188" cy="1971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05206" y="4404903"/>
            <a:ext cx="1210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Aas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2019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21549" y="3994610"/>
            <a:ext cx="514387" cy="1901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13265" y="4006441"/>
            <a:ext cx="391795" cy="196215"/>
          </a:xfrm>
          <a:custGeom>
            <a:avLst/>
            <a:gdLst/>
            <a:ahLst/>
            <a:cxnLst/>
            <a:rect l="l" t="t" r="r" b="b"/>
            <a:pathLst>
              <a:path w="391795" h="196214">
                <a:moveTo>
                  <a:pt x="0" y="48899"/>
                </a:moveTo>
                <a:lnTo>
                  <a:pt x="293399" y="48899"/>
                </a:lnTo>
                <a:lnTo>
                  <a:pt x="293399" y="0"/>
                </a:lnTo>
                <a:lnTo>
                  <a:pt x="391199" y="97799"/>
                </a:lnTo>
                <a:lnTo>
                  <a:pt x="293399" y="195599"/>
                </a:lnTo>
                <a:lnTo>
                  <a:pt x="293399" y="146699"/>
                </a:lnTo>
                <a:lnTo>
                  <a:pt x="0" y="146699"/>
                </a:lnTo>
                <a:lnTo>
                  <a:pt x="0" y="488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56212" y="3201939"/>
            <a:ext cx="599092" cy="2156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34314" y="3242818"/>
            <a:ext cx="391795" cy="196215"/>
          </a:xfrm>
          <a:custGeom>
            <a:avLst/>
            <a:gdLst/>
            <a:ahLst/>
            <a:cxnLst/>
            <a:rect l="l" t="t" r="r" b="b"/>
            <a:pathLst>
              <a:path w="391795" h="196214">
                <a:moveTo>
                  <a:pt x="0" y="48899"/>
                </a:moveTo>
                <a:lnTo>
                  <a:pt x="293399" y="48899"/>
                </a:lnTo>
                <a:lnTo>
                  <a:pt x="293399" y="0"/>
                </a:lnTo>
                <a:lnTo>
                  <a:pt x="391199" y="97799"/>
                </a:lnTo>
                <a:lnTo>
                  <a:pt x="293399" y="195599"/>
                </a:lnTo>
                <a:lnTo>
                  <a:pt x="293399" y="146699"/>
                </a:lnTo>
                <a:lnTo>
                  <a:pt x="0" y="146699"/>
                </a:lnTo>
                <a:lnTo>
                  <a:pt x="0" y="488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89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10" dirty="0"/>
              <a:t>Shapley</a:t>
            </a:r>
            <a:r>
              <a:rPr lang="en-IN" sz="2400" spc="-85" dirty="0"/>
              <a:t> </a:t>
            </a:r>
            <a:r>
              <a:rPr lang="en-IN" sz="2400" spc="-40" dirty="0"/>
              <a:t>Values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3634104" cy="852156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spcBef>
                <a:spcPts val="52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Solution: Sha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y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 - 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players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 (S)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payoff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2803" y="4491165"/>
            <a:ext cx="7442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marR="5080" indent="-156845">
              <a:spcBef>
                <a:spcPts val="100"/>
              </a:spcBef>
            </a:pPr>
            <a:r>
              <a:rPr sz="1000" spc="-5" dirty="0">
                <a:solidFill>
                  <a:prstClr val="black"/>
                </a:solidFill>
                <a:latin typeface="Arial"/>
                <a:cs typeface="Arial"/>
              </a:rPr>
              <a:t>impacts to</a:t>
            </a:r>
            <a:r>
              <a:rPr sz="1000" spc="-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prstClr val="black"/>
                </a:solidFill>
                <a:latin typeface="Arial"/>
                <a:cs typeface="Arial"/>
              </a:rPr>
              <a:t>to  </a:t>
            </a:r>
            <a:r>
              <a:rPr sz="1000" spc="-10" dirty="0">
                <a:solidFill>
                  <a:prstClr val="black"/>
                </a:solidFill>
                <a:latin typeface="Arial"/>
                <a:cs typeface="Arial"/>
              </a:rPr>
              <a:t>payoffs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14258" y="2820363"/>
            <a:ext cx="4135120" cy="1647825"/>
            <a:chOff x="2114258" y="2820363"/>
            <a:chExt cx="4135120" cy="1647825"/>
          </a:xfrm>
        </p:grpSpPr>
        <p:sp>
          <p:nvSpPr>
            <p:cNvPr id="6" name="object 6"/>
            <p:cNvSpPr/>
            <p:nvPr/>
          </p:nvSpPr>
          <p:spPr>
            <a:xfrm>
              <a:off x="2492210" y="2820363"/>
              <a:ext cx="3709337" cy="5368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119020" y="3340143"/>
              <a:ext cx="4130040" cy="1087120"/>
            </a:xfrm>
            <a:custGeom>
              <a:avLst/>
              <a:gdLst/>
              <a:ahLst/>
              <a:cxnLst/>
              <a:rect l="l" t="t" r="r" b="b"/>
              <a:pathLst>
                <a:path w="4130040" h="1087120">
                  <a:moveTo>
                    <a:pt x="2639569" y="0"/>
                  </a:moveTo>
                  <a:lnTo>
                    <a:pt x="4129966" y="0"/>
                  </a:lnTo>
                </a:path>
                <a:path w="4130040" h="1087120">
                  <a:moveTo>
                    <a:pt x="0" y="1086597"/>
                  </a:moveTo>
                  <a:lnTo>
                    <a:pt x="430999" y="527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535519" y="3352993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29024" y="45949"/>
                  </a:moveTo>
                  <a:lnTo>
                    <a:pt x="0" y="33849"/>
                  </a:lnTo>
                  <a:lnTo>
                    <a:pt x="31149" y="0"/>
                  </a:lnTo>
                  <a:lnTo>
                    <a:pt x="29024" y="459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535519" y="3352993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29024" y="45949"/>
                  </a:moveTo>
                  <a:lnTo>
                    <a:pt x="31149" y="0"/>
                  </a:lnTo>
                  <a:lnTo>
                    <a:pt x="0" y="33849"/>
                  </a:lnTo>
                  <a:lnTo>
                    <a:pt x="29024" y="459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502488" y="3396868"/>
              <a:ext cx="622935" cy="1026794"/>
            </a:xfrm>
            <a:custGeom>
              <a:avLst/>
              <a:gdLst/>
              <a:ahLst/>
              <a:cxnLst/>
              <a:rect l="l" t="t" r="r" b="b"/>
              <a:pathLst>
                <a:path w="622935" h="1026795">
                  <a:moveTo>
                    <a:pt x="622848" y="102634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480063" y="3359918"/>
              <a:ext cx="36195" cy="45720"/>
            </a:xfrm>
            <a:custGeom>
              <a:avLst/>
              <a:gdLst/>
              <a:ahLst/>
              <a:cxnLst/>
              <a:rect l="l" t="t" r="r" b="b"/>
              <a:pathLst>
                <a:path w="36195" h="45720">
                  <a:moveTo>
                    <a:pt x="8974" y="45124"/>
                  </a:moveTo>
                  <a:lnTo>
                    <a:pt x="0" y="0"/>
                  </a:lnTo>
                  <a:lnTo>
                    <a:pt x="35874" y="28799"/>
                  </a:lnTo>
                  <a:lnTo>
                    <a:pt x="8974" y="451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480063" y="3359918"/>
              <a:ext cx="36195" cy="45720"/>
            </a:xfrm>
            <a:custGeom>
              <a:avLst/>
              <a:gdLst/>
              <a:ahLst/>
              <a:cxnLst/>
              <a:rect l="l" t="t" r="r" b="b"/>
              <a:pathLst>
                <a:path w="36195" h="45720">
                  <a:moveTo>
                    <a:pt x="35874" y="28799"/>
                  </a:moveTo>
                  <a:lnTo>
                    <a:pt x="0" y="0"/>
                  </a:lnTo>
                  <a:lnTo>
                    <a:pt x="8974" y="45124"/>
                  </a:lnTo>
                  <a:lnTo>
                    <a:pt x="35874" y="28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868167" y="3340143"/>
              <a:ext cx="781685" cy="1123315"/>
            </a:xfrm>
            <a:custGeom>
              <a:avLst/>
              <a:gdLst/>
              <a:ahLst/>
              <a:cxnLst/>
              <a:rect l="l" t="t" r="r" b="b"/>
              <a:pathLst>
                <a:path w="781685" h="1123314">
                  <a:moveTo>
                    <a:pt x="0" y="0"/>
                  </a:moveTo>
                  <a:lnTo>
                    <a:pt x="781198" y="0"/>
                  </a:lnTo>
                </a:path>
                <a:path w="781685" h="1123314">
                  <a:moveTo>
                    <a:pt x="518273" y="1122897"/>
                  </a:moveTo>
                  <a:lnTo>
                    <a:pt x="486224" y="1321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338666" y="34290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699"/>
                  </a:moveTo>
                  <a:lnTo>
                    <a:pt x="14324" y="0"/>
                  </a:lnTo>
                  <a:lnTo>
                    <a:pt x="31449" y="42674"/>
                  </a:lnTo>
                  <a:lnTo>
                    <a:pt x="0" y="436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338666" y="34290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2674"/>
                  </a:moveTo>
                  <a:lnTo>
                    <a:pt x="14324" y="0"/>
                  </a:lnTo>
                  <a:lnTo>
                    <a:pt x="0" y="43699"/>
                  </a:lnTo>
                  <a:lnTo>
                    <a:pt x="31449" y="426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36268" y="3371493"/>
              <a:ext cx="102235" cy="0"/>
            </a:xfrm>
            <a:custGeom>
              <a:avLst/>
              <a:gdLst/>
              <a:ahLst/>
              <a:cxnLst/>
              <a:rect l="l" t="t" r="r" b="b"/>
              <a:pathLst>
                <a:path w="102235">
                  <a:moveTo>
                    <a:pt x="0" y="0"/>
                  </a:moveTo>
                  <a:lnTo>
                    <a:pt x="10199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09955" y="4494689"/>
            <a:ext cx="1016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165" marR="5080" indent="-292100">
              <a:spcBef>
                <a:spcPts val="100"/>
              </a:spcBef>
            </a:pPr>
            <a:r>
              <a:rPr sz="1000" spc="-5" dirty="0">
                <a:solidFill>
                  <a:prstClr val="black"/>
                </a:solidFill>
                <a:latin typeface="Arial"/>
                <a:cs typeface="Arial"/>
              </a:rPr>
              <a:t>Shapley </a:t>
            </a:r>
            <a:r>
              <a:rPr sz="1000" spc="-20" dirty="0">
                <a:solidFill>
                  <a:prstClr val="black"/>
                </a:solidFill>
                <a:latin typeface="Arial"/>
                <a:cs typeface="Arial"/>
              </a:rPr>
              <a:t>Value</a:t>
            </a:r>
            <a:r>
              <a:rPr sz="1000" spc="-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prstClr val="black"/>
                </a:solidFill>
                <a:latin typeface="Arial"/>
                <a:cs typeface="Arial"/>
              </a:rPr>
              <a:t>for  player</a:t>
            </a:r>
            <a:r>
              <a:rPr sz="10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77438" y="4530989"/>
            <a:ext cx="618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00" spc="-5" dirty="0">
                <a:solidFill>
                  <a:prstClr val="black"/>
                </a:solidFill>
                <a:latin typeface="Arial"/>
                <a:cs typeface="Arial"/>
              </a:rPr>
              <a:t>normalizer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3471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4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10" dirty="0"/>
              <a:t>Shapley</a:t>
            </a:r>
            <a:r>
              <a:rPr lang="en-IN" sz="2400" spc="-85" dirty="0"/>
              <a:t> </a:t>
            </a:r>
            <a:r>
              <a:rPr lang="en-IN" sz="2400" spc="-40" dirty="0"/>
              <a:t>Values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4089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spcBef>
                <a:spcPts val="100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Calculate Shapley 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for Player</a:t>
            </a:r>
            <a:r>
              <a:rPr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5962" y="2585713"/>
            <a:ext cx="3709670" cy="538480"/>
            <a:chOff x="1475962" y="2585713"/>
            <a:chExt cx="3709670" cy="538480"/>
          </a:xfrm>
        </p:grpSpPr>
        <p:sp>
          <p:nvSpPr>
            <p:cNvPr id="5" name="object 5"/>
            <p:cNvSpPr/>
            <p:nvPr/>
          </p:nvSpPr>
          <p:spPr>
            <a:xfrm>
              <a:off x="1475962" y="2585713"/>
              <a:ext cx="3709337" cy="5368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847121" y="3109818"/>
              <a:ext cx="1746250" cy="0"/>
            </a:xfrm>
            <a:custGeom>
              <a:avLst/>
              <a:gdLst/>
              <a:ahLst/>
              <a:cxnLst/>
              <a:rect l="l" t="t" r="r" b="b"/>
              <a:pathLst>
                <a:path w="1746250">
                  <a:moveTo>
                    <a:pt x="991548" y="0"/>
                  </a:moveTo>
                  <a:lnTo>
                    <a:pt x="1745746" y="0"/>
                  </a:lnTo>
                </a:path>
                <a:path w="1746250">
                  <a:moveTo>
                    <a:pt x="0" y="0"/>
                  </a:moveTo>
                  <a:lnTo>
                    <a:pt x="25439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867925" y="1219385"/>
            <a:ext cx="1248410" cy="958850"/>
            <a:chOff x="5867925" y="1219385"/>
            <a:chExt cx="1248410" cy="958850"/>
          </a:xfrm>
        </p:grpSpPr>
        <p:sp>
          <p:nvSpPr>
            <p:cNvPr id="8" name="object 8"/>
            <p:cNvSpPr/>
            <p:nvPr/>
          </p:nvSpPr>
          <p:spPr>
            <a:xfrm>
              <a:off x="5872688" y="1224147"/>
              <a:ext cx="1238885" cy="949325"/>
            </a:xfrm>
            <a:custGeom>
              <a:avLst/>
              <a:gdLst/>
              <a:ahLst/>
              <a:cxnLst/>
              <a:rect l="l" t="t" r="r" b="b"/>
              <a:pathLst>
                <a:path w="1238884" h="949325">
                  <a:moveTo>
                    <a:pt x="0" y="0"/>
                  </a:moveTo>
                  <a:lnTo>
                    <a:pt x="1238697" y="0"/>
                  </a:lnTo>
                  <a:lnTo>
                    <a:pt x="1238697" y="948898"/>
                  </a:lnTo>
                  <a:lnTo>
                    <a:pt x="0" y="9488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019658" y="1338789"/>
              <a:ext cx="405228" cy="69936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87999" y="1400642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22234" y="1343867"/>
            <a:ext cx="409051" cy="6993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4471" y="1764492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92241" y="1400642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89560" y="3170093"/>
            <a:ext cx="409076" cy="6993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68388" y="3057943"/>
            <a:ext cx="1047750" cy="94932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spcBef>
                <a:spcPts val="30"/>
              </a:spcBef>
            </a:pPr>
            <a:endParaRPr sz="1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445" algn="ctr"/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38100" algn="ctr"/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200848" y="3065256"/>
            <a:ext cx="1556385" cy="958850"/>
            <a:chOff x="7200848" y="3065256"/>
            <a:chExt cx="1556385" cy="958850"/>
          </a:xfrm>
        </p:grpSpPr>
        <p:sp>
          <p:nvSpPr>
            <p:cNvPr id="17" name="object 17"/>
            <p:cNvSpPr/>
            <p:nvPr/>
          </p:nvSpPr>
          <p:spPr>
            <a:xfrm>
              <a:off x="7205610" y="3070018"/>
              <a:ext cx="1546860" cy="949325"/>
            </a:xfrm>
            <a:custGeom>
              <a:avLst/>
              <a:gdLst/>
              <a:ahLst/>
              <a:cxnLst/>
              <a:rect l="l" t="t" r="r" b="b"/>
              <a:pathLst>
                <a:path w="1546859" h="949325">
                  <a:moveTo>
                    <a:pt x="0" y="0"/>
                  </a:moveTo>
                  <a:lnTo>
                    <a:pt x="1546496" y="0"/>
                  </a:lnTo>
                  <a:lnTo>
                    <a:pt x="1546496" y="948898"/>
                  </a:lnTo>
                  <a:lnTo>
                    <a:pt x="0" y="9488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757805" y="3198632"/>
              <a:ext cx="405228" cy="68005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8228881" y="3182693"/>
              <a:ext cx="409076" cy="6993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393289" y="3595479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97306" y="3194793"/>
            <a:ext cx="405228" cy="699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02918" y="3250641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29146" y="3256289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62546" y="3254051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332497" y="1206210"/>
            <a:ext cx="1248410" cy="958850"/>
            <a:chOff x="7332497" y="1206210"/>
            <a:chExt cx="1248410" cy="958850"/>
          </a:xfrm>
        </p:grpSpPr>
        <p:sp>
          <p:nvSpPr>
            <p:cNvPr id="26" name="object 26"/>
            <p:cNvSpPr/>
            <p:nvPr/>
          </p:nvSpPr>
          <p:spPr>
            <a:xfrm>
              <a:off x="7337259" y="1210972"/>
              <a:ext cx="1238885" cy="949325"/>
            </a:xfrm>
            <a:custGeom>
              <a:avLst/>
              <a:gdLst/>
              <a:ahLst/>
              <a:cxnLst/>
              <a:rect l="l" t="t" r="r" b="b"/>
              <a:pathLst>
                <a:path w="1238884" h="949325">
                  <a:moveTo>
                    <a:pt x="0" y="0"/>
                  </a:moveTo>
                  <a:lnTo>
                    <a:pt x="1238697" y="0"/>
                  </a:lnTo>
                  <a:lnTo>
                    <a:pt x="1238697" y="948898"/>
                  </a:lnTo>
                  <a:lnTo>
                    <a:pt x="0" y="9488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986781" y="1330692"/>
              <a:ext cx="409076" cy="699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159032" y="1751319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56793" y="1387469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85831" y="1329286"/>
            <a:ext cx="405252" cy="680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63780" y="1389202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41212" y="2212688"/>
            <a:ext cx="1134910" cy="2837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396884" y="2227263"/>
            <a:ext cx="1134910" cy="2837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012012" y="4046522"/>
            <a:ext cx="1040389" cy="2556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053092" y="2604477"/>
            <a:ext cx="906156" cy="13978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69556" y="4416345"/>
            <a:ext cx="725150" cy="1645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36110" y="2601216"/>
            <a:ext cx="968328" cy="1376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353560" y="4423285"/>
            <a:ext cx="1231900" cy="1520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678589" y="3311195"/>
            <a:ext cx="3501390" cy="506095"/>
            <a:chOff x="1678589" y="3311195"/>
            <a:chExt cx="3501390" cy="506095"/>
          </a:xfrm>
        </p:grpSpPr>
        <p:sp>
          <p:nvSpPr>
            <p:cNvPr id="40" name="object 40"/>
            <p:cNvSpPr/>
            <p:nvPr/>
          </p:nvSpPr>
          <p:spPr>
            <a:xfrm>
              <a:off x="1678589" y="3311195"/>
              <a:ext cx="3500780" cy="50557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2550319" y="3758342"/>
              <a:ext cx="1127760" cy="0"/>
            </a:xfrm>
            <a:custGeom>
              <a:avLst/>
              <a:gdLst/>
              <a:ahLst/>
              <a:cxnLst/>
              <a:rect l="l" t="t" r="r" b="b"/>
              <a:pathLst>
                <a:path w="1127760">
                  <a:moveTo>
                    <a:pt x="0" y="0"/>
                  </a:moveTo>
                  <a:lnTo>
                    <a:pt x="1127397" y="0"/>
                  </a:lnTo>
                </a:path>
              </a:pathLst>
            </a:custGeom>
            <a:ln w="28574">
              <a:solidFill>
                <a:srgbClr val="4985E8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2225057" y="4338946"/>
            <a:ext cx="2347595" cy="294005"/>
            <a:chOff x="2225057" y="4338946"/>
            <a:chExt cx="2347595" cy="294005"/>
          </a:xfrm>
        </p:grpSpPr>
        <p:sp>
          <p:nvSpPr>
            <p:cNvPr id="43" name="object 43"/>
            <p:cNvSpPr/>
            <p:nvPr/>
          </p:nvSpPr>
          <p:spPr>
            <a:xfrm>
              <a:off x="2225057" y="4338946"/>
              <a:ext cx="2339320" cy="24567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3982591" y="4618315"/>
              <a:ext cx="589915" cy="0"/>
            </a:xfrm>
            <a:custGeom>
              <a:avLst/>
              <a:gdLst/>
              <a:ahLst/>
              <a:cxnLst/>
              <a:rect l="l" t="t" r="r" b="b"/>
              <a:pathLst>
                <a:path w="589914">
                  <a:moveTo>
                    <a:pt x="0" y="0"/>
                  </a:moveTo>
                  <a:lnTo>
                    <a:pt x="589498" y="0"/>
                  </a:lnTo>
                </a:path>
              </a:pathLst>
            </a:custGeom>
            <a:ln w="28574">
              <a:solidFill>
                <a:srgbClr val="4985E8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2262445" y="4618115"/>
              <a:ext cx="492125" cy="0"/>
            </a:xfrm>
            <a:custGeom>
              <a:avLst/>
              <a:gdLst/>
              <a:ahLst/>
              <a:cxnLst/>
              <a:rect l="l" t="t" r="r" b="b"/>
              <a:pathLst>
                <a:path w="492125">
                  <a:moveTo>
                    <a:pt x="0" y="0"/>
                  </a:moveTo>
                  <a:lnTo>
                    <a:pt x="49169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46" name="object 46"/>
          <p:cNvSpPr/>
          <p:nvPr/>
        </p:nvSpPr>
        <p:spPr>
          <a:xfrm>
            <a:off x="7469355" y="4089186"/>
            <a:ext cx="1003156" cy="24063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69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10" dirty="0"/>
              <a:t>Shapley</a:t>
            </a:r>
            <a:r>
              <a:rPr lang="en-IN" sz="2400" spc="-85" dirty="0"/>
              <a:t> </a:t>
            </a:r>
            <a:r>
              <a:rPr lang="en-IN" sz="2400" spc="-40" dirty="0"/>
              <a:t>Values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2384080" y="1525372"/>
            <a:ext cx="4754020" cy="662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5929" y="2302332"/>
            <a:ext cx="1556385" cy="958850"/>
            <a:chOff x="3785929" y="2302332"/>
            <a:chExt cx="1556385" cy="958850"/>
          </a:xfrm>
        </p:grpSpPr>
        <p:sp>
          <p:nvSpPr>
            <p:cNvPr id="5" name="object 5"/>
            <p:cNvSpPr/>
            <p:nvPr/>
          </p:nvSpPr>
          <p:spPr>
            <a:xfrm>
              <a:off x="3790692" y="2307095"/>
              <a:ext cx="1546860" cy="949325"/>
            </a:xfrm>
            <a:custGeom>
              <a:avLst/>
              <a:gdLst/>
              <a:ahLst/>
              <a:cxnLst/>
              <a:rect l="l" t="t" r="r" b="b"/>
              <a:pathLst>
                <a:path w="1546860" h="949325">
                  <a:moveTo>
                    <a:pt x="0" y="0"/>
                  </a:moveTo>
                  <a:lnTo>
                    <a:pt x="1546496" y="0"/>
                  </a:lnTo>
                  <a:lnTo>
                    <a:pt x="1546496" y="948898"/>
                  </a:lnTo>
                  <a:lnTo>
                    <a:pt x="0" y="9488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342886" y="2435721"/>
              <a:ext cx="405228" cy="68004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813963" y="2419770"/>
              <a:ext cx="409076" cy="6993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78374" y="2832548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82387" y="2431862"/>
            <a:ext cx="405228" cy="6993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88004" y="2487718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14221" y="2493357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7631" y="2491128"/>
            <a:ext cx="83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7030" y="2832548"/>
            <a:ext cx="560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448309" algn="l"/>
              </a:tabLst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?	?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8646" y="3411305"/>
            <a:ext cx="7897086" cy="1106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9598" y="4596287"/>
            <a:ext cx="827815" cy="2092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81406" y="4557302"/>
            <a:ext cx="1210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Aas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2019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4933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10" dirty="0"/>
              <a:t>Back </a:t>
            </a:r>
            <a:r>
              <a:rPr lang="en-IN" sz="2400" spc="-5" dirty="0"/>
              <a:t>to </a:t>
            </a:r>
            <a:r>
              <a:rPr lang="en-IN" sz="2400" dirty="0"/>
              <a:t>ML</a:t>
            </a:r>
            <a:r>
              <a:rPr lang="en-IN" sz="2400" spc="-195" dirty="0"/>
              <a:t> </a:t>
            </a:r>
            <a:r>
              <a:rPr lang="en-IN" sz="2400" spc="-5" dirty="0"/>
              <a:t>Interpretability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866843" y="2842456"/>
            <a:ext cx="5473700" cy="1504315"/>
            <a:chOff x="1866843" y="2842456"/>
            <a:chExt cx="5473700" cy="1504315"/>
          </a:xfrm>
        </p:grpSpPr>
        <p:sp>
          <p:nvSpPr>
            <p:cNvPr id="4" name="object 4"/>
            <p:cNvSpPr/>
            <p:nvPr/>
          </p:nvSpPr>
          <p:spPr>
            <a:xfrm>
              <a:off x="1866843" y="3191369"/>
              <a:ext cx="5473649" cy="65672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919041" y="3734392"/>
              <a:ext cx="58419" cy="571500"/>
            </a:xfrm>
            <a:custGeom>
              <a:avLst/>
              <a:gdLst/>
              <a:ahLst/>
              <a:cxnLst/>
              <a:rect l="l" t="t" r="r" b="b"/>
              <a:pathLst>
                <a:path w="58419" h="571500">
                  <a:moveTo>
                    <a:pt x="0" y="571048"/>
                  </a:moveTo>
                  <a:lnTo>
                    <a:pt x="5811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961503" y="3691392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304" y="44599"/>
                  </a:moveTo>
                  <a:lnTo>
                    <a:pt x="0" y="41424"/>
                  </a:lnTo>
                  <a:lnTo>
                    <a:pt x="20027" y="0"/>
                  </a:lnTo>
                  <a:lnTo>
                    <a:pt x="31304" y="445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961503" y="3691392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304" y="44599"/>
                  </a:moveTo>
                  <a:lnTo>
                    <a:pt x="20027" y="0"/>
                  </a:lnTo>
                  <a:lnTo>
                    <a:pt x="0" y="41424"/>
                  </a:lnTo>
                  <a:lnTo>
                    <a:pt x="31304" y="44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550288" y="3863417"/>
              <a:ext cx="444500" cy="478790"/>
            </a:xfrm>
            <a:custGeom>
              <a:avLst/>
              <a:gdLst/>
              <a:ahLst/>
              <a:cxnLst/>
              <a:rect l="l" t="t" r="r" b="b"/>
              <a:pathLst>
                <a:path w="444500" h="478789">
                  <a:moveTo>
                    <a:pt x="0" y="478324"/>
                  </a:moveTo>
                  <a:lnTo>
                    <a:pt x="44412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982888" y="3831742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5">
                  <a:moveTo>
                    <a:pt x="23049" y="42399"/>
                  </a:moveTo>
                  <a:lnTo>
                    <a:pt x="0" y="20974"/>
                  </a:lnTo>
                  <a:lnTo>
                    <a:pt x="40924" y="0"/>
                  </a:lnTo>
                  <a:lnTo>
                    <a:pt x="23049" y="42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982888" y="3831742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5">
                  <a:moveTo>
                    <a:pt x="23049" y="42399"/>
                  </a:moveTo>
                  <a:lnTo>
                    <a:pt x="40924" y="0"/>
                  </a:lnTo>
                  <a:lnTo>
                    <a:pt x="0" y="20974"/>
                  </a:lnTo>
                  <a:lnTo>
                    <a:pt x="23049" y="42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990965" y="2847219"/>
              <a:ext cx="2279650" cy="932180"/>
            </a:xfrm>
            <a:custGeom>
              <a:avLst/>
              <a:gdLst/>
              <a:ahLst/>
              <a:cxnLst/>
              <a:rect l="l" t="t" r="r" b="b"/>
              <a:pathLst>
                <a:path w="2279650" h="932179">
                  <a:moveTo>
                    <a:pt x="0" y="932023"/>
                  </a:moveTo>
                  <a:lnTo>
                    <a:pt x="2279395" y="932023"/>
                  </a:lnTo>
                </a:path>
                <a:path w="2279650" h="932179">
                  <a:moveTo>
                    <a:pt x="158649" y="434424"/>
                  </a:moveTo>
                  <a:lnTo>
                    <a:pt x="593073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136389" y="3266493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0" y="28374"/>
                  </a:moveTo>
                  <a:lnTo>
                    <a:pt x="13224" y="0"/>
                  </a:lnTo>
                  <a:lnTo>
                    <a:pt x="13224" y="15149"/>
                  </a:lnTo>
                  <a:lnTo>
                    <a:pt x="28374" y="15149"/>
                  </a:lnTo>
                  <a:lnTo>
                    <a:pt x="0" y="283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136389" y="3266493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13224" y="15149"/>
                  </a:moveTo>
                  <a:lnTo>
                    <a:pt x="13224" y="0"/>
                  </a:lnTo>
                  <a:lnTo>
                    <a:pt x="0" y="28374"/>
                  </a:lnTo>
                  <a:lnTo>
                    <a:pt x="28374" y="15149"/>
                  </a:lnTo>
                  <a:lnTo>
                    <a:pt x="13224" y="151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5248" y="1162309"/>
            <a:ext cx="6078855" cy="163957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spcBef>
                <a:spcPts val="52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SHAP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33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Treat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feature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player as if we were 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coalitional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game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Estimate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feature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shapley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endParaRPr sz="1500">
              <a:solidFill>
                <a:prstClr val="black"/>
              </a:solidFill>
              <a:latin typeface="Arial"/>
              <a:cs typeface="Arial"/>
            </a:endParaRPr>
          </a:p>
          <a:p>
            <a:pPr marL="4605020" marR="5080">
              <a:lnSpc>
                <a:spcPts val="1650"/>
              </a:lnSpc>
              <a:spcBef>
                <a:spcPts val="1185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predictor that</a:t>
            </a:r>
            <a:r>
              <a:rPr sz="1400" spc="-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uses  feature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22407" y="4560379"/>
            <a:ext cx="1655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Lundberg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2017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30761" y="1326742"/>
            <a:ext cx="2082895" cy="1151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06034" y="2886169"/>
            <a:ext cx="1293899" cy="1200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55721" y="4371356"/>
            <a:ext cx="66611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value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of  feature</a:t>
            </a:r>
            <a:r>
              <a:rPr sz="1400" spc="-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06468" y="4407656"/>
            <a:ext cx="15728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10" dirty="0">
                <a:solidFill>
                  <a:prstClr val="black"/>
                </a:solidFill>
                <a:latin typeface="Arial"/>
                <a:cs typeface="Arial"/>
              </a:rPr>
              <a:t>payoffs</a:t>
            </a:r>
            <a:r>
              <a:rPr sz="1400" spc="-7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(probability)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02463" y="2599194"/>
            <a:ext cx="482999" cy="2105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08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209800" y="1812727"/>
            <a:ext cx="738873" cy="41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84024" y="1362285"/>
            <a:ext cx="2907820" cy="12896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90213" y="4118718"/>
            <a:ext cx="1655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Lundberg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2017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2818" y="3323837"/>
            <a:ext cx="1895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solidFill>
                  <a:srgbClr val="595959"/>
                </a:solidFill>
                <a:latin typeface="Arial"/>
                <a:cs typeface="Arial"/>
              </a:rPr>
              <a:t>Efficiency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of Shparly</a:t>
            </a:r>
            <a:r>
              <a:rPr sz="12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endParaRPr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60951" y="3609178"/>
            <a:ext cx="897835" cy="450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09800" y="2896957"/>
            <a:ext cx="1550671" cy="14813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6519" y="971550"/>
            <a:ext cx="10509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feature</a:t>
            </a:r>
            <a:r>
              <a:rPr sz="1400" spc="-8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mask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3830" y="1309473"/>
            <a:ext cx="883285" cy="455295"/>
            <a:chOff x="6456024" y="1751134"/>
            <a:chExt cx="883285" cy="455295"/>
          </a:xfrm>
        </p:grpSpPr>
        <p:sp>
          <p:nvSpPr>
            <p:cNvPr id="11" name="object 11"/>
            <p:cNvSpPr/>
            <p:nvPr/>
          </p:nvSpPr>
          <p:spPr>
            <a:xfrm>
              <a:off x="6499286" y="1755896"/>
              <a:ext cx="835025" cy="426720"/>
            </a:xfrm>
            <a:custGeom>
              <a:avLst/>
              <a:gdLst/>
              <a:ahLst/>
              <a:cxnLst/>
              <a:rect l="l" t="t" r="r" b="b"/>
              <a:pathLst>
                <a:path w="835025" h="426719">
                  <a:moveTo>
                    <a:pt x="834698" y="0"/>
                  </a:moveTo>
                  <a:lnTo>
                    <a:pt x="0" y="42611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460787" y="2167998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0" y="33667"/>
                  </a:moveTo>
                  <a:lnTo>
                    <a:pt x="31349" y="0"/>
                  </a:lnTo>
                  <a:lnTo>
                    <a:pt x="45649" y="28024"/>
                  </a:lnTo>
                  <a:lnTo>
                    <a:pt x="0" y="336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460787" y="2167998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31349" y="0"/>
                  </a:moveTo>
                  <a:lnTo>
                    <a:pt x="0" y="33667"/>
                  </a:lnTo>
                  <a:lnTo>
                    <a:pt x="45649" y="28024"/>
                  </a:lnTo>
                  <a:lnTo>
                    <a:pt x="313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7" name="Text Placeholder 16"/>
          <p:cNvSpPr>
            <a:spLocks noGrp="1"/>
          </p:cNvSpPr>
          <p:nvPr>
            <p:ph type="body" idx="2"/>
          </p:nvPr>
        </p:nvSpPr>
        <p:spPr>
          <a:xfrm>
            <a:off x="425887" y="0"/>
            <a:ext cx="6324600" cy="857250"/>
          </a:xfrm>
        </p:spPr>
        <p:txBody>
          <a:bodyPr/>
          <a:lstStyle/>
          <a:p>
            <a:r>
              <a:rPr lang="en-IN" sz="2400" spc="-10" dirty="0">
                <a:solidFill>
                  <a:prstClr val="black"/>
                </a:solidFill>
              </a:rPr>
              <a:t>Additive </a:t>
            </a:r>
            <a:r>
              <a:rPr lang="en-IN" sz="2400" spc="-5" dirty="0">
                <a:solidFill>
                  <a:prstClr val="black"/>
                </a:solidFill>
              </a:rPr>
              <a:t>Feature</a:t>
            </a:r>
            <a:r>
              <a:rPr lang="en-IN" sz="2400" spc="-245" dirty="0">
                <a:solidFill>
                  <a:prstClr val="black"/>
                </a:solidFill>
              </a:rPr>
              <a:t> </a:t>
            </a:r>
            <a:r>
              <a:rPr lang="en-IN" sz="2400" spc="-5" dirty="0">
                <a:solidFill>
                  <a:prstClr val="black"/>
                </a:solidFill>
              </a:rPr>
              <a:t>Attribution</a:t>
            </a:r>
            <a:endParaRPr lang="en-IN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4F9230-070F-4D3D-8003-2517F87A9291}"/>
                  </a:ext>
                </a:extLst>
              </p14:cNvPr>
              <p14:cNvContentPartPr/>
              <p14:nvPr/>
            </p14:nvContentPartPr>
            <p14:xfrm>
              <a:off x="1486080" y="642960"/>
              <a:ext cx="2409840" cy="4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4F9230-070F-4D3D-8003-2517F87A92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6720" y="633600"/>
                <a:ext cx="2428560" cy="6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2901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428750"/>
            <a:ext cx="7772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Mulish"/>
              </a:rPr>
              <a:t>The Shapley values of an ML model can be computed exactly as a weighted sum of each feature's </a:t>
            </a:r>
            <a:r>
              <a:rPr lang="en-US" i="1" dirty="0">
                <a:solidFill>
                  <a:srgbClr val="333333"/>
                </a:solidFill>
                <a:latin typeface="Mulish"/>
              </a:rPr>
              <a:t>marginal contributions</a:t>
            </a:r>
            <a:r>
              <a:rPr lang="en-US" dirty="0">
                <a:solidFill>
                  <a:srgbClr val="333333"/>
                </a:solidFill>
                <a:latin typeface="Mulish"/>
              </a:rPr>
              <a:t>.</a:t>
            </a:r>
          </a:p>
          <a:p>
            <a:r>
              <a:rPr lang="en-US" dirty="0">
                <a:solidFill>
                  <a:srgbClr val="333333"/>
                </a:solidFill>
                <a:latin typeface="Mulish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Mulish"/>
              </a:rPr>
              <a:t>This involves retraining the model </a:t>
            </a:r>
            <a:r>
              <a:rPr lang="en-US" i="1" dirty="0">
                <a:solidFill>
                  <a:srgbClr val="333333"/>
                </a:solidFill>
                <a:latin typeface="Mulish"/>
              </a:rPr>
              <a:t>2</a:t>
            </a:r>
            <a:r>
              <a:rPr lang="en-US" i="1" baseline="30000" dirty="0">
                <a:solidFill>
                  <a:srgbClr val="333333"/>
                </a:solidFill>
                <a:latin typeface="Mulish"/>
              </a:rPr>
              <a:t>F</a:t>
            </a:r>
            <a:r>
              <a:rPr lang="en-US" i="1" dirty="0">
                <a:solidFill>
                  <a:srgbClr val="333333"/>
                </a:solidFill>
                <a:latin typeface="Mulish"/>
              </a:rPr>
              <a:t> </a:t>
            </a:r>
            <a:r>
              <a:rPr lang="en-US" dirty="0">
                <a:solidFill>
                  <a:srgbClr val="333333"/>
                </a:solidFill>
                <a:latin typeface="Mulish"/>
              </a:rPr>
              <a:t>times, where </a:t>
            </a:r>
            <a:r>
              <a:rPr lang="en-US" i="1" dirty="0">
                <a:solidFill>
                  <a:srgbClr val="333333"/>
                </a:solidFill>
                <a:latin typeface="KaTeX_Math"/>
              </a:rPr>
              <a:t>F</a:t>
            </a:r>
            <a:r>
              <a:rPr lang="en-US" dirty="0">
                <a:solidFill>
                  <a:srgbClr val="333333"/>
                </a:solidFill>
                <a:latin typeface="Mulish"/>
              </a:rPr>
              <a:t> is the number of features. These retrained models encompass every possible combination of features, also referred to as the </a:t>
            </a:r>
            <a:r>
              <a:rPr lang="en-US" i="1" dirty="0">
                <a:solidFill>
                  <a:srgbClr val="333333"/>
                </a:solidFill>
                <a:latin typeface="Mulish"/>
              </a:rPr>
              <a:t>power set</a:t>
            </a:r>
            <a:r>
              <a:rPr lang="en-US" dirty="0">
                <a:solidFill>
                  <a:srgbClr val="333333"/>
                </a:solidFill>
                <a:latin typeface="Mulish"/>
              </a:rPr>
              <a:t> of all possible feature </a:t>
            </a:r>
            <a:r>
              <a:rPr lang="en-US" i="1" dirty="0">
                <a:solidFill>
                  <a:srgbClr val="333333"/>
                </a:solidFill>
                <a:latin typeface="Mulish"/>
              </a:rPr>
              <a:t>coalitions.</a:t>
            </a:r>
          </a:p>
          <a:p>
            <a:endParaRPr lang="en-US" dirty="0">
              <a:solidFill>
                <a:srgbClr val="333333"/>
              </a:solidFill>
              <a:latin typeface="Mulis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Mulish"/>
              </a:rPr>
              <a:t>Training so many models is usually prohibitive, so instead we must find ways to approximate this process. We explore a naive approach for approximating Shapley values that avoids model retraining.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Challenges with Shapley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899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23950"/>
            <a:ext cx="8077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prstClr val="black"/>
                </a:solidFill>
              </a:rPr>
              <a:t>Generating </a:t>
            </a:r>
            <a:r>
              <a:rPr lang="en-US" b="1" dirty="0" err="1">
                <a:solidFill>
                  <a:prstClr val="black"/>
                </a:solidFill>
              </a:rPr>
              <a:t>marginalised</a:t>
            </a:r>
            <a:r>
              <a:rPr lang="en-US" b="1" dirty="0">
                <a:solidFill>
                  <a:prstClr val="black"/>
                </a:solidFill>
              </a:rPr>
              <a:t> predictions - </a:t>
            </a:r>
            <a:r>
              <a:rPr lang="en-US" dirty="0">
                <a:solidFill>
                  <a:prstClr val="black"/>
                </a:solidFill>
              </a:rPr>
              <a:t>Naive approximation approach is to use this single model for the entire power set, but for each feature that's missing in a given feature coalition, we randomly replace that feature's value with another value from the dataset. In SHAP, "removing" features using methods such as this is referred to as </a:t>
            </a:r>
            <a:r>
              <a:rPr lang="en-US" i="1" dirty="0">
                <a:solidFill>
                  <a:prstClr val="black"/>
                </a:solidFill>
              </a:rPr>
              <a:t>masking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endParaRPr lang="en-US" dirty="0">
              <a:solidFill>
                <a:srgbClr val="333333"/>
              </a:solidFill>
              <a:latin typeface="Mulis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Mulish"/>
              </a:rPr>
              <a:t>Replacing the value of a feature with another value sampled at random from the dataset is referred to as sampling from the feature's </a:t>
            </a:r>
            <a:r>
              <a:rPr lang="en-US" i="1" dirty="0">
                <a:solidFill>
                  <a:srgbClr val="333333"/>
                </a:solidFill>
                <a:latin typeface="Mulish"/>
              </a:rPr>
              <a:t>marginal distribution. </a:t>
            </a:r>
            <a:r>
              <a:rPr lang="en-US" dirty="0">
                <a:solidFill>
                  <a:srgbClr val="333333"/>
                </a:solidFill>
                <a:latin typeface="Mulish"/>
              </a:rPr>
              <a:t>This can result in unrealistic combinations of feature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  <a:latin typeface="Mulis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Mulish"/>
              </a:rPr>
              <a:t>More sophisticated methods will sample from the </a:t>
            </a:r>
            <a:r>
              <a:rPr lang="en-US" i="1" dirty="0">
                <a:solidFill>
                  <a:srgbClr val="333333"/>
                </a:solidFill>
                <a:latin typeface="Mulish"/>
              </a:rPr>
              <a:t>conditional distribution</a:t>
            </a:r>
            <a:r>
              <a:rPr lang="en-US" dirty="0">
                <a:solidFill>
                  <a:srgbClr val="333333"/>
                </a:solidFill>
                <a:latin typeface="Mulish"/>
              </a:rPr>
              <a:t>, which ensures that only realistic feature combinations are yielded.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SHAP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360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5" dirty="0"/>
              <a:t>Computational</a:t>
            </a:r>
            <a:r>
              <a:rPr lang="en-IN" sz="2400" spc="-85" dirty="0"/>
              <a:t> </a:t>
            </a:r>
            <a:r>
              <a:rPr lang="en-IN" sz="2400" spc="-5" dirty="0"/>
              <a:t>Challenges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37148" y="1176351"/>
            <a:ext cx="5711190" cy="140525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17195" indent="-367030">
              <a:spcBef>
                <a:spcPts val="414"/>
              </a:spcBef>
              <a:buFontTx/>
              <a:buChar char="●"/>
              <a:tabLst>
                <a:tab pos="417195" algn="l"/>
                <a:tab pos="417830" algn="l"/>
              </a:tabLst>
            </a:pPr>
            <a:r>
              <a:rPr spc="-45" dirty="0">
                <a:solidFill>
                  <a:srgbClr val="595959"/>
                </a:solidFill>
                <a:latin typeface="Arial"/>
                <a:cs typeface="Arial"/>
              </a:rPr>
              <a:t>Terms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Grow In the Order of</a:t>
            </a:r>
            <a:r>
              <a:rPr spc="25" dirty="0">
                <a:solidFill>
                  <a:srgbClr val="595959"/>
                </a:solidFill>
                <a:latin typeface="Arial"/>
                <a:cs typeface="Arial"/>
              </a:rPr>
              <a:t> 2</a:t>
            </a:r>
            <a:r>
              <a:rPr spc="37" baseline="30092" dirty="0">
                <a:solidFill>
                  <a:srgbClr val="595959"/>
                </a:solidFill>
                <a:latin typeface="Arial"/>
                <a:cs typeface="Arial"/>
              </a:rPr>
              <a:t>F</a:t>
            </a:r>
            <a:endParaRPr baseline="30092">
              <a:solidFill>
                <a:prstClr val="black"/>
              </a:solidFill>
              <a:latin typeface="Arial"/>
              <a:cs typeface="Arial"/>
            </a:endParaRPr>
          </a:p>
          <a:p>
            <a:pPr marL="417195" indent="-367030">
              <a:spcBef>
                <a:spcPts val="315"/>
              </a:spcBef>
              <a:buFontTx/>
              <a:buChar char="●"/>
              <a:tabLst>
                <a:tab pos="417195" algn="l"/>
                <a:tab pos="4178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Approximating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Solutions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874394" lvl="1" indent="-336550">
              <a:spcBef>
                <a:spcPts val="330"/>
              </a:spcBef>
              <a:buFontTx/>
              <a:buChar char="○"/>
              <a:tabLst>
                <a:tab pos="874394" algn="l"/>
                <a:tab pos="8750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Shapley Sampling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Values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Štrumbelj et al,</a:t>
            </a:r>
            <a:r>
              <a:rPr sz="1400" u="heavy" spc="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2013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874394" lvl="1" indent="-336550">
              <a:spcBef>
                <a:spcPts val="270"/>
              </a:spcBef>
              <a:buFontTx/>
              <a:buChar char="○"/>
              <a:tabLst>
                <a:tab pos="874394" algn="l"/>
                <a:tab pos="8750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Tree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SHAP (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Lundberg et al,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874394" lvl="1" indent="-336550">
              <a:spcBef>
                <a:spcPts val="270"/>
              </a:spcBef>
              <a:buFontTx/>
              <a:buChar char="○"/>
              <a:tabLst>
                <a:tab pos="874394" algn="l"/>
                <a:tab pos="8750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Deep Approximate Shapley Propagation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Ancona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et al,</a:t>
            </a:r>
            <a:r>
              <a:rPr sz="1400" u="heavy" spc="-1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2019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18142" y="3199969"/>
            <a:ext cx="5473700" cy="715645"/>
            <a:chOff x="2018142" y="3199969"/>
            <a:chExt cx="5473700" cy="715645"/>
          </a:xfrm>
        </p:grpSpPr>
        <p:sp>
          <p:nvSpPr>
            <p:cNvPr id="5" name="object 5"/>
            <p:cNvSpPr/>
            <p:nvPr/>
          </p:nvSpPr>
          <p:spPr>
            <a:xfrm>
              <a:off x="2018142" y="3199969"/>
              <a:ext cx="5473649" cy="65672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503945" y="3901192"/>
              <a:ext cx="777875" cy="0"/>
            </a:xfrm>
            <a:custGeom>
              <a:avLst/>
              <a:gdLst/>
              <a:ahLst/>
              <a:cxnLst/>
              <a:rect l="l" t="t" r="r" b="b"/>
              <a:pathLst>
                <a:path w="777875">
                  <a:moveTo>
                    <a:pt x="0" y="0"/>
                  </a:moveTo>
                  <a:lnTo>
                    <a:pt x="777298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323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5" dirty="0"/>
              <a:t>Computational</a:t>
            </a:r>
            <a:r>
              <a:rPr lang="en-IN" sz="2400" spc="-85" dirty="0"/>
              <a:t> </a:t>
            </a:r>
            <a:r>
              <a:rPr lang="en-IN" sz="2400" spc="-5" dirty="0"/>
              <a:t>Challenges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5897880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spcBef>
                <a:spcPts val="52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Estimating Prediction Outcomes With Partial</a:t>
            </a:r>
            <a:r>
              <a:rPr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33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Neural networks are not designed to use partial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27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solution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to use the expected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Lundberg et al,</a:t>
            </a:r>
            <a:r>
              <a:rPr sz="1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8717" y="2447998"/>
            <a:ext cx="6231890" cy="2479040"/>
            <a:chOff x="1918717" y="2447998"/>
            <a:chExt cx="6231890" cy="2479040"/>
          </a:xfrm>
        </p:grpSpPr>
        <p:sp>
          <p:nvSpPr>
            <p:cNvPr id="5" name="object 5"/>
            <p:cNvSpPr/>
            <p:nvPr/>
          </p:nvSpPr>
          <p:spPr>
            <a:xfrm>
              <a:off x="1918717" y="2447998"/>
              <a:ext cx="5473649" cy="6567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445063" y="2910669"/>
              <a:ext cx="2705419" cy="138779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064739" y="2886019"/>
              <a:ext cx="2251075" cy="0"/>
            </a:xfrm>
            <a:custGeom>
              <a:avLst/>
              <a:gdLst/>
              <a:ahLst/>
              <a:cxnLst/>
              <a:rect l="l" t="t" r="r" b="b"/>
              <a:pathLst>
                <a:path w="2251075">
                  <a:moveTo>
                    <a:pt x="0" y="0"/>
                  </a:moveTo>
                  <a:lnTo>
                    <a:pt x="1355997" y="0"/>
                  </a:lnTo>
                </a:path>
                <a:path w="2251075">
                  <a:moveTo>
                    <a:pt x="1609246" y="0"/>
                  </a:moveTo>
                  <a:lnTo>
                    <a:pt x="2250945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110748" y="3402071"/>
              <a:ext cx="2889386" cy="67892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526197" y="4685058"/>
              <a:ext cx="277061" cy="24175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97634" y="3952891"/>
              <a:ext cx="56515" cy="720090"/>
            </a:xfrm>
            <a:custGeom>
              <a:avLst/>
              <a:gdLst/>
              <a:ahLst/>
              <a:cxnLst/>
              <a:rect l="l" t="t" r="r" b="b"/>
              <a:pathLst>
                <a:path w="56515" h="720089">
                  <a:moveTo>
                    <a:pt x="56424" y="71972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581959" y="3909792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44324"/>
                  </a:moveTo>
                  <a:lnTo>
                    <a:pt x="12299" y="0"/>
                  </a:lnTo>
                  <a:lnTo>
                    <a:pt x="31349" y="41874"/>
                  </a:lnTo>
                  <a:lnTo>
                    <a:pt x="0" y="443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581959" y="3909792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49" y="41874"/>
                  </a:moveTo>
                  <a:lnTo>
                    <a:pt x="12299" y="0"/>
                  </a:lnTo>
                  <a:lnTo>
                    <a:pt x="0" y="44324"/>
                  </a:lnTo>
                  <a:lnTo>
                    <a:pt x="31349" y="418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862385" y="4594459"/>
              <a:ext cx="260708" cy="30815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6997285" y="4103991"/>
              <a:ext cx="153035" cy="452120"/>
            </a:xfrm>
            <a:custGeom>
              <a:avLst/>
              <a:gdLst/>
              <a:ahLst/>
              <a:cxnLst/>
              <a:rect l="l" t="t" r="r" b="b"/>
              <a:pathLst>
                <a:path w="153034" h="452120">
                  <a:moveTo>
                    <a:pt x="0" y="451949"/>
                  </a:moveTo>
                  <a:lnTo>
                    <a:pt x="15272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135110" y="4063041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4">
                  <a:moveTo>
                    <a:pt x="29799" y="45974"/>
                  </a:moveTo>
                  <a:lnTo>
                    <a:pt x="0" y="35899"/>
                  </a:lnTo>
                  <a:lnTo>
                    <a:pt x="28724" y="0"/>
                  </a:lnTo>
                  <a:lnTo>
                    <a:pt x="29799" y="459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135110" y="4063041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4">
                  <a:moveTo>
                    <a:pt x="29799" y="45974"/>
                  </a:moveTo>
                  <a:lnTo>
                    <a:pt x="28724" y="0"/>
                  </a:lnTo>
                  <a:lnTo>
                    <a:pt x="0" y="35899"/>
                  </a:lnTo>
                  <a:lnTo>
                    <a:pt x="29799" y="459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998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5" dirty="0"/>
              <a:t>SHAP </a:t>
            </a:r>
            <a:r>
              <a:rPr lang="en-IN" sz="2400" spc="-10" dirty="0"/>
              <a:t>Based</a:t>
            </a:r>
            <a:r>
              <a:rPr lang="en-IN" sz="2400" spc="-145" dirty="0"/>
              <a:t> </a:t>
            </a:r>
            <a:r>
              <a:rPr lang="en-IN" sz="2400" dirty="0"/>
              <a:t>Methods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3448768" y="1974345"/>
            <a:ext cx="2372995" cy="36512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algn="ctr">
              <a:spcBef>
                <a:spcPts val="555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SHAP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87296" y="2334082"/>
            <a:ext cx="5644515" cy="1662430"/>
            <a:chOff x="1787296" y="2334082"/>
            <a:chExt cx="5644515" cy="1662430"/>
          </a:xfrm>
        </p:grpSpPr>
        <p:sp>
          <p:nvSpPr>
            <p:cNvPr id="5" name="object 5"/>
            <p:cNvSpPr/>
            <p:nvPr/>
          </p:nvSpPr>
          <p:spPr>
            <a:xfrm>
              <a:off x="1829428" y="2338845"/>
              <a:ext cx="2806065" cy="1631314"/>
            </a:xfrm>
            <a:custGeom>
              <a:avLst/>
              <a:gdLst/>
              <a:ahLst/>
              <a:cxnLst/>
              <a:rect l="l" t="t" r="r" b="b"/>
              <a:pathLst>
                <a:path w="2806065" h="1631314">
                  <a:moveTo>
                    <a:pt x="2805686" y="0"/>
                  </a:moveTo>
                  <a:lnTo>
                    <a:pt x="0" y="163117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792058" y="3956416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0" y="35324"/>
                  </a:moveTo>
                  <a:lnTo>
                    <a:pt x="29462" y="0"/>
                  </a:lnTo>
                  <a:lnTo>
                    <a:pt x="45277" y="27199"/>
                  </a:lnTo>
                  <a:lnTo>
                    <a:pt x="0" y="353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92058" y="3956416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29462" y="0"/>
                  </a:moveTo>
                  <a:lnTo>
                    <a:pt x="0" y="35324"/>
                  </a:lnTo>
                  <a:lnTo>
                    <a:pt x="45277" y="27199"/>
                  </a:lnTo>
                  <a:lnTo>
                    <a:pt x="29462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635115" y="2338845"/>
              <a:ext cx="389255" cy="1604645"/>
            </a:xfrm>
            <a:custGeom>
              <a:avLst/>
              <a:gdLst/>
              <a:ahLst/>
              <a:cxnLst/>
              <a:rect l="l" t="t" r="r" b="b"/>
              <a:pathLst>
                <a:path w="389254" h="1604645">
                  <a:moveTo>
                    <a:pt x="0" y="0"/>
                  </a:moveTo>
                  <a:lnTo>
                    <a:pt x="389124" y="160434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008964" y="3939491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4" h="45720">
                  <a:moveTo>
                    <a:pt x="25474" y="45724"/>
                  </a:moveTo>
                  <a:lnTo>
                    <a:pt x="0" y="7424"/>
                  </a:lnTo>
                  <a:lnTo>
                    <a:pt x="30574" y="0"/>
                  </a:lnTo>
                  <a:lnTo>
                    <a:pt x="25474" y="457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008964" y="3939491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4" h="45720">
                  <a:moveTo>
                    <a:pt x="0" y="7424"/>
                  </a:moveTo>
                  <a:lnTo>
                    <a:pt x="25474" y="45724"/>
                  </a:lnTo>
                  <a:lnTo>
                    <a:pt x="30574" y="0"/>
                  </a:lnTo>
                  <a:lnTo>
                    <a:pt x="0" y="7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635115" y="2338845"/>
              <a:ext cx="2754630" cy="1631314"/>
            </a:xfrm>
            <a:custGeom>
              <a:avLst/>
              <a:gdLst/>
              <a:ahLst/>
              <a:cxnLst/>
              <a:rect l="l" t="t" r="r" b="b"/>
              <a:pathLst>
                <a:path w="2754629" h="1631314">
                  <a:moveTo>
                    <a:pt x="0" y="0"/>
                  </a:moveTo>
                  <a:lnTo>
                    <a:pt x="2754319" y="163077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381409" y="3956091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45224" y="35549"/>
                  </a:moveTo>
                  <a:lnTo>
                    <a:pt x="0" y="27074"/>
                  </a:lnTo>
                  <a:lnTo>
                    <a:pt x="16049" y="0"/>
                  </a:lnTo>
                  <a:lnTo>
                    <a:pt x="45224" y="355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381409" y="3956091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0" y="27074"/>
                  </a:moveTo>
                  <a:lnTo>
                    <a:pt x="45224" y="35549"/>
                  </a:lnTo>
                  <a:lnTo>
                    <a:pt x="16049" y="0"/>
                  </a:lnTo>
                  <a:lnTo>
                    <a:pt x="0" y="270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25872" y="3998741"/>
            <a:ext cx="1508760" cy="36512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230504">
              <a:spcBef>
                <a:spcPts val="555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Kernel</a:t>
            </a:r>
            <a:r>
              <a:rPr sz="14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SHAP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4800" y="4429154"/>
            <a:ext cx="1513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Equivalent to</a:t>
            </a:r>
            <a:r>
              <a:rPr sz="1400" spc="-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LIME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80866" y="3998741"/>
            <a:ext cx="1313815" cy="36512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177165">
              <a:spcBef>
                <a:spcPts val="555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Deep</a:t>
            </a:r>
            <a:r>
              <a:rPr sz="14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SHAP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5618" y="4386786"/>
            <a:ext cx="2204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Equivalent to DeepLift,</a:t>
            </a:r>
            <a:r>
              <a:rPr sz="1400" spc="-8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LRP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12911" y="3998741"/>
            <a:ext cx="1252220" cy="36512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179705">
              <a:spcBef>
                <a:spcPts val="555"/>
              </a:spcBef>
            </a:pPr>
            <a:r>
              <a:rPr sz="1400" spc="-15" dirty="0">
                <a:solidFill>
                  <a:prstClr val="black"/>
                </a:solidFill>
                <a:latin typeface="Arial"/>
                <a:cs typeface="Arial"/>
              </a:rPr>
              <a:t>Tree</a:t>
            </a:r>
            <a:r>
              <a:rPr sz="14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SHAP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9800000">
            <a:off x="2713492" y="3009403"/>
            <a:ext cx="865978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000" dirty="0">
                <a:solidFill>
                  <a:prstClr val="black"/>
                </a:solidFill>
                <a:latin typeface="Arial"/>
                <a:cs typeface="Arial"/>
              </a:rPr>
              <a:t>model</a:t>
            </a:r>
            <a:r>
              <a:rPr sz="1000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00" spc="-7" baseline="2777" dirty="0">
                <a:solidFill>
                  <a:prstClr val="black"/>
                </a:solidFill>
                <a:latin typeface="Arial"/>
                <a:cs typeface="Arial"/>
              </a:rPr>
              <a:t>agnostic</a:t>
            </a:r>
            <a:endParaRPr sz="1500" baseline="277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740000">
            <a:off x="5866621" y="3192095"/>
            <a:ext cx="1054158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500" spc="-7" baseline="5555" dirty="0">
                <a:solidFill>
                  <a:prstClr val="black"/>
                </a:solidFill>
                <a:latin typeface="Arial"/>
                <a:cs typeface="Arial"/>
              </a:rPr>
              <a:t>tree </a:t>
            </a:r>
            <a:r>
              <a:rPr sz="1500" spc="-7" baseline="2777" dirty="0">
                <a:solidFill>
                  <a:prstClr val="black"/>
                </a:solidFill>
                <a:latin typeface="Arial"/>
                <a:cs typeface="Arial"/>
              </a:rPr>
              <a:t>based</a:t>
            </a:r>
            <a:r>
              <a:rPr sz="1500" spc="-187" baseline="277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prstClr val="black"/>
                </a:solidFill>
                <a:latin typeface="Arial"/>
                <a:cs typeface="Arial"/>
              </a:rPr>
              <a:t>models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4500000">
            <a:off x="4233960" y="3107884"/>
            <a:ext cx="1411614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500" spc="-7" baseline="5555" dirty="0">
                <a:solidFill>
                  <a:prstClr val="black"/>
                </a:solidFill>
                <a:latin typeface="Arial"/>
                <a:cs typeface="Arial"/>
              </a:rPr>
              <a:t>linea</a:t>
            </a:r>
            <a:r>
              <a:rPr sz="1500" baseline="55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500" spc="-22" baseline="55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00" baseline="2777" dirty="0">
                <a:solidFill>
                  <a:prstClr val="black"/>
                </a:solidFill>
                <a:latin typeface="Arial"/>
                <a:cs typeface="Arial"/>
              </a:rPr>
              <a:t>composition</a:t>
            </a:r>
            <a:r>
              <a:rPr sz="1500" spc="-22" baseline="277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prstClr val="black"/>
                </a:solidFill>
                <a:latin typeface="Arial"/>
                <a:cs typeface="Arial"/>
              </a:rPr>
              <a:t>model</a:t>
            </a:r>
            <a:endParaRPr sz="10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961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47750"/>
            <a:ext cx="80772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42424"/>
                </a:solidFill>
                <a:latin typeface="source-serif-pro"/>
              </a:rPr>
              <a:t>Assume the trained model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f(x1, x2, , , </a:t>
            </a:r>
            <a:r>
              <a:rPr lang="en-US" sz="1600" b="1" dirty="0" err="1">
                <a:solidFill>
                  <a:srgbClr val="242424"/>
                </a:solidFill>
                <a:latin typeface="source-serif-pro"/>
              </a:rPr>
              <a:t>xM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)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 has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M=4 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features </a:t>
            </a:r>
          </a:p>
          <a:p>
            <a:r>
              <a:rPr lang="en-US" sz="1600" dirty="0">
                <a:solidFill>
                  <a:srgbClr val="242424"/>
                </a:solidFill>
                <a:latin typeface="source-serif-pro"/>
              </a:rPr>
              <a:t>we investigate on data instance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x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 for example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x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 =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(10,20,30,40)</a:t>
            </a:r>
            <a:endParaRPr lang="en-US" sz="1600" dirty="0">
              <a:solidFill>
                <a:srgbClr val="242424"/>
              </a:solidFill>
              <a:latin typeface="source-serif-pro"/>
            </a:endParaRPr>
          </a:p>
          <a:p>
            <a:endParaRPr lang="en-US" sz="1600" b="1" dirty="0">
              <a:solidFill>
                <a:srgbClr val="242424"/>
              </a:solidFill>
              <a:latin typeface="source-serif-pro"/>
            </a:endParaRPr>
          </a:p>
          <a:p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1.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Generate a vector which has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M 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elements, and each element is randomly choose as 0 or 1. We use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z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′ represent the vector, so one random example can be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z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′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 = (1,0,1,0)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. Here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1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 indicates the presence of the feature, while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0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 indicates the feature missing. </a:t>
            </a:r>
          </a:p>
          <a:p>
            <a:endParaRPr lang="en-US" sz="1600" dirty="0">
              <a:solidFill>
                <a:srgbClr val="242424"/>
              </a:solidFill>
              <a:latin typeface="source-serif-pro"/>
            </a:endParaRPr>
          </a:p>
          <a:p>
            <a:r>
              <a:rPr lang="en-US" sz="1600" dirty="0">
                <a:solidFill>
                  <a:srgbClr val="242424"/>
                </a:solidFill>
                <a:latin typeface="source-serif-pro"/>
              </a:rPr>
              <a:t>Totally we can generate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2^M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 different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z′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.</a:t>
            </a:r>
          </a:p>
          <a:p>
            <a:r>
              <a:rPr lang="en-US" sz="1600" dirty="0">
                <a:solidFill>
                  <a:srgbClr val="242424"/>
                </a:solidFill>
                <a:latin typeface="source-serif-pro"/>
              </a:rPr>
              <a:t>Finally our mapping example result is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h(z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′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) = (10, 22, 30, 44)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,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10 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and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30 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from instance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x, 22 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and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44 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are randomly sampled values.</a:t>
            </a:r>
          </a:p>
          <a:p>
            <a:r>
              <a:rPr lang="en-US" sz="1600" i="1" dirty="0">
                <a:solidFill>
                  <a:srgbClr val="242424"/>
                </a:solidFill>
                <a:latin typeface="source-serif-pro"/>
              </a:rPr>
              <a:t>Note: the mapping </a:t>
            </a:r>
            <a:r>
              <a:rPr lang="en-US" sz="1600" b="1" i="1" dirty="0">
                <a:solidFill>
                  <a:srgbClr val="242424"/>
                </a:solidFill>
                <a:latin typeface="source-serif-pro"/>
              </a:rPr>
              <a:t>h(z</a:t>
            </a:r>
            <a:r>
              <a:rPr lang="en-US" sz="1600" i="1" dirty="0">
                <a:solidFill>
                  <a:srgbClr val="242424"/>
                </a:solidFill>
                <a:latin typeface="source-serif-pro"/>
              </a:rPr>
              <a:t>′</a:t>
            </a:r>
            <a:r>
              <a:rPr lang="en-US" sz="1600" b="1" i="1" dirty="0">
                <a:solidFill>
                  <a:srgbClr val="242424"/>
                </a:solidFill>
                <a:latin typeface="source-serif-pro"/>
              </a:rPr>
              <a:t>)</a:t>
            </a:r>
            <a:r>
              <a:rPr lang="en-US" sz="1600" i="1" dirty="0">
                <a:solidFill>
                  <a:srgbClr val="242424"/>
                </a:solidFill>
                <a:latin typeface="source-serif-pro"/>
              </a:rPr>
              <a:t> is a one-to-many mapping, the max number of output mapping is the size of the given dataset if missing feature sampling is based on marginal distribution.</a:t>
            </a:r>
            <a:endParaRPr lang="en-US" sz="1600" dirty="0">
              <a:solidFill>
                <a:srgbClr val="242424"/>
              </a:solidFill>
              <a:latin typeface="source-serif-pro"/>
            </a:endParaRPr>
          </a:p>
          <a:p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3.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Calculate the model prediction 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f(h(z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′</a:t>
            </a:r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))</a:t>
            </a:r>
            <a:r>
              <a:rPr lang="en-US" sz="1600" dirty="0">
                <a:solidFill>
                  <a:srgbClr val="242424"/>
                </a:solidFill>
                <a:latin typeface="source-serif-pro"/>
              </a:rPr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KernelShap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0702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4682" y="1351722"/>
            <a:ext cx="7942118" cy="2831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500" b="1" dirty="0">
                <a:solidFill>
                  <a:srgbClr val="242424"/>
                </a:solidFill>
                <a:latin typeface="source-serif-pro"/>
              </a:rPr>
              <a:t>4.</a:t>
            </a:r>
            <a:r>
              <a:rPr lang="en-US" sz="1500" dirty="0">
                <a:solidFill>
                  <a:srgbClr val="242424"/>
                </a:solidFill>
                <a:latin typeface="source-serif-pro"/>
              </a:rPr>
              <a:t>Compute the weight for each z′ with the below SHAP kernel </a:t>
            </a:r>
            <a:r>
              <a:rPr lang="en-US" sz="1500" i="1" dirty="0">
                <a:solidFill>
                  <a:srgbClr val="242424"/>
                </a:solidFill>
                <a:latin typeface="source-serif-pro"/>
              </a:rPr>
              <a:t>(the intuition for the kernel will be discussed in next section, let’s go ahead)</a:t>
            </a:r>
            <a:endParaRPr lang="en-US" sz="800" dirty="0">
              <a:solidFill>
                <a:prstClr val="black"/>
              </a:solidFill>
            </a:endParaRPr>
          </a:p>
          <a:p>
            <a:r>
              <a:rPr lang="en-US" dirty="0">
                <a:solidFill>
                  <a:prstClr val="black"/>
                </a:solidFill>
              </a:rPr>
              <a:t>  </a:t>
            </a:r>
            <a:endParaRPr lang="en-US" sz="7000" dirty="0">
              <a:solidFill>
                <a:prstClr val="black"/>
              </a:solidFill>
            </a:endParaRPr>
          </a:p>
          <a:p>
            <a:r>
              <a:rPr lang="en-US" sz="1500" b="1" dirty="0">
                <a:solidFill>
                  <a:srgbClr val="242424"/>
                </a:solidFill>
                <a:latin typeface="source-serif-pro"/>
              </a:rPr>
              <a:t>5. </a:t>
            </a:r>
            <a:r>
              <a:rPr lang="en-US" sz="1500" dirty="0">
                <a:solidFill>
                  <a:srgbClr val="242424"/>
                </a:solidFill>
                <a:latin typeface="source-serif-pro"/>
              </a:rPr>
              <a:t>Construct the below linear regression model </a:t>
            </a:r>
            <a:r>
              <a:rPr lang="en-US" sz="1500" b="1" dirty="0">
                <a:solidFill>
                  <a:srgbClr val="242424"/>
                </a:solidFill>
                <a:latin typeface="source-serif-pro"/>
              </a:rPr>
              <a:t>g(z′)</a:t>
            </a:r>
            <a:r>
              <a:rPr lang="en-US" sz="1500" dirty="0">
                <a:solidFill>
                  <a:srgbClr val="242424"/>
                </a:solidFill>
                <a:latin typeface="source-serif-pro"/>
              </a:rPr>
              <a:t>, the coefficient </a:t>
            </a:r>
            <a:r>
              <a:rPr lang="en-US" sz="1500" b="1" dirty="0">
                <a:solidFill>
                  <a:srgbClr val="242424"/>
                </a:solidFill>
                <a:latin typeface="source-serif-pro"/>
              </a:rPr>
              <a:t>φ0</a:t>
            </a:r>
            <a:r>
              <a:rPr lang="en-US" sz="1500" dirty="0">
                <a:solidFill>
                  <a:srgbClr val="242424"/>
                </a:solidFill>
                <a:latin typeface="source-serif-pro"/>
              </a:rPr>
              <a:t> represents model’s average prediction on all data instances, and </a:t>
            </a:r>
            <a:r>
              <a:rPr lang="en-US" sz="1500" b="1" dirty="0">
                <a:solidFill>
                  <a:srgbClr val="242424"/>
                </a:solidFill>
                <a:latin typeface="source-serif-pro"/>
              </a:rPr>
              <a:t>φ1, φ2, , , </a:t>
            </a:r>
            <a:r>
              <a:rPr lang="en-US" sz="1500" b="1" dirty="0" err="1">
                <a:solidFill>
                  <a:srgbClr val="242424"/>
                </a:solidFill>
                <a:latin typeface="source-serif-pro"/>
              </a:rPr>
              <a:t>φM</a:t>
            </a:r>
            <a:r>
              <a:rPr lang="en-US" sz="1500" b="1" dirty="0">
                <a:solidFill>
                  <a:srgbClr val="242424"/>
                </a:solidFill>
                <a:latin typeface="source-serif-pro"/>
              </a:rPr>
              <a:t> </a:t>
            </a:r>
            <a:r>
              <a:rPr lang="en-US" sz="1500" dirty="0">
                <a:solidFill>
                  <a:srgbClr val="242424"/>
                </a:solidFill>
                <a:latin typeface="source-serif-pro"/>
              </a:rPr>
              <a:t>represent </a:t>
            </a:r>
          </a:p>
          <a:p>
            <a:endParaRPr lang="en-US" sz="1500" dirty="0">
              <a:solidFill>
                <a:srgbClr val="242424"/>
              </a:solidFill>
              <a:latin typeface="source-serif-pro"/>
            </a:endParaRPr>
          </a:p>
          <a:p>
            <a:endParaRPr lang="en-US" sz="1500" dirty="0">
              <a:solidFill>
                <a:srgbClr val="242424"/>
              </a:solidFill>
              <a:latin typeface="source-serif-pro"/>
            </a:endParaRPr>
          </a:p>
          <a:p>
            <a:r>
              <a:rPr lang="en-US" sz="1500" dirty="0">
                <a:solidFill>
                  <a:srgbClr val="242424"/>
                </a:solidFill>
                <a:latin typeface="source-serif-pro"/>
              </a:rPr>
              <a:t>corresponding feature’s contribution.</a:t>
            </a:r>
            <a:r>
              <a:rPr lang="en-US" sz="7000" dirty="0">
                <a:solidFill>
                  <a:prstClr val="black"/>
                </a:solidFill>
              </a:rPr>
              <a:t>           </a:t>
            </a:r>
          </a:p>
        </p:txBody>
      </p:sp>
      <p:pic>
        <p:nvPicPr>
          <p:cNvPr id="1026" name="Picture 2" descr="https://miro.medium.com/v2/resize:fit:402/1*8QAcN7ZQeMo6tXps-UoY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882" y="2767494"/>
            <a:ext cx="2971800" cy="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https://miro.medium.com/v2/resize:fit:320/1*Bas1PB1Dxh5XmYJfIvR6c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127" y="3943350"/>
            <a:ext cx="2286000" cy="85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006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62000" y="1383529"/>
            <a:ext cx="8130895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 err="1">
                <a:solidFill>
                  <a:srgbClr val="242424"/>
                </a:solidFill>
                <a:latin typeface="source-serif-pro"/>
              </a:rPr>
              <a:t>KernelSHAP</a:t>
            </a:r>
            <a:r>
              <a:rPr lang="en-US" sz="1500" dirty="0">
                <a:solidFill>
                  <a:srgbClr val="242424"/>
                </a:solidFill>
                <a:latin typeface="source-serif-pro"/>
              </a:rPr>
              <a:t> introduces the below </a:t>
            </a:r>
            <a:r>
              <a:rPr lang="en-US" sz="1500" b="1" dirty="0">
                <a:solidFill>
                  <a:srgbClr val="242424"/>
                </a:solidFill>
                <a:latin typeface="source-serif-pro"/>
              </a:rPr>
              <a:t>custom loss function, and the custom loss function actually is MSE loss weighted by kernel π(z′)</a:t>
            </a:r>
            <a:endParaRPr lang="en-US" sz="800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  </a:t>
            </a:r>
            <a:endParaRPr lang="en-US" sz="53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pic>
        <p:nvPicPr>
          <p:cNvPr id="2050" name="Picture 2" descr="https://miro.medium.com/v2/resize:fit:598/1*NqTeZkg1J8UOix-rqdb3p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038350"/>
            <a:ext cx="5257800" cy="78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824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10" dirty="0"/>
              <a:t>Kernel</a:t>
            </a:r>
            <a:r>
              <a:rPr lang="en-IN" sz="2400" spc="-90" dirty="0"/>
              <a:t> </a:t>
            </a:r>
            <a:r>
              <a:rPr lang="en-IN" sz="2400" spc="-5" dirty="0"/>
              <a:t>SHAP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438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spcBef>
                <a:spcPts val="100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Remember the LIME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Training</a:t>
            </a:r>
            <a:r>
              <a:rPr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Objective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759402"/>
            <a:ext cx="3150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spcBef>
                <a:spcPts val="100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SHAP Equivalent</a:t>
            </a:r>
            <a:r>
              <a:rPr spc="-1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Objective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45246" y="3312332"/>
            <a:ext cx="874442" cy="235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24102" y="3907772"/>
            <a:ext cx="2326926" cy="5774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23461" y="2397771"/>
            <a:ext cx="2857984" cy="3495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22407" y="4560379"/>
            <a:ext cx="1655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Lundberg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2017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79055" y="1766058"/>
            <a:ext cx="4142269" cy="5364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B93B52-953B-4F6A-993D-EC952E825668}"/>
                  </a:ext>
                </a:extLst>
              </p14:cNvPr>
              <p14:cNvContentPartPr/>
              <p14:nvPr/>
            </p14:nvContentPartPr>
            <p14:xfrm>
              <a:off x="3228840" y="480960"/>
              <a:ext cx="4725000" cy="4248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B93B52-953B-4F6A-993D-EC952E8256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19480" y="471600"/>
                <a:ext cx="4743720" cy="426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5730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27" y="1039623"/>
            <a:ext cx="7723673" cy="376935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95600" y="2647950"/>
            <a:ext cx="3048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242424"/>
                </a:solidFill>
                <a:latin typeface="source-serif-pro"/>
              </a:rPr>
              <a:t>compute the SHAP values for</a:t>
            </a:r>
          </a:p>
          <a:p>
            <a:pPr algn="ctr"/>
            <a:r>
              <a:rPr lang="en-US" sz="1600" b="1" dirty="0">
                <a:solidFill>
                  <a:srgbClr val="242424"/>
                </a:solidFill>
                <a:latin typeface="source-serif-pro"/>
              </a:rPr>
              <a:t> [x=150, y=75, z=200]</a:t>
            </a:r>
            <a:endParaRPr lang="en-IN" sz="1600" dirty="0">
              <a:solidFill>
                <a:prstClr val="black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TreeShap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09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8655" y="983673"/>
            <a:ext cx="380999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The prediction for the null model ϕ⁰ (also called base value)= mean prediction for the training set = (50*2 + 30*2 + 20*1 + 10*5)/10 = 23</a:t>
            </a:r>
          </a:p>
          <a:p>
            <a:endParaRPr lang="en-US" b="1" i="1" dirty="0">
              <a:solidFill>
                <a:srgbClr val="242424"/>
              </a:solidFill>
              <a:latin typeface="source-serif-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242424"/>
                </a:solidFill>
                <a:latin typeface="source-serif-pro"/>
              </a:rPr>
              <a:t>Consider the sequence: x &gt; y &gt; z: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M</a:t>
            </a:r>
            <a:r>
              <a:rPr lang="en-US" dirty="0">
                <a:solidFill>
                  <a:prstClr val="black"/>
                </a:solidFill>
              </a:rPr>
              <a:t>arginal contribution of x in this sequence, ϕˣ¹= 20–23 = -3.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M</a:t>
            </a:r>
            <a:r>
              <a:rPr lang="en-US" dirty="0">
                <a:solidFill>
                  <a:prstClr val="black"/>
                </a:solidFill>
              </a:rPr>
              <a:t>arginal contribution of y and z in this sequence </a:t>
            </a:r>
            <a:r>
              <a:rPr lang="el-GR" dirty="0">
                <a:solidFill>
                  <a:prstClr val="black"/>
                </a:solidFill>
              </a:rPr>
              <a:t>ϕ</a:t>
            </a:r>
            <a:r>
              <a:rPr lang="en-IN" dirty="0">
                <a:solidFill>
                  <a:prstClr val="black"/>
                </a:solidFill>
              </a:rPr>
              <a:t>ʸ¹ = </a:t>
            </a:r>
            <a:r>
              <a:rPr lang="el-GR" dirty="0">
                <a:solidFill>
                  <a:prstClr val="black"/>
                </a:solidFill>
              </a:rPr>
              <a:t>ϕ</a:t>
            </a:r>
            <a:r>
              <a:rPr lang="en-IN" baseline="30000" dirty="0">
                <a:solidFill>
                  <a:prstClr val="black"/>
                </a:solidFill>
              </a:rPr>
              <a:t>z</a:t>
            </a:r>
            <a:r>
              <a:rPr lang="en-IN" dirty="0">
                <a:solidFill>
                  <a:prstClr val="black"/>
                </a:solidFill>
              </a:rPr>
              <a:t>¹ =20–20 = 0</a:t>
            </a:r>
          </a:p>
          <a:p>
            <a:endParaRPr lang="en-US" dirty="0">
              <a:solidFill>
                <a:srgbClr val="242424"/>
              </a:solidFill>
              <a:latin typeface="source-serif-pro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411" y="1428750"/>
            <a:ext cx="5152589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38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983673"/>
            <a:ext cx="445711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42424"/>
                </a:solidFill>
                <a:latin typeface="source-serif-pro"/>
              </a:rPr>
              <a:t>Point of interest: [x=150, y=75, z=200]</a:t>
            </a:r>
            <a:endParaRPr lang="en-IN" sz="1400" dirty="0">
              <a:solidFill>
                <a:prstClr val="black"/>
              </a:solidFill>
            </a:endParaRP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1)First, the feature y is added to the null model. The first node n1 uses x as the split variable, since is x is not available yet, we compute the prediction as (4/10)*(prediction from left child node n2) + (6/10)*(prediction from right child n3)</a:t>
            </a:r>
          </a:p>
          <a:p>
            <a:pPr marL="857250" lvl="1" indent="-400050">
              <a:buAutoNum type="romanLcParenR"/>
            </a:pPr>
            <a:r>
              <a:rPr lang="en-US" sz="1400" dirty="0">
                <a:solidFill>
                  <a:prstClr val="black"/>
                </a:solidFill>
              </a:rPr>
              <a:t>Prediction from node n2: n2 uses y as the split variable, since y is available (yᵢ = 75 for instance </a:t>
            </a:r>
            <a:r>
              <a:rPr lang="en-US" sz="1400" dirty="0" err="1">
                <a:solidFill>
                  <a:prstClr val="black"/>
                </a:solidFill>
              </a:rPr>
              <a:t>i</a:t>
            </a:r>
            <a:r>
              <a:rPr lang="en-US" sz="1400" dirty="0">
                <a:solidFill>
                  <a:prstClr val="black"/>
                </a:solidFill>
              </a:rPr>
              <a:t>), the prediction from node n2 = 50.</a:t>
            </a:r>
          </a:p>
          <a:p>
            <a:pPr marL="857250" lvl="1" indent="-400050">
              <a:buFontTx/>
              <a:buAutoNum type="romanLcParenR"/>
            </a:pPr>
            <a:r>
              <a:rPr lang="en-US" sz="1400" dirty="0">
                <a:solidFill>
                  <a:prstClr val="black"/>
                </a:solidFill>
              </a:rPr>
              <a:t>Prediction from node n3: Again, n3 uses x as the split variable. Therefore, by similar logic, prediction from n3 = (1/6)*20 + (5/6)*10= 70/6.</a:t>
            </a:r>
          </a:p>
          <a:p>
            <a:pPr marL="857250" lvl="1" indent="-400050">
              <a:buFontTx/>
              <a:buAutoNum type="romanLcParenR"/>
            </a:pPr>
            <a:r>
              <a:rPr lang="en-US" sz="1400" dirty="0">
                <a:solidFill>
                  <a:prstClr val="black"/>
                </a:solidFill>
              </a:rPr>
              <a:t>Therefore, the prediction for the model with just the feature y is (4/10)*50 + (6/10)*(70/6) = 27. </a:t>
            </a:r>
          </a:p>
          <a:p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/>
          </a:bodyPr>
          <a:lstStyle/>
          <a:p>
            <a:r>
              <a:rPr lang="en-US" sz="2800" i="1" dirty="0">
                <a:solidFill>
                  <a:prstClr val="black"/>
                </a:solidFill>
              </a:rPr>
              <a:t>Let’s consider the sequence y &gt; z &gt;x:</a:t>
            </a:r>
            <a:endParaRPr lang="en-US" sz="2800" dirty="0">
              <a:solidFill>
                <a:prstClr val="black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446" y="1042774"/>
            <a:ext cx="4382090" cy="2138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9967" y="3105150"/>
            <a:ext cx="40386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prstClr val="black"/>
                </a:solidFill>
              </a:rPr>
              <a:t>iv) Hence, the marginal contribution for y in this sequence, ϕʸ² = 27–23 = 4.</a:t>
            </a:r>
          </a:p>
          <a:p>
            <a:r>
              <a:rPr lang="en-US" sz="1400" dirty="0">
                <a:solidFill>
                  <a:prstClr val="black"/>
                </a:solidFill>
              </a:rPr>
              <a:t>2) Marginal contribution for z in this sequence, ϕᶻ² = 0.</a:t>
            </a:r>
          </a:p>
          <a:p>
            <a:r>
              <a:rPr lang="en-US" sz="1400" dirty="0">
                <a:solidFill>
                  <a:prstClr val="black"/>
                </a:solidFill>
              </a:rPr>
              <a:t>3)Finally, we add the feature x to the model which gives the prediction as 20. Therefore the marginal contribution of x in this sequence is ϕˣ²=20–27 = -7.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958068-B733-46AC-B645-F56594D8C8F2}"/>
                  </a:ext>
                </a:extLst>
              </p14:cNvPr>
              <p14:cNvContentPartPr/>
              <p14:nvPr/>
            </p14:nvContentPartPr>
            <p14:xfrm>
              <a:off x="5148360" y="738360"/>
              <a:ext cx="1086120" cy="52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958068-B733-46AC-B645-F56594D8C8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9000" y="729000"/>
                <a:ext cx="1104840" cy="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8488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025188"/>
            <a:ext cx="845820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i="1" dirty="0">
                <a:solidFill>
                  <a:prstClr val="black"/>
                </a:solidFill>
              </a:rPr>
              <a:t>Sequence x &gt; z &gt; y:</a:t>
            </a:r>
            <a:r>
              <a:rPr lang="en-IN" sz="1600" dirty="0">
                <a:solidFill>
                  <a:prstClr val="black"/>
                </a:solidFill>
              </a:rPr>
              <a:t> 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ˣ³ = -3, 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ʸ³ = 0, 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ᶻ³ = 0</a:t>
            </a:r>
          </a:p>
          <a:p>
            <a:r>
              <a:rPr lang="en-IN" sz="1600" i="1" dirty="0">
                <a:solidFill>
                  <a:prstClr val="black"/>
                </a:solidFill>
              </a:rPr>
              <a:t>Sequence z &gt; x &gt; y:</a:t>
            </a:r>
            <a:r>
              <a:rPr lang="en-IN" sz="1600" dirty="0">
                <a:solidFill>
                  <a:prstClr val="black"/>
                </a:solidFill>
              </a:rPr>
              <a:t> 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ˣ⁴ = -3, 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ʸ⁴ = 0, 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ᶻ⁴ = 0</a:t>
            </a:r>
          </a:p>
          <a:p>
            <a:r>
              <a:rPr lang="en-IN" sz="1600" i="1" dirty="0">
                <a:solidFill>
                  <a:prstClr val="black"/>
                </a:solidFill>
              </a:rPr>
              <a:t>Sequence z &gt; y&gt; x:</a:t>
            </a:r>
            <a:r>
              <a:rPr lang="en-IN" sz="1600" dirty="0">
                <a:solidFill>
                  <a:prstClr val="black"/>
                </a:solidFill>
              </a:rPr>
              <a:t> 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ˣ⁵ = -7, 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ʸ⁵ = 4, 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ᶻ⁵ = 0</a:t>
            </a:r>
          </a:p>
          <a:p>
            <a:r>
              <a:rPr lang="en-IN" sz="1600" i="1" dirty="0">
                <a:solidFill>
                  <a:prstClr val="black"/>
                </a:solidFill>
              </a:rPr>
              <a:t>Sequence y &gt; x&gt; z:</a:t>
            </a:r>
            <a:r>
              <a:rPr lang="en-IN" sz="1600" dirty="0">
                <a:solidFill>
                  <a:prstClr val="black"/>
                </a:solidFill>
              </a:rPr>
              <a:t> 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ˣ⁶ = -7, 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ʸ⁶ = 4, </a:t>
            </a:r>
            <a:r>
              <a:rPr lang="el-GR" sz="1600" dirty="0">
                <a:solidFill>
                  <a:prstClr val="black"/>
                </a:solidFill>
              </a:rPr>
              <a:t>ϕ</a:t>
            </a:r>
            <a:r>
              <a:rPr lang="en-IN" sz="1600" dirty="0">
                <a:solidFill>
                  <a:prstClr val="black"/>
                </a:solidFill>
              </a:rPr>
              <a:t>ᶻ⁶ = 0</a:t>
            </a:r>
          </a:p>
          <a:p>
            <a:endParaRPr lang="en-US" sz="1600" dirty="0">
              <a:solidFill>
                <a:srgbClr val="242424"/>
              </a:solidFill>
              <a:latin typeface="source-serif-pro"/>
            </a:endParaRPr>
          </a:p>
          <a:p>
            <a:r>
              <a:rPr lang="en-IN" sz="1600" dirty="0"/>
              <a:t>Hence, SHAP values for the instance </a:t>
            </a:r>
            <a:r>
              <a:rPr lang="en-IN" sz="1600" dirty="0" err="1"/>
              <a:t>i</a:t>
            </a:r>
            <a:r>
              <a:rPr lang="en-IN" sz="1600" dirty="0"/>
              <a:t> are given by:</a:t>
            </a:r>
          </a:p>
          <a:p>
            <a:r>
              <a:rPr lang="el-GR" sz="1600" dirty="0"/>
              <a:t>ϕ</a:t>
            </a:r>
            <a:r>
              <a:rPr lang="en-IN" sz="1600" dirty="0"/>
              <a:t>ˣ = (</a:t>
            </a:r>
            <a:r>
              <a:rPr lang="el-GR" sz="1600" dirty="0"/>
              <a:t>ϕ</a:t>
            </a:r>
            <a:r>
              <a:rPr lang="en-IN" sz="1600" dirty="0"/>
              <a:t>ˣ¹ + </a:t>
            </a:r>
            <a:r>
              <a:rPr lang="el-GR" sz="1600" dirty="0"/>
              <a:t>ϕ</a:t>
            </a:r>
            <a:r>
              <a:rPr lang="en-IN" sz="1600" dirty="0"/>
              <a:t>ˣ² + </a:t>
            </a:r>
            <a:r>
              <a:rPr lang="el-GR" sz="1600" dirty="0"/>
              <a:t>ϕ</a:t>
            </a:r>
            <a:r>
              <a:rPr lang="en-IN" sz="1600" dirty="0"/>
              <a:t>ˣ³ + </a:t>
            </a:r>
            <a:r>
              <a:rPr lang="el-GR" sz="1600" dirty="0"/>
              <a:t>ϕ</a:t>
            </a:r>
            <a:r>
              <a:rPr lang="en-IN" sz="1600" dirty="0"/>
              <a:t>ˣ⁴ + </a:t>
            </a:r>
            <a:r>
              <a:rPr lang="el-GR" sz="1600" dirty="0"/>
              <a:t>ϕ</a:t>
            </a:r>
            <a:r>
              <a:rPr lang="en-IN" sz="1600" dirty="0"/>
              <a:t>ˣ⁵ + </a:t>
            </a:r>
            <a:r>
              <a:rPr lang="el-GR" sz="1600" dirty="0"/>
              <a:t>ϕ</a:t>
            </a:r>
            <a:r>
              <a:rPr lang="en-IN" sz="1600" dirty="0"/>
              <a:t>ˣ⁶)/6 = (-3–7–3–3–7–7)/6 = -5</a:t>
            </a:r>
          </a:p>
          <a:p>
            <a:r>
              <a:rPr lang="el-GR" sz="1600" dirty="0"/>
              <a:t>ϕ</a:t>
            </a:r>
            <a:r>
              <a:rPr lang="en-IN" sz="1600" dirty="0"/>
              <a:t>ʸ = (</a:t>
            </a:r>
            <a:r>
              <a:rPr lang="el-GR" sz="1600" dirty="0"/>
              <a:t>ϕ</a:t>
            </a:r>
            <a:r>
              <a:rPr lang="en-IN" sz="1600" dirty="0"/>
              <a:t>ʸ¹ + </a:t>
            </a:r>
            <a:r>
              <a:rPr lang="el-GR" sz="1600" dirty="0"/>
              <a:t>ϕ</a:t>
            </a:r>
            <a:r>
              <a:rPr lang="en-IN" sz="1600" dirty="0"/>
              <a:t>ʸ² + </a:t>
            </a:r>
            <a:r>
              <a:rPr lang="el-GR" sz="1600" dirty="0"/>
              <a:t>ϕ</a:t>
            </a:r>
            <a:r>
              <a:rPr lang="en-IN" sz="1600" dirty="0"/>
              <a:t>ʸ³ + </a:t>
            </a:r>
            <a:r>
              <a:rPr lang="el-GR" sz="1600" dirty="0"/>
              <a:t>ϕ</a:t>
            </a:r>
            <a:r>
              <a:rPr lang="en-IN" sz="1600" dirty="0"/>
              <a:t>ʸ⁴ + </a:t>
            </a:r>
            <a:r>
              <a:rPr lang="el-GR" sz="1600" dirty="0"/>
              <a:t>ϕ</a:t>
            </a:r>
            <a:r>
              <a:rPr lang="en-IN" sz="1600" dirty="0"/>
              <a:t>ʸ⁵ + </a:t>
            </a:r>
            <a:r>
              <a:rPr lang="el-GR" sz="1600" dirty="0"/>
              <a:t>ϕ</a:t>
            </a:r>
            <a:r>
              <a:rPr lang="en-IN" sz="1600" dirty="0"/>
              <a:t>ʸ⁶)/6 = (0+4+0+0+4+4)/6 = 2</a:t>
            </a:r>
          </a:p>
          <a:p>
            <a:r>
              <a:rPr lang="el-GR" sz="1600" dirty="0"/>
              <a:t>ϕ</a:t>
            </a:r>
            <a:r>
              <a:rPr lang="en-IN" sz="1600" dirty="0"/>
              <a:t>ᶻ = (</a:t>
            </a:r>
            <a:r>
              <a:rPr lang="el-GR" sz="1600" dirty="0"/>
              <a:t>ϕ</a:t>
            </a:r>
            <a:r>
              <a:rPr lang="en-IN" sz="1600" dirty="0"/>
              <a:t>ᶻ¹ + </a:t>
            </a:r>
            <a:r>
              <a:rPr lang="el-GR" sz="1600" dirty="0"/>
              <a:t>ϕ</a:t>
            </a:r>
            <a:r>
              <a:rPr lang="en-IN" sz="1600" dirty="0"/>
              <a:t>ᶻ² + </a:t>
            </a:r>
            <a:r>
              <a:rPr lang="el-GR" sz="1600" dirty="0"/>
              <a:t>ϕ</a:t>
            </a:r>
            <a:r>
              <a:rPr lang="en-IN" sz="1600" dirty="0"/>
              <a:t>ᶻ³ + </a:t>
            </a:r>
            <a:r>
              <a:rPr lang="el-GR" sz="1600" dirty="0"/>
              <a:t>ϕ</a:t>
            </a:r>
            <a:r>
              <a:rPr lang="en-IN" sz="1600" dirty="0"/>
              <a:t>ᶻ⁴ + </a:t>
            </a:r>
            <a:r>
              <a:rPr lang="el-GR" sz="1600" dirty="0"/>
              <a:t>ϕ</a:t>
            </a:r>
            <a:r>
              <a:rPr lang="en-IN" sz="1600" dirty="0"/>
              <a:t>ᶻ⁵ + </a:t>
            </a:r>
            <a:r>
              <a:rPr lang="el-GR" sz="1600" dirty="0"/>
              <a:t>ϕ</a:t>
            </a:r>
            <a:r>
              <a:rPr lang="en-IN" sz="1600" dirty="0"/>
              <a:t>ᶻ⁶)/6 = (0+0+0+0+0+0)/6 = 0</a:t>
            </a:r>
          </a:p>
          <a:p>
            <a:endParaRPr lang="en-US" sz="1600" dirty="0">
              <a:solidFill>
                <a:prstClr val="black"/>
              </a:solidFill>
            </a:endParaRPr>
          </a:p>
          <a:p>
            <a:r>
              <a:rPr lang="en-US" sz="1600" dirty="0">
                <a:solidFill>
                  <a:prstClr val="black"/>
                </a:solidFill>
              </a:rPr>
              <a:t>Explanation for the prediction for instance </a:t>
            </a:r>
            <a:r>
              <a:rPr lang="en-US" sz="1600" dirty="0" err="1">
                <a:solidFill>
                  <a:prstClr val="black"/>
                </a:solidFill>
              </a:rPr>
              <a:t>i</a:t>
            </a:r>
            <a:r>
              <a:rPr lang="en-US" sz="1600" dirty="0">
                <a:solidFill>
                  <a:prstClr val="black"/>
                </a:solidFill>
              </a:rPr>
              <a:t> (20) = ϕ⁰ + </a:t>
            </a:r>
            <a:r>
              <a:rPr lang="en-US" sz="1600" dirty="0" err="1">
                <a:solidFill>
                  <a:prstClr val="black"/>
                </a:solidFill>
              </a:rPr>
              <a:t>ϕˣ</a:t>
            </a:r>
            <a:r>
              <a:rPr lang="en-US" sz="1600" dirty="0">
                <a:solidFill>
                  <a:prstClr val="black"/>
                </a:solidFill>
              </a:rPr>
              <a:t> + </a:t>
            </a:r>
            <a:r>
              <a:rPr lang="en-US" sz="1600" dirty="0" err="1">
                <a:solidFill>
                  <a:prstClr val="black"/>
                </a:solidFill>
              </a:rPr>
              <a:t>ϕʸ</a:t>
            </a:r>
            <a:r>
              <a:rPr lang="en-US" sz="1600" dirty="0">
                <a:solidFill>
                  <a:prstClr val="black"/>
                </a:solidFill>
              </a:rPr>
              <a:t> + ϕᶻ = 23 + (-5) + 2 + 0 = 20:</a:t>
            </a:r>
          </a:p>
          <a:p>
            <a:r>
              <a:rPr lang="en-US" sz="1600" dirty="0">
                <a:solidFill>
                  <a:prstClr val="black"/>
                </a:solidFill>
              </a:rPr>
              <a:t>“</a:t>
            </a:r>
            <a:r>
              <a:rPr lang="en-US" sz="1600" i="1" dirty="0">
                <a:solidFill>
                  <a:prstClr val="black"/>
                </a:solidFill>
              </a:rPr>
              <a:t>The base value of the prediction in the absence of any information on independent variables is 23; knowing x=150 decreased the prediction by 5 and knowing y = 75 increased the prediction by 2 giving a final prediction of 20. Knowing z = 300 had no impact on the model prediction.</a:t>
            </a:r>
            <a:r>
              <a:rPr lang="en-US" sz="1600" dirty="0">
                <a:solidFill>
                  <a:prstClr val="black"/>
                </a:solidFill>
              </a:rPr>
              <a:t>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3A7D3A7-1C1E-446F-A1E3-7C0FF6D1B4EA}"/>
                  </a:ext>
                </a:extLst>
              </p14:cNvPr>
              <p14:cNvContentPartPr/>
              <p14:nvPr/>
            </p14:nvContentPartPr>
            <p14:xfrm>
              <a:off x="1100160" y="1300320"/>
              <a:ext cx="1281600" cy="1424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3A7D3A7-1C1E-446F-A1E3-7C0FF6D1B4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0800" y="1290960"/>
                <a:ext cx="1300320" cy="144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235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Placeholder 10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5" dirty="0"/>
              <a:t>Deep</a:t>
            </a:r>
            <a:r>
              <a:rPr lang="en-IN" sz="2400" spc="-90" dirty="0"/>
              <a:t> </a:t>
            </a:r>
            <a:r>
              <a:rPr lang="en-IN" sz="2400" spc="-5" dirty="0"/>
              <a:t>SHAP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01624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spcBef>
                <a:spcPts val="414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Incorporate Shapley 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Values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Into Linear Composition</a:t>
            </a:r>
            <a:r>
              <a:rPr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379095" indent="-367030">
              <a:spcBef>
                <a:spcPts val="31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DeepLift approximates Deep SHAP when the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reference value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is taken to</a:t>
            </a:r>
            <a:r>
              <a:rPr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63479" y="2645144"/>
            <a:ext cx="5101590" cy="2470785"/>
            <a:chOff x="2363479" y="2645144"/>
            <a:chExt cx="5101590" cy="2470785"/>
          </a:xfrm>
        </p:grpSpPr>
        <p:sp>
          <p:nvSpPr>
            <p:cNvPr id="5" name="object 5"/>
            <p:cNvSpPr/>
            <p:nvPr/>
          </p:nvSpPr>
          <p:spPr>
            <a:xfrm>
              <a:off x="2363479" y="2645144"/>
              <a:ext cx="5101556" cy="247027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619479" y="3056518"/>
              <a:ext cx="253115" cy="2013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19479" y="305651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65" y="201399"/>
                  </a:moveTo>
                  <a:lnTo>
                    <a:pt x="5106" y="169124"/>
                  </a:lnTo>
                  <a:lnTo>
                    <a:pt x="0" y="134896"/>
                  </a:lnTo>
                  <a:lnTo>
                    <a:pt x="17365" y="67849"/>
                  </a:lnTo>
                  <a:lnTo>
                    <a:pt x="66762" y="18418"/>
                  </a:lnTo>
                  <a:lnTo>
                    <a:pt x="134815" y="0"/>
                  </a:lnTo>
                  <a:lnTo>
                    <a:pt x="170434" y="4414"/>
                  </a:lnTo>
                  <a:lnTo>
                    <a:pt x="203096" y="17543"/>
                  </a:lnTo>
                  <a:lnTo>
                    <a:pt x="231192" y="38481"/>
                  </a:lnTo>
                  <a:lnTo>
                    <a:pt x="253115" y="66324"/>
                  </a:lnTo>
                  <a:lnTo>
                    <a:pt x="19365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37344" y="3120868"/>
              <a:ext cx="253127" cy="2013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37344" y="312086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5"/>
                  </a:lnTo>
                  <a:lnTo>
                    <a:pt x="253127" y="66502"/>
                  </a:lnTo>
                  <a:lnTo>
                    <a:pt x="235749" y="133549"/>
                  </a:lnTo>
                  <a:lnTo>
                    <a:pt x="186365" y="182971"/>
                  </a:lnTo>
                  <a:lnTo>
                    <a:pt x="118324" y="201399"/>
                  </a:lnTo>
                  <a:lnTo>
                    <a:pt x="82701" y="196984"/>
                  </a:lnTo>
                  <a:lnTo>
                    <a:pt x="50031" y="183855"/>
                  </a:lnTo>
                  <a:lnTo>
                    <a:pt x="21926" y="162917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627813" y="3453792"/>
              <a:ext cx="253130" cy="2014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627813" y="345379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56" y="201424"/>
                  </a:moveTo>
                  <a:lnTo>
                    <a:pt x="5100" y="169149"/>
                  </a:lnTo>
                  <a:lnTo>
                    <a:pt x="0" y="134921"/>
                  </a:lnTo>
                  <a:lnTo>
                    <a:pt x="17356" y="67874"/>
                  </a:lnTo>
                  <a:lnTo>
                    <a:pt x="66752" y="18440"/>
                  </a:lnTo>
                  <a:lnTo>
                    <a:pt x="134805" y="0"/>
                  </a:lnTo>
                  <a:lnTo>
                    <a:pt x="170425" y="4429"/>
                  </a:lnTo>
                  <a:lnTo>
                    <a:pt x="203090" y="17565"/>
                  </a:lnTo>
                  <a:lnTo>
                    <a:pt x="231193" y="38506"/>
                  </a:lnTo>
                  <a:lnTo>
                    <a:pt x="253130" y="66349"/>
                  </a:lnTo>
                  <a:lnTo>
                    <a:pt x="19356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45669" y="3518142"/>
              <a:ext cx="253130" cy="2014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45669" y="351814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89"/>
                  </a:lnTo>
                  <a:lnTo>
                    <a:pt x="253130" y="66521"/>
                  </a:lnTo>
                  <a:lnTo>
                    <a:pt x="235774" y="133549"/>
                  </a:lnTo>
                  <a:lnTo>
                    <a:pt x="186377" y="182984"/>
                  </a:lnTo>
                  <a:lnTo>
                    <a:pt x="118324" y="201424"/>
                  </a:lnTo>
                  <a:lnTo>
                    <a:pt x="82704" y="197009"/>
                  </a:lnTo>
                  <a:lnTo>
                    <a:pt x="50040" y="183880"/>
                  </a:lnTo>
                  <a:lnTo>
                    <a:pt x="21937" y="162942"/>
                  </a:lnTo>
                  <a:lnTo>
                    <a:pt x="0" y="135099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619479" y="3852342"/>
              <a:ext cx="253115" cy="20139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19479" y="385234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65" y="201399"/>
                  </a:moveTo>
                  <a:lnTo>
                    <a:pt x="5106" y="169124"/>
                  </a:lnTo>
                  <a:lnTo>
                    <a:pt x="0" y="134896"/>
                  </a:lnTo>
                  <a:lnTo>
                    <a:pt x="17365" y="67849"/>
                  </a:lnTo>
                  <a:lnTo>
                    <a:pt x="66762" y="18428"/>
                  </a:lnTo>
                  <a:lnTo>
                    <a:pt x="134815" y="0"/>
                  </a:lnTo>
                  <a:lnTo>
                    <a:pt x="170434" y="4414"/>
                  </a:lnTo>
                  <a:lnTo>
                    <a:pt x="203096" y="17543"/>
                  </a:lnTo>
                  <a:lnTo>
                    <a:pt x="231192" y="38481"/>
                  </a:lnTo>
                  <a:lnTo>
                    <a:pt x="253115" y="66324"/>
                  </a:lnTo>
                  <a:lnTo>
                    <a:pt x="19365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37344" y="3916692"/>
              <a:ext cx="253127" cy="2014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637344" y="391669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5"/>
                  </a:lnTo>
                  <a:lnTo>
                    <a:pt x="253127" y="66502"/>
                  </a:lnTo>
                  <a:lnTo>
                    <a:pt x="235749" y="133549"/>
                  </a:lnTo>
                  <a:lnTo>
                    <a:pt x="186365" y="182984"/>
                  </a:lnTo>
                  <a:lnTo>
                    <a:pt x="118324" y="201424"/>
                  </a:lnTo>
                  <a:lnTo>
                    <a:pt x="82701" y="196995"/>
                  </a:lnTo>
                  <a:lnTo>
                    <a:pt x="50031" y="183859"/>
                  </a:lnTo>
                  <a:lnTo>
                    <a:pt x="21926" y="162918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22407" y="4560379"/>
            <a:ext cx="1655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Lundberg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2017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10615" y="2653807"/>
            <a:ext cx="3473450" cy="1875789"/>
            <a:chOff x="3410615" y="2653807"/>
            <a:chExt cx="3473450" cy="1875789"/>
          </a:xfrm>
        </p:grpSpPr>
        <p:sp>
          <p:nvSpPr>
            <p:cNvPr id="20" name="object 20"/>
            <p:cNvSpPr/>
            <p:nvPr/>
          </p:nvSpPr>
          <p:spPr>
            <a:xfrm>
              <a:off x="3423852" y="2658569"/>
              <a:ext cx="253115" cy="20139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423852" y="2658569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30">
                  <a:moveTo>
                    <a:pt x="19365" y="201399"/>
                  </a:moveTo>
                  <a:lnTo>
                    <a:pt x="5106" y="169124"/>
                  </a:lnTo>
                  <a:lnTo>
                    <a:pt x="0" y="134896"/>
                  </a:lnTo>
                  <a:lnTo>
                    <a:pt x="17365" y="67849"/>
                  </a:lnTo>
                  <a:lnTo>
                    <a:pt x="66762" y="18428"/>
                  </a:lnTo>
                  <a:lnTo>
                    <a:pt x="134815" y="0"/>
                  </a:lnTo>
                  <a:lnTo>
                    <a:pt x="170424" y="4414"/>
                  </a:lnTo>
                  <a:lnTo>
                    <a:pt x="203087" y="17543"/>
                  </a:lnTo>
                  <a:lnTo>
                    <a:pt x="231188" y="38481"/>
                  </a:lnTo>
                  <a:lnTo>
                    <a:pt x="253115" y="66324"/>
                  </a:lnTo>
                  <a:lnTo>
                    <a:pt x="19365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41718" y="2722919"/>
              <a:ext cx="253115" cy="2013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441718" y="2722919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30">
                  <a:moveTo>
                    <a:pt x="233749" y="0"/>
                  </a:moveTo>
                  <a:lnTo>
                    <a:pt x="248008" y="32275"/>
                  </a:lnTo>
                  <a:lnTo>
                    <a:pt x="253115" y="66502"/>
                  </a:lnTo>
                  <a:lnTo>
                    <a:pt x="235749" y="133549"/>
                  </a:lnTo>
                  <a:lnTo>
                    <a:pt x="186352" y="182971"/>
                  </a:lnTo>
                  <a:lnTo>
                    <a:pt x="118299" y="201399"/>
                  </a:lnTo>
                  <a:lnTo>
                    <a:pt x="82690" y="196984"/>
                  </a:lnTo>
                  <a:lnTo>
                    <a:pt x="50028" y="183855"/>
                  </a:lnTo>
                  <a:lnTo>
                    <a:pt x="21926" y="162917"/>
                  </a:lnTo>
                  <a:lnTo>
                    <a:pt x="0" y="135074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415377" y="3454443"/>
              <a:ext cx="253115" cy="2014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415377" y="3454443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65" y="201424"/>
                  </a:moveTo>
                  <a:lnTo>
                    <a:pt x="5106" y="169149"/>
                  </a:lnTo>
                  <a:lnTo>
                    <a:pt x="0" y="134921"/>
                  </a:lnTo>
                  <a:lnTo>
                    <a:pt x="17365" y="67874"/>
                  </a:lnTo>
                  <a:lnTo>
                    <a:pt x="66762" y="18440"/>
                  </a:lnTo>
                  <a:lnTo>
                    <a:pt x="134815" y="0"/>
                  </a:lnTo>
                  <a:lnTo>
                    <a:pt x="170424" y="4429"/>
                  </a:lnTo>
                  <a:lnTo>
                    <a:pt x="203087" y="17565"/>
                  </a:lnTo>
                  <a:lnTo>
                    <a:pt x="231188" y="38506"/>
                  </a:lnTo>
                  <a:lnTo>
                    <a:pt x="253115" y="66349"/>
                  </a:lnTo>
                  <a:lnTo>
                    <a:pt x="19365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433243" y="3518817"/>
              <a:ext cx="253118" cy="20139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433243" y="3518817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19" y="32275"/>
                  </a:lnTo>
                  <a:lnTo>
                    <a:pt x="253118" y="66502"/>
                  </a:lnTo>
                  <a:lnTo>
                    <a:pt x="235749" y="133549"/>
                  </a:lnTo>
                  <a:lnTo>
                    <a:pt x="186352" y="182962"/>
                  </a:lnTo>
                  <a:lnTo>
                    <a:pt x="118299" y="201399"/>
                  </a:lnTo>
                  <a:lnTo>
                    <a:pt x="82690" y="196984"/>
                  </a:lnTo>
                  <a:lnTo>
                    <a:pt x="50028" y="183855"/>
                  </a:lnTo>
                  <a:lnTo>
                    <a:pt x="21926" y="162917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423786" y="3056518"/>
              <a:ext cx="253130" cy="20139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423786" y="305651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56" y="201399"/>
                  </a:moveTo>
                  <a:lnTo>
                    <a:pt x="5100" y="169124"/>
                  </a:lnTo>
                  <a:lnTo>
                    <a:pt x="0" y="134896"/>
                  </a:lnTo>
                  <a:lnTo>
                    <a:pt x="17356" y="67849"/>
                  </a:lnTo>
                  <a:lnTo>
                    <a:pt x="66752" y="18418"/>
                  </a:lnTo>
                  <a:lnTo>
                    <a:pt x="134805" y="0"/>
                  </a:lnTo>
                  <a:lnTo>
                    <a:pt x="170425" y="4414"/>
                  </a:lnTo>
                  <a:lnTo>
                    <a:pt x="203090" y="17543"/>
                  </a:lnTo>
                  <a:lnTo>
                    <a:pt x="231193" y="38481"/>
                  </a:lnTo>
                  <a:lnTo>
                    <a:pt x="253130" y="66324"/>
                  </a:lnTo>
                  <a:lnTo>
                    <a:pt x="19356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441643" y="3120868"/>
              <a:ext cx="253130" cy="20139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441643" y="312086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5"/>
                  </a:lnTo>
                  <a:lnTo>
                    <a:pt x="253130" y="66502"/>
                  </a:lnTo>
                  <a:lnTo>
                    <a:pt x="235774" y="133549"/>
                  </a:lnTo>
                  <a:lnTo>
                    <a:pt x="186377" y="182971"/>
                  </a:lnTo>
                  <a:lnTo>
                    <a:pt x="118324" y="201399"/>
                  </a:lnTo>
                  <a:lnTo>
                    <a:pt x="82704" y="196984"/>
                  </a:lnTo>
                  <a:lnTo>
                    <a:pt x="50040" y="183855"/>
                  </a:lnTo>
                  <a:lnTo>
                    <a:pt x="21937" y="162917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423786" y="3852342"/>
              <a:ext cx="253130" cy="20139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3423786" y="385234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56" y="201399"/>
                  </a:moveTo>
                  <a:lnTo>
                    <a:pt x="5100" y="169124"/>
                  </a:lnTo>
                  <a:lnTo>
                    <a:pt x="0" y="134896"/>
                  </a:lnTo>
                  <a:lnTo>
                    <a:pt x="17356" y="67849"/>
                  </a:lnTo>
                  <a:lnTo>
                    <a:pt x="66752" y="18428"/>
                  </a:lnTo>
                  <a:lnTo>
                    <a:pt x="134805" y="0"/>
                  </a:lnTo>
                  <a:lnTo>
                    <a:pt x="170425" y="4414"/>
                  </a:lnTo>
                  <a:lnTo>
                    <a:pt x="203090" y="17543"/>
                  </a:lnTo>
                  <a:lnTo>
                    <a:pt x="231193" y="38481"/>
                  </a:lnTo>
                  <a:lnTo>
                    <a:pt x="253130" y="66324"/>
                  </a:lnTo>
                  <a:lnTo>
                    <a:pt x="19356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3441643" y="3916692"/>
              <a:ext cx="253130" cy="2014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3441643" y="391669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5"/>
                  </a:lnTo>
                  <a:lnTo>
                    <a:pt x="253130" y="66502"/>
                  </a:lnTo>
                  <a:lnTo>
                    <a:pt x="235774" y="133549"/>
                  </a:lnTo>
                  <a:lnTo>
                    <a:pt x="186377" y="182984"/>
                  </a:lnTo>
                  <a:lnTo>
                    <a:pt x="118324" y="201424"/>
                  </a:lnTo>
                  <a:lnTo>
                    <a:pt x="82704" y="196995"/>
                  </a:lnTo>
                  <a:lnTo>
                    <a:pt x="50040" y="183859"/>
                  </a:lnTo>
                  <a:lnTo>
                    <a:pt x="21937" y="162918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3423786" y="4258816"/>
              <a:ext cx="253130" cy="20142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3423786" y="4258816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56" y="201424"/>
                  </a:moveTo>
                  <a:lnTo>
                    <a:pt x="5100" y="169145"/>
                  </a:lnTo>
                  <a:lnTo>
                    <a:pt x="0" y="134912"/>
                  </a:lnTo>
                  <a:lnTo>
                    <a:pt x="17356" y="67874"/>
                  </a:lnTo>
                  <a:lnTo>
                    <a:pt x="66752" y="18440"/>
                  </a:lnTo>
                  <a:lnTo>
                    <a:pt x="134805" y="0"/>
                  </a:lnTo>
                  <a:lnTo>
                    <a:pt x="170425" y="4425"/>
                  </a:lnTo>
                  <a:lnTo>
                    <a:pt x="203090" y="17556"/>
                  </a:lnTo>
                  <a:lnTo>
                    <a:pt x="231193" y="38496"/>
                  </a:lnTo>
                  <a:lnTo>
                    <a:pt x="253130" y="66349"/>
                  </a:lnTo>
                  <a:lnTo>
                    <a:pt x="19356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3441643" y="4323166"/>
              <a:ext cx="253130" cy="20142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3441643" y="4323166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8"/>
                  </a:lnTo>
                  <a:lnTo>
                    <a:pt x="253130" y="66512"/>
                  </a:lnTo>
                  <a:lnTo>
                    <a:pt x="235774" y="133549"/>
                  </a:lnTo>
                  <a:lnTo>
                    <a:pt x="186377" y="182984"/>
                  </a:lnTo>
                  <a:lnTo>
                    <a:pt x="118324" y="201424"/>
                  </a:lnTo>
                  <a:lnTo>
                    <a:pt x="82704" y="197009"/>
                  </a:lnTo>
                  <a:lnTo>
                    <a:pt x="50040" y="183880"/>
                  </a:lnTo>
                  <a:lnTo>
                    <a:pt x="21937" y="162942"/>
                  </a:lnTo>
                  <a:lnTo>
                    <a:pt x="0" y="135099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4219738" y="2658569"/>
              <a:ext cx="253127" cy="20139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4219738" y="2658569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30">
                  <a:moveTo>
                    <a:pt x="19353" y="201399"/>
                  </a:moveTo>
                  <a:lnTo>
                    <a:pt x="5098" y="169124"/>
                  </a:lnTo>
                  <a:lnTo>
                    <a:pt x="0" y="134896"/>
                  </a:lnTo>
                  <a:lnTo>
                    <a:pt x="17378" y="67849"/>
                  </a:lnTo>
                  <a:lnTo>
                    <a:pt x="66771" y="18428"/>
                  </a:lnTo>
                  <a:lnTo>
                    <a:pt x="134802" y="0"/>
                  </a:lnTo>
                  <a:lnTo>
                    <a:pt x="170426" y="4414"/>
                  </a:lnTo>
                  <a:lnTo>
                    <a:pt x="203096" y="17543"/>
                  </a:lnTo>
                  <a:lnTo>
                    <a:pt x="231201" y="38481"/>
                  </a:lnTo>
                  <a:lnTo>
                    <a:pt x="253127" y="66324"/>
                  </a:lnTo>
                  <a:lnTo>
                    <a:pt x="19353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237616" y="2722919"/>
              <a:ext cx="253115" cy="20139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4237616" y="2722919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30">
                  <a:moveTo>
                    <a:pt x="233749" y="0"/>
                  </a:moveTo>
                  <a:lnTo>
                    <a:pt x="248008" y="32275"/>
                  </a:lnTo>
                  <a:lnTo>
                    <a:pt x="253115" y="66502"/>
                  </a:lnTo>
                  <a:lnTo>
                    <a:pt x="235749" y="133549"/>
                  </a:lnTo>
                  <a:lnTo>
                    <a:pt x="186352" y="182971"/>
                  </a:lnTo>
                  <a:lnTo>
                    <a:pt x="118299" y="201399"/>
                  </a:lnTo>
                  <a:lnTo>
                    <a:pt x="82680" y="196984"/>
                  </a:lnTo>
                  <a:lnTo>
                    <a:pt x="50018" y="183855"/>
                  </a:lnTo>
                  <a:lnTo>
                    <a:pt x="21922" y="162917"/>
                  </a:lnTo>
                  <a:lnTo>
                    <a:pt x="0" y="135074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211263" y="3454443"/>
              <a:ext cx="253127" cy="201424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4211263" y="3454443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53" y="201424"/>
                  </a:moveTo>
                  <a:lnTo>
                    <a:pt x="5098" y="169149"/>
                  </a:lnTo>
                  <a:lnTo>
                    <a:pt x="0" y="134921"/>
                  </a:lnTo>
                  <a:lnTo>
                    <a:pt x="17378" y="67874"/>
                  </a:lnTo>
                  <a:lnTo>
                    <a:pt x="66771" y="18440"/>
                  </a:lnTo>
                  <a:lnTo>
                    <a:pt x="134802" y="0"/>
                  </a:lnTo>
                  <a:lnTo>
                    <a:pt x="170426" y="4429"/>
                  </a:lnTo>
                  <a:lnTo>
                    <a:pt x="203096" y="17565"/>
                  </a:lnTo>
                  <a:lnTo>
                    <a:pt x="231201" y="38506"/>
                  </a:lnTo>
                  <a:lnTo>
                    <a:pt x="253127" y="66349"/>
                  </a:lnTo>
                  <a:lnTo>
                    <a:pt x="19353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4229141" y="3518817"/>
              <a:ext cx="253115" cy="20139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4229141" y="3518817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49" y="0"/>
                  </a:moveTo>
                  <a:lnTo>
                    <a:pt x="248008" y="32275"/>
                  </a:lnTo>
                  <a:lnTo>
                    <a:pt x="253115" y="66502"/>
                  </a:lnTo>
                  <a:lnTo>
                    <a:pt x="235749" y="133549"/>
                  </a:lnTo>
                  <a:lnTo>
                    <a:pt x="186352" y="182962"/>
                  </a:lnTo>
                  <a:lnTo>
                    <a:pt x="118299" y="201399"/>
                  </a:lnTo>
                  <a:lnTo>
                    <a:pt x="82690" y="196984"/>
                  </a:lnTo>
                  <a:lnTo>
                    <a:pt x="50028" y="183855"/>
                  </a:lnTo>
                  <a:lnTo>
                    <a:pt x="21926" y="162917"/>
                  </a:lnTo>
                  <a:lnTo>
                    <a:pt x="0" y="135074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219675" y="3056518"/>
              <a:ext cx="253115" cy="2013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219675" y="305651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65" y="201399"/>
                  </a:moveTo>
                  <a:lnTo>
                    <a:pt x="5106" y="169124"/>
                  </a:lnTo>
                  <a:lnTo>
                    <a:pt x="0" y="134896"/>
                  </a:lnTo>
                  <a:lnTo>
                    <a:pt x="17365" y="67849"/>
                  </a:lnTo>
                  <a:lnTo>
                    <a:pt x="66762" y="18418"/>
                  </a:lnTo>
                  <a:lnTo>
                    <a:pt x="134815" y="0"/>
                  </a:lnTo>
                  <a:lnTo>
                    <a:pt x="170434" y="4414"/>
                  </a:lnTo>
                  <a:lnTo>
                    <a:pt x="203096" y="17543"/>
                  </a:lnTo>
                  <a:lnTo>
                    <a:pt x="231192" y="38481"/>
                  </a:lnTo>
                  <a:lnTo>
                    <a:pt x="253115" y="66324"/>
                  </a:lnTo>
                  <a:lnTo>
                    <a:pt x="19365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4237541" y="3120868"/>
              <a:ext cx="253127" cy="2013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4237541" y="312086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5"/>
                  </a:lnTo>
                  <a:lnTo>
                    <a:pt x="253127" y="66502"/>
                  </a:lnTo>
                  <a:lnTo>
                    <a:pt x="235749" y="133549"/>
                  </a:lnTo>
                  <a:lnTo>
                    <a:pt x="186365" y="182971"/>
                  </a:lnTo>
                  <a:lnTo>
                    <a:pt x="118324" y="201399"/>
                  </a:lnTo>
                  <a:lnTo>
                    <a:pt x="82701" y="196984"/>
                  </a:lnTo>
                  <a:lnTo>
                    <a:pt x="50031" y="183855"/>
                  </a:lnTo>
                  <a:lnTo>
                    <a:pt x="21926" y="162917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219675" y="3852342"/>
              <a:ext cx="253115" cy="20139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219675" y="385234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65" y="201399"/>
                  </a:moveTo>
                  <a:lnTo>
                    <a:pt x="5106" y="169124"/>
                  </a:lnTo>
                  <a:lnTo>
                    <a:pt x="0" y="134896"/>
                  </a:lnTo>
                  <a:lnTo>
                    <a:pt x="17365" y="67849"/>
                  </a:lnTo>
                  <a:lnTo>
                    <a:pt x="66762" y="18428"/>
                  </a:lnTo>
                  <a:lnTo>
                    <a:pt x="134815" y="0"/>
                  </a:lnTo>
                  <a:lnTo>
                    <a:pt x="170434" y="4414"/>
                  </a:lnTo>
                  <a:lnTo>
                    <a:pt x="203096" y="17543"/>
                  </a:lnTo>
                  <a:lnTo>
                    <a:pt x="231192" y="38481"/>
                  </a:lnTo>
                  <a:lnTo>
                    <a:pt x="253115" y="66324"/>
                  </a:lnTo>
                  <a:lnTo>
                    <a:pt x="19365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4237541" y="3916692"/>
              <a:ext cx="253127" cy="20142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237541" y="391669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5"/>
                  </a:lnTo>
                  <a:lnTo>
                    <a:pt x="253127" y="66502"/>
                  </a:lnTo>
                  <a:lnTo>
                    <a:pt x="235749" y="133549"/>
                  </a:lnTo>
                  <a:lnTo>
                    <a:pt x="186365" y="182984"/>
                  </a:lnTo>
                  <a:lnTo>
                    <a:pt x="118324" y="201424"/>
                  </a:lnTo>
                  <a:lnTo>
                    <a:pt x="82701" y="196995"/>
                  </a:lnTo>
                  <a:lnTo>
                    <a:pt x="50031" y="183859"/>
                  </a:lnTo>
                  <a:lnTo>
                    <a:pt x="21926" y="162918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219675" y="4258816"/>
              <a:ext cx="253115" cy="201424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219675" y="4258816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65" y="201424"/>
                  </a:moveTo>
                  <a:lnTo>
                    <a:pt x="5106" y="169145"/>
                  </a:lnTo>
                  <a:lnTo>
                    <a:pt x="0" y="134912"/>
                  </a:lnTo>
                  <a:lnTo>
                    <a:pt x="17365" y="67874"/>
                  </a:lnTo>
                  <a:lnTo>
                    <a:pt x="66762" y="18440"/>
                  </a:lnTo>
                  <a:lnTo>
                    <a:pt x="134815" y="0"/>
                  </a:lnTo>
                  <a:lnTo>
                    <a:pt x="170434" y="4425"/>
                  </a:lnTo>
                  <a:lnTo>
                    <a:pt x="203096" y="17556"/>
                  </a:lnTo>
                  <a:lnTo>
                    <a:pt x="231192" y="38496"/>
                  </a:lnTo>
                  <a:lnTo>
                    <a:pt x="253115" y="66349"/>
                  </a:lnTo>
                  <a:lnTo>
                    <a:pt x="19365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237541" y="4323166"/>
              <a:ext cx="253127" cy="201424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237541" y="4323166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8"/>
                  </a:lnTo>
                  <a:lnTo>
                    <a:pt x="253127" y="66512"/>
                  </a:lnTo>
                  <a:lnTo>
                    <a:pt x="235749" y="133549"/>
                  </a:lnTo>
                  <a:lnTo>
                    <a:pt x="186365" y="182984"/>
                  </a:lnTo>
                  <a:lnTo>
                    <a:pt x="118324" y="201424"/>
                  </a:lnTo>
                  <a:lnTo>
                    <a:pt x="82701" y="197009"/>
                  </a:lnTo>
                  <a:lnTo>
                    <a:pt x="50031" y="183880"/>
                  </a:lnTo>
                  <a:lnTo>
                    <a:pt x="21926" y="162942"/>
                  </a:lnTo>
                  <a:lnTo>
                    <a:pt x="0" y="135099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024108" y="2658569"/>
              <a:ext cx="253130" cy="201399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024108" y="2658569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30">
                  <a:moveTo>
                    <a:pt x="19356" y="201399"/>
                  </a:moveTo>
                  <a:lnTo>
                    <a:pt x="5100" y="169124"/>
                  </a:lnTo>
                  <a:lnTo>
                    <a:pt x="0" y="134896"/>
                  </a:lnTo>
                  <a:lnTo>
                    <a:pt x="17356" y="67849"/>
                  </a:lnTo>
                  <a:lnTo>
                    <a:pt x="66752" y="18428"/>
                  </a:lnTo>
                  <a:lnTo>
                    <a:pt x="134805" y="0"/>
                  </a:lnTo>
                  <a:lnTo>
                    <a:pt x="170425" y="4414"/>
                  </a:lnTo>
                  <a:lnTo>
                    <a:pt x="203090" y="17543"/>
                  </a:lnTo>
                  <a:lnTo>
                    <a:pt x="231193" y="38481"/>
                  </a:lnTo>
                  <a:lnTo>
                    <a:pt x="253130" y="66324"/>
                  </a:lnTo>
                  <a:lnTo>
                    <a:pt x="19356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041964" y="2722919"/>
              <a:ext cx="253130" cy="201399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041964" y="2722919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30">
                  <a:moveTo>
                    <a:pt x="233774" y="0"/>
                  </a:moveTo>
                  <a:lnTo>
                    <a:pt x="248029" y="32275"/>
                  </a:lnTo>
                  <a:lnTo>
                    <a:pt x="253130" y="66502"/>
                  </a:lnTo>
                  <a:lnTo>
                    <a:pt x="235774" y="133549"/>
                  </a:lnTo>
                  <a:lnTo>
                    <a:pt x="186377" y="182971"/>
                  </a:lnTo>
                  <a:lnTo>
                    <a:pt x="118324" y="201399"/>
                  </a:lnTo>
                  <a:lnTo>
                    <a:pt x="82704" y="196984"/>
                  </a:lnTo>
                  <a:lnTo>
                    <a:pt x="50040" y="183855"/>
                  </a:lnTo>
                  <a:lnTo>
                    <a:pt x="21937" y="162917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5015633" y="3454443"/>
              <a:ext cx="253130" cy="20142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015633" y="3454443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56" y="201424"/>
                  </a:moveTo>
                  <a:lnTo>
                    <a:pt x="5100" y="169149"/>
                  </a:lnTo>
                  <a:lnTo>
                    <a:pt x="0" y="134921"/>
                  </a:lnTo>
                  <a:lnTo>
                    <a:pt x="17356" y="67874"/>
                  </a:lnTo>
                  <a:lnTo>
                    <a:pt x="66752" y="18440"/>
                  </a:lnTo>
                  <a:lnTo>
                    <a:pt x="134805" y="0"/>
                  </a:lnTo>
                  <a:lnTo>
                    <a:pt x="170425" y="4429"/>
                  </a:lnTo>
                  <a:lnTo>
                    <a:pt x="203090" y="17565"/>
                  </a:lnTo>
                  <a:lnTo>
                    <a:pt x="231193" y="38506"/>
                  </a:lnTo>
                  <a:lnTo>
                    <a:pt x="253130" y="66349"/>
                  </a:lnTo>
                  <a:lnTo>
                    <a:pt x="19356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033489" y="3518817"/>
              <a:ext cx="253130" cy="201399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5033489" y="3518817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5"/>
                  </a:lnTo>
                  <a:lnTo>
                    <a:pt x="253130" y="66502"/>
                  </a:lnTo>
                  <a:lnTo>
                    <a:pt x="235774" y="133549"/>
                  </a:lnTo>
                  <a:lnTo>
                    <a:pt x="186377" y="182962"/>
                  </a:lnTo>
                  <a:lnTo>
                    <a:pt x="118324" y="201399"/>
                  </a:lnTo>
                  <a:lnTo>
                    <a:pt x="82704" y="196984"/>
                  </a:lnTo>
                  <a:lnTo>
                    <a:pt x="50040" y="183855"/>
                  </a:lnTo>
                  <a:lnTo>
                    <a:pt x="21937" y="162917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5024046" y="3056518"/>
              <a:ext cx="253118" cy="201399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5024046" y="305651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43" y="201399"/>
                  </a:moveTo>
                  <a:lnTo>
                    <a:pt x="5099" y="169124"/>
                  </a:lnTo>
                  <a:lnTo>
                    <a:pt x="0" y="134896"/>
                  </a:lnTo>
                  <a:lnTo>
                    <a:pt x="17368" y="67849"/>
                  </a:lnTo>
                  <a:lnTo>
                    <a:pt x="66765" y="18418"/>
                  </a:lnTo>
                  <a:lnTo>
                    <a:pt x="134818" y="0"/>
                  </a:lnTo>
                  <a:lnTo>
                    <a:pt x="170427" y="4414"/>
                  </a:lnTo>
                  <a:lnTo>
                    <a:pt x="203090" y="17543"/>
                  </a:lnTo>
                  <a:lnTo>
                    <a:pt x="231192" y="38481"/>
                  </a:lnTo>
                  <a:lnTo>
                    <a:pt x="253118" y="66324"/>
                  </a:lnTo>
                  <a:lnTo>
                    <a:pt x="19343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041914" y="3120868"/>
              <a:ext cx="253115" cy="201399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041914" y="312086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49" y="0"/>
                  </a:moveTo>
                  <a:lnTo>
                    <a:pt x="248008" y="32275"/>
                  </a:lnTo>
                  <a:lnTo>
                    <a:pt x="253115" y="66502"/>
                  </a:lnTo>
                  <a:lnTo>
                    <a:pt x="235749" y="133549"/>
                  </a:lnTo>
                  <a:lnTo>
                    <a:pt x="186352" y="182971"/>
                  </a:lnTo>
                  <a:lnTo>
                    <a:pt x="118299" y="201399"/>
                  </a:lnTo>
                  <a:lnTo>
                    <a:pt x="82690" y="196984"/>
                  </a:lnTo>
                  <a:lnTo>
                    <a:pt x="50028" y="183855"/>
                  </a:lnTo>
                  <a:lnTo>
                    <a:pt x="21926" y="162917"/>
                  </a:lnTo>
                  <a:lnTo>
                    <a:pt x="0" y="135074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5024046" y="3852342"/>
              <a:ext cx="253118" cy="201399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5024046" y="385234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43" y="201399"/>
                  </a:moveTo>
                  <a:lnTo>
                    <a:pt x="5099" y="169124"/>
                  </a:lnTo>
                  <a:lnTo>
                    <a:pt x="0" y="134896"/>
                  </a:lnTo>
                  <a:lnTo>
                    <a:pt x="17368" y="67849"/>
                  </a:lnTo>
                  <a:lnTo>
                    <a:pt x="66765" y="18428"/>
                  </a:lnTo>
                  <a:lnTo>
                    <a:pt x="134818" y="0"/>
                  </a:lnTo>
                  <a:lnTo>
                    <a:pt x="170427" y="4414"/>
                  </a:lnTo>
                  <a:lnTo>
                    <a:pt x="203090" y="17543"/>
                  </a:lnTo>
                  <a:lnTo>
                    <a:pt x="231192" y="38481"/>
                  </a:lnTo>
                  <a:lnTo>
                    <a:pt x="253118" y="66324"/>
                  </a:lnTo>
                  <a:lnTo>
                    <a:pt x="19343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041914" y="3916692"/>
              <a:ext cx="253115" cy="201424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041914" y="391669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49" y="0"/>
                  </a:moveTo>
                  <a:lnTo>
                    <a:pt x="248008" y="32275"/>
                  </a:lnTo>
                  <a:lnTo>
                    <a:pt x="253115" y="66502"/>
                  </a:lnTo>
                  <a:lnTo>
                    <a:pt x="235749" y="133549"/>
                  </a:lnTo>
                  <a:lnTo>
                    <a:pt x="186352" y="182984"/>
                  </a:lnTo>
                  <a:lnTo>
                    <a:pt x="118299" y="201424"/>
                  </a:lnTo>
                  <a:lnTo>
                    <a:pt x="82690" y="196995"/>
                  </a:lnTo>
                  <a:lnTo>
                    <a:pt x="50028" y="183859"/>
                  </a:lnTo>
                  <a:lnTo>
                    <a:pt x="21926" y="162918"/>
                  </a:lnTo>
                  <a:lnTo>
                    <a:pt x="0" y="135074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5024046" y="4258816"/>
              <a:ext cx="253118" cy="201424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5024046" y="4258816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43" y="201424"/>
                  </a:moveTo>
                  <a:lnTo>
                    <a:pt x="5099" y="169145"/>
                  </a:lnTo>
                  <a:lnTo>
                    <a:pt x="0" y="134912"/>
                  </a:lnTo>
                  <a:lnTo>
                    <a:pt x="17368" y="67874"/>
                  </a:lnTo>
                  <a:lnTo>
                    <a:pt x="66765" y="18440"/>
                  </a:lnTo>
                  <a:lnTo>
                    <a:pt x="134818" y="0"/>
                  </a:lnTo>
                  <a:lnTo>
                    <a:pt x="170427" y="4425"/>
                  </a:lnTo>
                  <a:lnTo>
                    <a:pt x="203090" y="17556"/>
                  </a:lnTo>
                  <a:lnTo>
                    <a:pt x="231192" y="38496"/>
                  </a:lnTo>
                  <a:lnTo>
                    <a:pt x="253118" y="66349"/>
                  </a:lnTo>
                  <a:lnTo>
                    <a:pt x="19343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5041914" y="4323166"/>
              <a:ext cx="253115" cy="201424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5041914" y="4323166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49" y="0"/>
                  </a:moveTo>
                  <a:lnTo>
                    <a:pt x="248008" y="32278"/>
                  </a:lnTo>
                  <a:lnTo>
                    <a:pt x="253115" y="66512"/>
                  </a:lnTo>
                  <a:lnTo>
                    <a:pt x="235749" y="133549"/>
                  </a:lnTo>
                  <a:lnTo>
                    <a:pt x="186352" y="182984"/>
                  </a:lnTo>
                  <a:lnTo>
                    <a:pt x="118299" y="201424"/>
                  </a:lnTo>
                  <a:lnTo>
                    <a:pt x="82690" y="197009"/>
                  </a:lnTo>
                  <a:lnTo>
                    <a:pt x="50028" y="183880"/>
                  </a:lnTo>
                  <a:lnTo>
                    <a:pt x="21926" y="162942"/>
                  </a:lnTo>
                  <a:lnTo>
                    <a:pt x="0" y="135099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6607792" y="3454493"/>
              <a:ext cx="253118" cy="201424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6607792" y="3454493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5" h="201929">
                  <a:moveTo>
                    <a:pt x="19343" y="201424"/>
                  </a:moveTo>
                  <a:lnTo>
                    <a:pt x="5099" y="169149"/>
                  </a:lnTo>
                  <a:lnTo>
                    <a:pt x="0" y="134921"/>
                  </a:lnTo>
                  <a:lnTo>
                    <a:pt x="17368" y="67874"/>
                  </a:lnTo>
                  <a:lnTo>
                    <a:pt x="66765" y="18440"/>
                  </a:lnTo>
                  <a:lnTo>
                    <a:pt x="134818" y="0"/>
                  </a:lnTo>
                  <a:lnTo>
                    <a:pt x="170427" y="4429"/>
                  </a:lnTo>
                  <a:lnTo>
                    <a:pt x="203090" y="17565"/>
                  </a:lnTo>
                  <a:lnTo>
                    <a:pt x="231192" y="38506"/>
                  </a:lnTo>
                  <a:lnTo>
                    <a:pt x="253118" y="66349"/>
                  </a:lnTo>
                  <a:lnTo>
                    <a:pt x="19343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6625661" y="3518867"/>
              <a:ext cx="253115" cy="201399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6625661" y="3518867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5" h="201929">
                  <a:moveTo>
                    <a:pt x="233749" y="0"/>
                  </a:moveTo>
                  <a:lnTo>
                    <a:pt x="248008" y="32275"/>
                  </a:lnTo>
                  <a:lnTo>
                    <a:pt x="253115" y="66502"/>
                  </a:lnTo>
                  <a:lnTo>
                    <a:pt x="235749" y="133549"/>
                  </a:lnTo>
                  <a:lnTo>
                    <a:pt x="186352" y="182962"/>
                  </a:lnTo>
                  <a:lnTo>
                    <a:pt x="118299" y="201399"/>
                  </a:lnTo>
                  <a:lnTo>
                    <a:pt x="82690" y="196984"/>
                  </a:lnTo>
                  <a:lnTo>
                    <a:pt x="50028" y="183855"/>
                  </a:lnTo>
                  <a:lnTo>
                    <a:pt x="21926" y="162917"/>
                  </a:lnTo>
                  <a:lnTo>
                    <a:pt x="0" y="135074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5819872" y="2658569"/>
              <a:ext cx="253115" cy="201399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5819872" y="2658569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30">
                  <a:moveTo>
                    <a:pt x="19365" y="201399"/>
                  </a:moveTo>
                  <a:lnTo>
                    <a:pt x="5106" y="169124"/>
                  </a:lnTo>
                  <a:lnTo>
                    <a:pt x="0" y="134896"/>
                  </a:lnTo>
                  <a:lnTo>
                    <a:pt x="17365" y="67849"/>
                  </a:lnTo>
                  <a:lnTo>
                    <a:pt x="66762" y="18428"/>
                  </a:lnTo>
                  <a:lnTo>
                    <a:pt x="134815" y="0"/>
                  </a:lnTo>
                  <a:lnTo>
                    <a:pt x="170434" y="4414"/>
                  </a:lnTo>
                  <a:lnTo>
                    <a:pt x="203096" y="17543"/>
                  </a:lnTo>
                  <a:lnTo>
                    <a:pt x="231192" y="38481"/>
                  </a:lnTo>
                  <a:lnTo>
                    <a:pt x="253115" y="66324"/>
                  </a:lnTo>
                  <a:lnTo>
                    <a:pt x="19365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5837738" y="2722919"/>
              <a:ext cx="253127" cy="201399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5837738" y="2722919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30">
                  <a:moveTo>
                    <a:pt x="233774" y="0"/>
                  </a:moveTo>
                  <a:lnTo>
                    <a:pt x="248029" y="32275"/>
                  </a:lnTo>
                  <a:lnTo>
                    <a:pt x="253127" y="66502"/>
                  </a:lnTo>
                  <a:lnTo>
                    <a:pt x="235749" y="133549"/>
                  </a:lnTo>
                  <a:lnTo>
                    <a:pt x="186365" y="182971"/>
                  </a:lnTo>
                  <a:lnTo>
                    <a:pt x="118324" y="201399"/>
                  </a:lnTo>
                  <a:lnTo>
                    <a:pt x="82701" y="196984"/>
                  </a:lnTo>
                  <a:lnTo>
                    <a:pt x="50031" y="183855"/>
                  </a:lnTo>
                  <a:lnTo>
                    <a:pt x="21926" y="162917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5811397" y="3454443"/>
              <a:ext cx="253140" cy="201424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5811397" y="3454443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65" y="201424"/>
                  </a:moveTo>
                  <a:lnTo>
                    <a:pt x="5106" y="169149"/>
                  </a:lnTo>
                  <a:lnTo>
                    <a:pt x="0" y="134921"/>
                  </a:lnTo>
                  <a:lnTo>
                    <a:pt x="17365" y="67874"/>
                  </a:lnTo>
                  <a:lnTo>
                    <a:pt x="66762" y="18440"/>
                  </a:lnTo>
                  <a:lnTo>
                    <a:pt x="134815" y="0"/>
                  </a:lnTo>
                  <a:lnTo>
                    <a:pt x="170435" y="4429"/>
                  </a:lnTo>
                  <a:lnTo>
                    <a:pt x="203099" y="17565"/>
                  </a:lnTo>
                  <a:lnTo>
                    <a:pt x="231203" y="38506"/>
                  </a:lnTo>
                  <a:lnTo>
                    <a:pt x="253140" y="66349"/>
                  </a:lnTo>
                  <a:lnTo>
                    <a:pt x="19365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5829263" y="3518817"/>
              <a:ext cx="253127" cy="201399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5829263" y="3518817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74" y="0"/>
                  </a:moveTo>
                  <a:lnTo>
                    <a:pt x="248029" y="32275"/>
                  </a:lnTo>
                  <a:lnTo>
                    <a:pt x="253127" y="66502"/>
                  </a:lnTo>
                  <a:lnTo>
                    <a:pt x="235749" y="133549"/>
                  </a:lnTo>
                  <a:lnTo>
                    <a:pt x="186365" y="182962"/>
                  </a:lnTo>
                  <a:lnTo>
                    <a:pt x="118324" y="201399"/>
                  </a:lnTo>
                  <a:lnTo>
                    <a:pt x="82701" y="196984"/>
                  </a:lnTo>
                  <a:lnTo>
                    <a:pt x="50031" y="183855"/>
                  </a:lnTo>
                  <a:lnTo>
                    <a:pt x="21926" y="162917"/>
                  </a:lnTo>
                  <a:lnTo>
                    <a:pt x="0" y="135074"/>
                  </a:lnTo>
                  <a:lnTo>
                    <a:pt x="233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5819810" y="3056518"/>
              <a:ext cx="253127" cy="201399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5819810" y="305651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53" y="201399"/>
                  </a:moveTo>
                  <a:lnTo>
                    <a:pt x="5098" y="169124"/>
                  </a:lnTo>
                  <a:lnTo>
                    <a:pt x="0" y="134896"/>
                  </a:lnTo>
                  <a:lnTo>
                    <a:pt x="17378" y="67849"/>
                  </a:lnTo>
                  <a:lnTo>
                    <a:pt x="66762" y="18418"/>
                  </a:lnTo>
                  <a:lnTo>
                    <a:pt x="134802" y="0"/>
                  </a:lnTo>
                  <a:lnTo>
                    <a:pt x="170426" y="4414"/>
                  </a:lnTo>
                  <a:lnTo>
                    <a:pt x="203096" y="17543"/>
                  </a:lnTo>
                  <a:lnTo>
                    <a:pt x="231201" y="38481"/>
                  </a:lnTo>
                  <a:lnTo>
                    <a:pt x="253127" y="66324"/>
                  </a:lnTo>
                  <a:lnTo>
                    <a:pt x="19353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5837688" y="3120868"/>
              <a:ext cx="253115" cy="201399"/>
            </a:xfrm>
            <a:prstGeom prst="rect">
              <a:avLst/>
            </a:prstGeom>
            <a:blipFill>
              <a:blip r:embed="rId4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5837688" y="3120868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49" y="0"/>
                  </a:moveTo>
                  <a:lnTo>
                    <a:pt x="248008" y="32275"/>
                  </a:lnTo>
                  <a:lnTo>
                    <a:pt x="253115" y="66502"/>
                  </a:lnTo>
                  <a:lnTo>
                    <a:pt x="235749" y="133549"/>
                  </a:lnTo>
                  <a:lnTo>
                    <a:pt x="186352" y="182971"/>
                  </a:lnTo>
                  <a:lnTo>
                    <a:pt x="118299" y="201399"/>
                  </a:lnTo>
                  <a:lnTo>
                    <a:pt x="82680" y="196984"/>
                  </a:lnTo>
                  <a:lnTo>
                    <a:pt x="50018" y="183855"/>
                  </a:lnTo>
                  <a:lnTo>
                    <a:pt x="21922" y="162917"/>
                  </a:lnTo>
                  <a:lnTo>
                    <a:pt x="0" y="135074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5819810" y="3852342"/>
              <a:ext cx="253127" cy="201399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5819810" y="385234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53" y="201399"/>
                  </a:moveTo>
                  <a:lnTo>
                    <a:pt x="5098" y="169124"/>
                  </a:lnTo>
                  <a:lnTo>
                    <a:pt x="0" y="134896"/>
                  </a:lnTo>
                  <a:lnTo>
                    <a:pt x="17378" y="67849"/>
                  </a:lnTo>
                  <a:lnTo>
                    <a:pt x="66762" y="18428"/>
                  </a:lnTo>
                  <a:lnTo>
                    <a:pt x="134802" y="0"/>
                  </a:lnTo>
                  <a:lnTo>
                    <a:pt x="170426" y="4414"/>
                  </a:lnTo>
                  <a:lnTo>
                    <a:pt x="203096" y="17543"/>
                  </a:lnTo>
                  <a:lnTo>
                    <a:pt x="231201" y="38481"/>
                  </a:lnTo>
                  <a:lnTo>
                    <a:pt x="253127" y="66324"/>
                  </a:lnTo>
                  <a:lnTo>
                    <a:pt x="19353" y="20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5837688" y="3916692"/>
              <a:ext cx="253115" cy="201424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5837688" y="3916692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49" y="0"/>
                  </a:moveTo>
                  <a:lnTo>
                    <a:pt x="248008" y="32275"/>
                  </a:lnTo>
                  <a:lnTo>
                    <a:pt x="253115" y="66502"/>
                  </a:lnTo>
                  <a:lnTo>
                    <a:pt x="235749" y="133549"/>
                  </a:lnTo>
                  <a:lnTo>
                    <a:pt x="186352" y="182984"/>
                  </a:lnTo>
                  <a:lnTo>
                    <a:pt x="118299" y="201424"/>
                  </a:lnTo>
                  <a:lnTo>
                    <a:pt x="82680" y="196995"/>
                  </a:lnTo>
                  <a:lnTo>
                    <a:pt x="50018" y="183859"/>
                  </a:lnTo>
                  <a:lnTo>
                    <a:pt x="21922" y="162918"/>
                  </a:lnTo>
                  <a:lnTo>
                    <a:pt x="0" y="135074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5819810" y="4258816"/>
              <a:ext cx="253127" cy="201424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5819810" y="4258816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19353" y="201424"/>
                  </a:moveTo>
                  <a:lnTo>
                    <a:pt x="5098" y="169145"/>
                  </a:lnTo>
                  <a:lnTo>
                    <a:pt x="0" y="134912"/>
                  </a:lnTo>
                  <a:lnTo>
                    <a:pt x="17378" y="67874"/>
                  </a:lnTo>
                  <a:lnTo>
                    <a:pt x="66762" y="18440"/>
                  </a:lnTo>
                  <a:lnTo>
                    <a:pt x="134802" y="0"/>
                  </a:lnTo>
                  <a:lnTo>
                    <a:pt x="170426" y="4425"/>
                  </a:lnTo>
                  <a:lnTo>
                    <a:pt x="203096" y="17556"/>
                  </a:lnTo>
                  <a:lnTo>
                    <a:pt x="231201" y="38496"/>
                  </a:lnTo>
                  <a:lnTo>
                    <a:pt x="253127" y="66349"/>
                  </a:lnTo>
                  <a:lnTo>
                    <a:pt x="19353" y="201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5837688" y="4323166"/>
              <a:ext cx="253115" cy="201424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5837688" y="4323166"/>
              <a:ext cx="253365" cy="201930"/>
            </a:xfrm>
            <a:custGeom>
              <a:avLst/>
              <a:gdLst/>
              <a:ahLst/>
              <a:cxnLst/>
              <a:rect l="l" t="t" r="r" b="b"/>
              <a:pathLst>
                <a:path w="253364" h="201929">
                  <a:moveTo>
                    <a:pt x="233749" y="0"/>
                  </a:moveTo>
                  <a:lnTo>
                    <a:pt x="248008" y="32278"/>
                  </a:lnTo>
                  <a:lnTo>
                    <a:pt x="253115" y="66512"/>
                  </a:lnTo>
                  <a:lnTo>
                    <a:pt x="235749" y="133549"/>
                  </a:lnTo>
                  <a:lnTo>
                    <a:pt x="186352" y="182984"/>
                  </a:lnTo>
                  <a:lnTo>
                    <a:pt x="118299" y="201424"/>
                  </a:lnTo>
                  <a:lnTo>
                    <a:pt x="82680" y="197009"/>
                  </a:lnTo>
                  <a:lnTo>
                    <a:pt x="50018" y="183880"/>
                  </a:lnTo>
                  <a:lnTo>
                    <a:pt x="21922" y="162942"/>
                  </a:lnTo>
                  <a:lnTo>
                    <a:pt x="0" y="135099"/>
                  </a:lnTo>
                  <a:lnTo>
                    <a:pt x="23374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04" name="object 104"/>
          <p:cNvSpPr/>
          <p:nvPr/>
        </p:nvSpPr>
        <p:spPr>
          <a:xfrm>
            <a:off x="8556327" y="1567481"/>
            <a:ext cx="423339" cy="25535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3635184" y="2157237"/>
            <a:ext cx="2098451" cy="367357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438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5" dirty="0"/>
              <a:t>Feature Importance for</a:t>
            </a:r>
            <a:r>
              <a:rPr lang="en-IN" sz="2400" spc="-105" dirty="0"/>
              <a:t> </a:t>
            </a:r>
            <a:r>
              <a:rPr lang="en-IN" sz="2400" dirty="0"/>
              <a:t>MNIST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2110565" y="1245635"/>
            <a:ext cx="4116704" cy="3339465"/>
            <a:chOff x="2110565" y="1245635"/>
            <a:chExt cx="4116704" cy="3339465"/>
          </a:xfrm>
        </p:grpSpPr>
        <p:sp>
          <p:nvSpPr>
            <p:cNvPr id="4" name="object 4"/>
            <p:cNvSpPr/>
            <p:nvPr/>
          </p:nvSpPr>
          <p:spPr>
            <a:xfrm>
              <a:off x="2177589" y="1356041"/>
              <a:ext cx="4049523" cy="32288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110565" y="1245635"/>
              <a:ext cx="533400" cy="466090"/>
            </a:xfrm>
            <a:custGeom>
              <a:avLst/>
              <a:gdLst/>
              <a:ahLst/>
              <a:cxnLst/>
              <a:rect l="l" t="t" r="r" b="b"/>
              <a:pathLst>
                <a:path w="533400" h="466089">
                  <a:moveTo>
                    <a:pt x="533353" y="465704"/>
                  </a:moveTo>
                  <a:lnTo>
                    <a:pt x="0" y="465704"/>
                  </a:lnTo>
                  <a:lnTo>
                    <a:pt x="0" y="0"/>
                  </a:lnTo>
                  <a:lnTo>
                    <a:pt x="533353" y="0"/>
                  </a:lnTo>
                  <a:lnTo>
                    <a:pt x="533353" y="4657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468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z="2400" spc="-5" dirty="0"/>
              <a:t>SHAP Interaction</a:t>
            </a:r>
            <a:r>
              <a:rPr lang="en-IN" sz="2400" spc="-145" dirty="0"/>
              <a:t> </a:t>
            </a:r>
            <a:r>
              <a:rPr lang="en-IN" sz="2400" spc="-40" dirty="0"/>
              <a:t>Values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4378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spcBef>
                <a:spcPts val="100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Pairwise Interactions of Shapley</a:t>
            </a:r>
            <a:r>
              <a:rPr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94702" y="2049166"/>
            <a:ext cx="4797483" cy="8232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99548" y="3023560"/>
            <a:ext cx="721240" cy="2472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54999" y="3028890"/>
            <a:ext cx="3883626" cy="1888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16136" y="4126210"/>
            <a:ext cx="3709337" cy="5368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1638" y="4693329"/>
            <a:ext cx="12452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Shapley</a:t>
            </a:r>
            <a:r>
              <a:rPr sz="1400" spc="-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prstClr val="black"/>
                </a:solidFill>
                <a:latin typeface="Arial"/>
                <a:cs typeface="Arial"/>
              </a:rPr>
              <a:t>Values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0780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1189"/>
            <a:ext cx="3810000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2800" spc="-10" dirty="0"/>
              <a:t>Adult</a:t>
            </a:r>
            <a:r>
              <a:rPr lang="en-IN" sz="2800" spc="-90" dirty="0"/>
              <a:t> </a:t>
            </a:r>
            <a:r>
              <a:rPr lang="en-IN" sz="2800" spc="-5" dirty="0"/>
              <a:t>Income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292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spcBef>
                <a:spcPts val="100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Samples are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clustered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using the ordering in the leaf</a:t>
            </a:r>
            <a:r>
              <a:rPr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5366" y="1960047"/>
            <a:ext cx="7985837" cy="2569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5390" y="4545082"/>
            <a:ext cx="1655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Lundberg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412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429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Mortality</a:t>
            </a:r>
            <a:r>
              <a:rPr sz="2800" spc="-95" dirty="0"/>
              <a:t> </a:t>
            </a:r>
            <a:r>
              <a:rPr sz="2800" spc="-5" dirty="0"/>
              <a:t>Data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536448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spcBef>
                <a:spcPts val="414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Survival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on 20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year mortality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followup</a:t>
            </a:r>
            <a:r>
              <a:rPr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885825" lvl="1" indent="-386080">
              <a:spcBef>
                <a:spcPts val="315"/>
              </a:spcBef>
              <a:buSzPct val="77777"/>
              <a:buFontTx/>
              <a:buChar char="○"/>
              <a:tabLst>
                <a:tab pos="885825" algn="l"/>
                <a:tab pos="88646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14,407 individuals and 79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64397" y="1879546"/>
            <a:ext cx="5986145" cy="2854960"/>
            <a:chOff x="1464397" y="1879546"/>
            <a:chExt cx="5986145" cy="2854960"/>
          </a:xfrm>
        </p:grpSpPr>
        <p:sp>
          <p:nvSpPr>
            <p:cNvPr id="5" name="object 5"/>
            <p:cNvSpPr/>
            <p:nvPr/>
          </p:nvSpPr>
          <p:spPr>
            <a:xfrm>
              <a:off x="1505069" y="1943932"/>
              <a:ext cx="5944952" cy="27900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464397" y="1879546"/>
              <a:ext cx="424815" cy="271780"/>
            </a:xfrm>
            <a:custGeom>
              <a:avLst/>
              <a:gdLst/>
              <a:ahLst/>
              <a:cxnLst/>
              <a:rect l="l" t="t" r="r" b="b"/>
              <a:pathLst>
                <a:path w="424814" h="271780">
                  <a:moveTo>
                    <a:pt x="424799" y="271199"/>
                  </a:moveTo>
                  <a:lnTo>
                    <a:pt x="0" y="271199"/>
                  </a:lnTo>
                  <a:lnTo>
                    <a:pt x="0" y="0"/>
                  </a:lnTo>
                  <a:lnTo>
                    <a:pt x="424799" y="0"/>
                  </a:lnTo>
                  <a:lnTo>
                    <a:pt x="424799" y="271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58000" y="4583765"/>
            <a:ext cx="1655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Lundberg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0407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2895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Mortality</a:t>
            </a:r>
            <a:r>
              <a:rPr sz="2800" spc="-95" dirty="0"/>
              <a:t> </a:t>
            </a:r>
            <a:r>
              <a:rPr sz="2800" spc="-5" dirty="0"/>
              <a:t>Data</a:t>
            </a:r>
            <a:endParaRPr sz="2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950363" y="1952546"/>
            <a:ext cx="2948305" cy="2226310"/>
            <a:chOff x="950363" y="1952546"/>
            <a:chExt cx="2948305" cy="2226310"/>
          </a:xfrm>
        </p:grpSpPr>
        <p:sp>
          <p:nvSpPr>
            <p:cNvPr id="4" name="object 4"/>
            <p:cNvSpPr/>
            <p:nvPr/>
          </p:nvSpPr>
          <p:spPr>
            <a:xfrm>
              <a:off x="950363" y="2067981"/>
              <a:ext cx="2948232" cy="21104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39547" y="1952546"/>
              <a:ext cx="253365" cy="244475"/>
            </a:xfrm>
            <a:custGeom>
              <a:avLst/>
              <a:gdLst/>
              <a:ahLst/>
              <a:cxnLst/>
              <a:rect l="l" t="t" r="r" b="b"/>
              <a:pathLst>
                <a:path w="253365" h="244475">
                  <a:moveTo>
                    <a:pt x="253199" y="244199"/>
                  </a:moveTo>
                  <a:lnTo>
                    <a:pt x="0" y="244199"/>
                  </a:lnTo>
                  <a:lnTo>
                    <a:pt x="0" y="0"/>
                  </a:lnTo>
                  <a:lnTo>
                    <a:pt x="253199" y="0"/>
                  </a:lnTo>
                  <a:lnTo>
                    <a:pt x="253199" y="244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861467" y="1952546"/>
            <a:ext cx="3074670" cy="2362835"/>
            <a:chOff x="4861467" y="1952546"/>
            <a:chExt cx="3074670" cy="2362835"/>
          </a:xfrm>
        </p:grpSpPr>
        <p:sp>
          <p:nvSpPr>
            <p:cNvPr id="7" name="object 7"/>
            <p:cNvSpPr/>
            <p:nvPr/>
          </p:nvSpPr>
          <p:spPr>
            <a:xfrm>
              <a:off x="4861467" y="2015821"/>
              <a:ext cx="3074607" cy="22989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943364" y="1952546"/>
              <a:ext cx="253365" cy="244475"/>
            </a:xfrm>
            <a:custGeom>
              <a:avLst/>
              <a:gdLst/>
              <a:ahLst/>
              <a:cxnLst/>
              <a:rect l="l" t="t" r="r" b="b"/>
              <a:pathLst>
                <a:path w="253364" h="244475">
                  <a:moveTo>
                    <a:pt x="253199" y="244199"/>
                  </a:moveTo>
                  <a:lnTo>
                    <a:pt x="0" y="244199"/>
                  </a:lnTo>
                  <a:lnTo>
                    <a:pt x="0" y="0"/>
                  </a:lnTo>
                  <a:lnTo>
                    <a:pt x="253199" y="0"/>
                  </a:lnTo>
                  <a:lnTo>
                    <a:pt x="253199" y="244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81800" y="4552950"/>
            <a:ext cx="1655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Lundberg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2019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4522" y="1964212"/>
            <a:ext cx="12452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Shapley</a:t>
            </a:r>
            <a:r>
              <a:rPr sz="1400" spc="-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prstClr val="black"/>
                </a:solidFill>
                <a:latin typeface="Arial"/>
                <a:cs typeface="Arial"/>
              </a:rPr>
              <a:t>Values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3515" y="1964212"/>
            <a:ext cx="21215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Shapley Interaction</a:t>
            </a:r>
            <a:r>
              <a:rPr sz="1400" spc="-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prstClr val="black"/>
                </a:solidFill>
                <a:latin typeface="Arial"/>
                <a:cs typeface="Arial"/>
              </a:rPr>
              <a:t>Values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2614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572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Chronic </a:t>
            </a:r>
            <a:r>
              <a:rPr sz="2800" spc="-10" dirty="0"/>
              <a:t>Kidney</a:t>
            </a:r>
            <a:r>
              <a:rPr sz="2800" spc="-90" dirty="0"/>
              <a:t> </a:t>
            </a:r>
            <a:r>
              <a:rPr sz="2800" spc="-5" dirty="0"/>
              <a:t>Disease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1173699" y="2345120"/>
            <a:ext cx="6838734" cy="21512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1800" y="4638514"/>
            <a:ext cx="1655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Lundberg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9322" y="1964212"/>
            <a:ext cx="12452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Shapley</a:t>
            </a:r>
            <a:r>
              <a:rPr sz="1400" spc="-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prstClr val="black"/>
                </a:solidFill>
                <a:latin typeface="Arial"/>
                <a:cs typeface="Arial"/>
              </a:rPr>
              <a:t>Values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07316" y="1964212"/>
            <a:ext cx="21215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Shapley Interaction</a:t>
            </a:r>
            <a:r>
              <a:rPr sz="1400" spc="-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prstClr val="black"/>
                </a:solidFill>
                <a:latin typeface="Arial"/>
                <a:cs typeface="Arial"/>
              </a:rPr>
              <a:t>Values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0322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010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Predicting </a:t>
            </a:r>
            <a:r>
              <a:rPr sz="2800" spc="-5" dirty="0"/>
              <a:t>Hypoxaemia During </a:t>
            </a:r>
            <a:r>
              <a:rPr sz="2800" dirty="0"/>
              <a:t>A</a:t>
            </a:r>
            <a:r>
              <a:rPr sz="2800" spc="-390" dirty="0"/>
              <a:t> </a:t>
            </a:r>
            <a:r>
              <a:rPr sz="2800" spc="-5" dirty="0"/>
              <a:t>Surgery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4729480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spcBef>
                <a:spcPts val="525"/>
              </a:spcBef>
              <a:buFontTx/>
              <a:buChar char="●"/>
              <a:tabLst>
                <a:tab pos="379095" algn="l"/>
                <a:tab pos="379730" algn="l"/>
              </a:tabLst>
            </a:pP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Hypoxaemia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836294" lvl="1" indent="-336550">
              <a:spcBef>
                <a:spcPts val="330"/>
              </a:spcBef>
              <a:buFontTx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 abnormally low amount of oxygen in the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blood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7359" y="1921646"/>
            <a:ext cx="7015390" cy="26472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898" y="1372722"/>
            <a:ext cx="195580" cy="152400"/>
          </a:xfrm>
          <a:custGeom>
            <a:avLst/>
            <a:gdLst/>
            <a:ahLst/>
            <a:cxnLst/>
            <a:rect l="l" t="t" r="r" b="b"/>
            <a:pathLst>
              <a:path w="195580" h="152400">
                <a:moveTo>
                  <a:pt x="194999" y="152399"/>
                </a:moveTo>
                <a:lnTo>
                  <a:pt x="0" y="152399"/>
                </a:lnTo>
                <a:lnTo>
                  <a:pt x="0" y="0"/>
                </a:lnTo>
                <a:lnTo>
                  <a:pt x="194999" y="0"/>
                </a:lnTo>
                <a:lnTo>
                  <a:pt x="194999" y="152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6565" y="4514583"/>
            <a:ext cx="1655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Lundberg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6270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572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Rule </a:t>
            </a:r>
            <a:r>
              <a:rPr sz="2800" spc="-10" dirty="0"/>
              <a:t>Based</a:t>
            </a:r>
            <a:r>
              <a:rPr sz="2800" spc="-90" dirty="0"/>
              <a:t> </a:t>
            </a:r>
            <a:r>
              <a:rPr sz="2800" spc="-5" dirty="0"/>
              <a:t>Explainers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6619240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Explain the Predictions of Deep Learning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Rules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How do we find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rules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particular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predictor?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31755" y="2145979"/>
            <a:ext cx="3796676" cy="2272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1905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463155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Generate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Predicates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Known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Anchors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(i.e.,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rules)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Using anchors to explain the performance of deep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mimic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decisions of deep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x,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f(x)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range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similar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decisions in the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76880" y="2431478"/>
            <a:ext cx="3796676" cy="2272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01768" y="4769529"/>
            <a:ext cx="3044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Anchors found in adult income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1828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Anchors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2216554" y="3089237"/>
            <a:ext cx="2221525" cy="16988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5248" y="1216356"/>
            <a:ext cx="7252970" cy="3395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An Anchor is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 set </a:t>
            </a: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of feature predicates applied to the feature</a:t>
            </a:r>
            <a:r>
              <a:rPr sz="1800" spc="-17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  <a:p>
            <a:pPr marL="163830" algn="ctr">
              <a:lnSpc>
                <a:spcPct val="100000"/>
              </a:lnSpc>
              <a:spcBef>
                <a:spcPts val="1455"/>
              </a:spcBef>
            </a:pPr>
            <a:r>
              <a:rPr sz="1400" dirty="0">
                <a:latin typeface="Arial"/>
                <a:cs typeface="Arial"/>
              </a:rPr>
              <a:t>A = </a:t>
            </a:r>
            <a:r>
              <a:rPr sz="1400" spc="-5" dirty="0">
                <a:latin typeface="Arial"/>
                <a:cs typeface="Arial"/>
              </a:rPr>
              <a:t>{“not”,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“bad”}</a:t>
            </a:r>
            <a:endParaRPr sz="1400">
              <a:latin typeface="Arial"/>
              <a:cs typeface="Arial"/>
            </a:endParaRPr>
          </a:p>
          <a:p>
            <a:pPr marL="836294" marR="135890" lvl="1" indent="-836294">
              <a:lnSpc>
                <a:spcPts val="1650"/>
              </a:lnSpc>
              <a:spcBef>
                <a:spcPts val="132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Any text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sample x containing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both "not" and "bad" will be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selected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the anchor  A(x)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=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 anchor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be applied to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dataset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to generate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subset</a:t>
            </a:r>
            <a:r>
              <a:rPr sz="1400" spc="-5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D(.|A)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"/>
              <a:cs typeface="Arial"/>
            </a:endParaRPr>
          </a:p>
          <a:p>
            <a:pPr marL="4168775" marR="1191260" indent="83185">
              <a:lnSpc>
                <a:spcPct val="2315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A = </a:t>
            </a:r>
            <a:r>
              <a:rPr sz="1400" spc="-5" dirty="0">
                <a:latin typeface="Arial"/>
                <a:cs typeface="Arial"/>
              </a:rPr>
              <a:t>{“not”, </a:t>
            </a:r>
            <a:r>
              <a:rPr sz="1400" dirty="0">
                <a:latin typeface="Arial"/>
                <a:cs typeface="Arial"/>
              </a:rPr>
              <a:t>“bad”}  </a:t>
            </a:r>
            <a:r>
              <a:rPr sz="1400" spc="-5" dirty="0">
                <a:latin typeface="Arial"/>
                <a:cs typeface="Arial"/>
              </a:rPr>
              <a:t>Samples in </a:t>
            </a:r>
            <a:r>
              <a:rPr sz="1400" dirty="0">
                <a:latin typeface="Arial"/>
                <a:cs typeface="Arial"/>
              </a:rPr>
              <a:t>a </a:t>
            </a:r>
            <a:r>
              <a:rPr sz="1400" spc="-5" dirty="0">
                <a:latin typeface="Arial"/>
                <a:cs typeface="Arial"/>
              </a:rPr>
              <a:t>data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>
              <a:latin typeface="Arial"/>
              <a:cs typeface="Arial"/>
            </a:endParaRPr>
          </a:p>
          <a:p>
            <a:pPr marL="4051935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Samples </a:t>
            </a:r>
            <a:r>
              <a:rPr sz="1400" dirty="0">
                <a:latin typeface="Arial"/>
                <a:cs typeface="Arial"/>
              </a:rPr>
              <a:t>selected </a:t>
            </a:r>
            <a:r>
              <a:rPr sz="1400" spc="-5" dirty="0">
                <a:latin typeface="Arial"/>
                <a:cs typeface="Arial"/>
              </a:rPr>
              <a:t>by Anchor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1189"/>
            <a:ext cx="5867400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Formal Definitions of</a:t>
            </a:r>
            <a:r>
              <a:rPr sz="2800" spc="-245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277734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Preconditions of</a:t>
            </a:r>
            <a:r>
              <a:rPr sz="1800" spc="-114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Anchors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Applies to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sample x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being</a:t>
            </a:r>
            <a:r>
              <a:rPr sz="1400" spc="-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interpreted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5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Precisions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Samples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anchor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need to have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similar</a:t>
            </a:r>
            <a:r>
              <a:rPr sz="1400" spc="-229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predictions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i.e., f(x)=f(z) for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z~D(.|A)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5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Coverage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64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significant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portion of the data needs to be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Anchor</a:t>
            </a:r>
            <a:r>
              <a:rPr sz="1400" spc="-27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67365" y="2939838"/>
            <a:ext cx="2853690" cy="1699260"/>
            <a:chOff x="2567365" y="2939838"/>
            <a:chExt cx="2853690" cy="1699260"/>
          </a:xfrm>
        </p:grpSpPr>
        <p:sp>
          <p:nvSpPr>
            <p:cNvPr id="5" name="object 5"/>
            <p:cNvSpPr/>
            <p:nvPr/>
          </p:nvSpPr>
          <p:spPr>
            <a:xfrm>
              <a:off x="2567365" y="2939838"/>
              <a:ext cx="2221513" cy="169883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21365" y="4210241"/>
              <a:ext cx="768350" cy="108585"/>
            </a:xfrm>
            <a:custGeom>
              <a:avLst/>
              <a:gdLst/>
              <a:ahLst/>
              <a:cxnLst/>
              <a:rect l="l" t="t" r="r" b="b"/>
              <a:pathLst>
                <a:path w="768350" h="108585">
                  <a:moveTo>
                    <a:pt x="767798" y="108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8565" y="4194641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0599" y="31174"/>
                  </a:moveTo>
                  <a:lnTo>
                    <a:pt x="0" y="9549"/>
                  </a:lnTo>
                  <a:lnTo>
                    <a:pt x="44999" y="0"/>
                  </a:lnTo>
                  <a:lnTo>
                    <a:pt x="40599" y="311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8565" y="4194641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4999" y="0"/>
                  </a:moveTo>
                  <a:lnTo>
                    <a:pt x="0" y="9549"/>
                  </a:lnTo>
                  <a:lnTo>
                    <a:pt x="40599" y="31174"/>
                  </a:lnTo>
                  <a:lnTo>
                    <a:pt x="449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38140" y="4327591"/>
              <a:ext cx="778510" cy="192405"/>
            </a:xfrm>
            <a:custGeom>
              <a:avLst/>
              <a:gdLst/>
              <a:ahLst/>
              <a:cxnLst/>
              <a:rect l="l" t="t" r="r" b="b"/>
              <a:pathLst>
                <a:path w="778510" h="192404">
                  <a:moveTo>
                    <a:pt x="777923" y="0"/>
                  </a:moveTo>
                  <a:lnTo>
                    <a:pt x="0" y="1923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96190" y="4504690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724" y="30549"/>
                  </a:moveTo>
                  <a:lnTo>
                    <a:pt x="0" y="25649"/>
                  </a:lnTo>
                  <a:lnTo>
                    <a:pt x="38174" y="0"/>
                  </a:lnTo>
                  <a:lnTo>
                    <a:pt x="45724" y="305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96190" y="4504690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8174" y="0"/>
                  </a:moveTo>
                  <a:lnTo>
                    <a:pt x="0" y="25649"/>
                  </a:lnTo>
                  <a:lnTo>
                    <a:pt x="45724" y="30549"/>
                  </a:lnTo>
                  <a:lnTo>
                    <a:pt x="381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77064" y="4185921"/>
            <a:ext cx="1177290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44805" marR="5080" indent="-332740">
              <a:lnSpc>
                <a:spcPts val="1420"/>
              </a:lnSpc>
              <a:spcBef>
                <a:spcPts val="160"/>
              </a:spcBef>
            </a:pPr>
            <a:r>
              <a:rPr sz="1200" dirty="0">
                <a:latin typeface="Arial"/>
                <a:cs typeface="Arial"/>
              </a:rPr>
              <a:t>same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predictions  f(x)=f(z)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0837" y="3257521"/>
            <a:ext cx="1863725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140335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Anchor generated from  </a:t>
            </a:r>
            <a:r>
              <a:rPr sz="1200" dirty="0">
                <a:latin typeface="Arial"/>
                <a:cs typeface="Arial"/>
              </a:rPr>
              <a:t>x= </a:t>
            </a:r>
            <a:r>
              <a:rPr sz="1200" spc="-5" dirty="0">
                <a:latin typeface="Arial"/>
                <a:cs typeface="Arial"/>
              </a:rPr>
              <a:t>"This </a:t>
            </a:r>
            <a:r>
              <a:rPr sz="1200" dirty="0">
                <a:latin typeface="Arial"/>
                <a:cs typeface="Arial"/>
              </a:rPr>
              <a:t>movie </a:t>
            </a:r>
            <a:r>
              <a:rPr sz="1200" spc="-5" dirty="0">
                <a:latin typeface="Arial"/>
                <a:cs typeface="Arial"/>
              </a:rPr>
              <a:t>is not bad.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"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334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Formal Definitions of</a:t>
            </a:r>
            <a:r>
              <a:rPr sz="2800" spc="-245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4066540" cy="51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Preconditions of</a:t>
            </a:r>
            <a:r>
              <a:rPr sz="1800" spc="-1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Anchors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Applies to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sample x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being</a:t>
            </a:r>
            <a:r>
              <a:rPr sz="1400" spc="-9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interpreted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1" y="2256610"/>
            <a:ext cx="649478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ts val="1664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Precision</a:t>
            </a:r>
            <a:endParaRPr sz="1400">
              <a:latin typeface="Arial"/>
              <a:cs typeface="Arial"/>
            </a:endParaRPr>
          </a:p>
          <a:p>
            <a:pPr marL="805815" lvl="1" indent="-336550">
              <a:lnSpc>
                <a:spcPts val="1664"/>
              </a:lnSpc>
              <a:buChar char="■"/>
              <a:tabLst>
                <a:tab pos="805180" algn="l"/>
                <a:tab pos="80645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Samples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anchor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need to have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similar</a:t>
            </a:r>
            <a:r>
              <a:rPr sz="1400" spc="-23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predictions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3191" y="3504382"/>
            <a:ext cx="6043295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ts val="1664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Coverage</a:t>
            </a:r>
            <a:endParaRPr sz="1400">
              <a:latin typeface="Arial"/>
              <a:cs typeface="Arial"/>
            </a:endParaRPr>
          </a:p>
          <a:p>
            <a:pPr marL="805815" lvl="1" indent="-336550">
              <a:lnSpc>
                <a:spcPts val="1664"/>
              </a:lnSpc>
              <a:buChar char="■"/>
              <a:tabLst>
                <a:tab pos="805180" algn="l"/>
                <a:tab pos="806450" algn="l"/>
              </a:tabLst>
            </a:pP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significant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amount of data needs to be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one anchor</a:t>
            </a:r>
            <a:r>
              <a:rPr sz="1400" spc="-2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85591" y="1840940"/>
            <a:ext cx="881231" cy="284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24393" y="2946168"/>
            <a:ext cx="2701819" cy="3894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90534" y="4249273"/>
            <a:ext cx="1508382" cy="3098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618163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Anchors </a:t>
            </a:r>
            <a:r>
              <a:rPr sz="2800" spc="-5" dirty="0"/>
              <a:t>for </a:t>
            </a:r>
            <a:r>
              <a:rPr sz="2800" spc="-10" dirty="0"/>
              <a:t>Part </a:t>
            </a:r>
            <a:r>
              <a:rPr sz="2800" spc="-5" dirty="0"/>
              <a:t>of </a:t>
            </a:r>
            <a:r>
              <a:rPr sz="2800" spc="-10" dirty="0"/>
              <a:t>Speech</a:t>
            </a:r>
            <a:r>
              <a:rPr sz="2800" spc="-120" dirty="0"/>
              <a:t> </a:t>
            </a:r>
            <a:r>
              <a:rPr sz="2800" spc="-50" dirty="0"/>
              <a:t>Tagging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126932" y="1605761"/>
            <a:ext cx="6798422" cy="2602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791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Anchors </a:t>
            </a:r>
            <a:r>
              <a:rPr sz="2800" spc="-5" dirty="0"/>
              <a:t>for </a:t>
            </a:r>
            <a:r>
              <a:rPr sz="2800" dirty="0"/>
              <a:t>Machine</a:t>
            </a:r>
            <a:r>
              <a:rPr sz="2800" spc="-140" dirty="0"/>
              <a:t> </a:t>
            </a:r>
            <a:r>
              <a:rPr sz="2800" spc="-10" dirty="0"/>
              <a:t>Translation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5470525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Group Predictions of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Words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Similar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Meanings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"esta"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(feminine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word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"this")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"este"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(masculine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word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"this")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"isso"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(if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referent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not in the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sentence)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5059" y="2623756"/>
            <a:ext cx="4146493" cy="14535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6264" y="2738280"/>
            <a:ext cx="3783842" cy="1288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30060" y="4353699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229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Anchors </a:t>
            </a:r>
            <a:r>
              <a:rPr sz="2800" spc="-5" dirty="0"/>
              <a:t>for Image Classification</a:t>
            </a:r>
            <a:r>
              <a:rPr sz="2800" spc="-90" dirty="0"/>
              <a:t> </a:t>
            </a:r>
            <a:r>
              <a:rPr sz="2800" dirty="0"/>
              <a:t>(InceptionV3)</a:t>
            </a:r>
          </a:p>
        </p:txBody>
      </p:sp>
      <p:sp>
        <p:nvSpPr>
          <p:cNvPr id="3" name="object 3"/>
          <p:cNvSpPr/>
          <p:nvPr/>
        </p:nvSpPr>
        <p:spPr>
          <a:xfrm>
            <a:off x="2625728" y="1944013"/>
            <a:ext cx="3773158" cy="1897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3761" y="3841481"/>
            <a:ext cx="163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Anchors for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"beagle"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1061" y="3837004"/>
            <a:ext cx="11322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original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image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229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Anchors </a:t>
            </a:r>
            <a:r>
              <a:rPr sz="2800" spc="-5" dirty="0"/>
              <a:t>for </a:t>
            </a:r>
            <a:r>
              <a:rPr sz="2800" spc="-15" dirty="0"/>
              <a:t>Visual </a:t>
            </a:r>
            <a:r>
              <a:rPr sz="2800" spc="-5" dirty="0"/>
              <a:t>Question </a:t>
            </a:r>
            <a:r>
              <a:rPr sz="2800" spc="-10" dirty="0"/>
              <a:t>Answering</a:t>
            </a:r>
            <a:r>
              <a:rPr sz="2800" spc="-220" dirty="0"/>
              <a:t> </a:t>
            </a:r>
            <a:r>
              <a:rPr sz="2800" dirty="0"/>
              <a:t>(VQA)</a:t>
            </a:r>
          </a:p>
        </p:txBody>
      </p:sp>
      <p:sp>
        <p:nvSpPr>
          <p:cNvPr id="3" name="object 3"/>
          <p:cNvSpPr/>
          <p:nvPr/>
        </p:nvSpPr>
        <p:spPr>
          <a:xfrm>
            <a:off x="3747701" y="1434092"/>
            <a:ext cx="1763238" cy="1724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7931" y="3526212"/>
            <a:ext cx="2385919" cy="667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1795" y="4204354"/>
            <a:ext cx="2133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Anchor for predicting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"dog"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54209" y="3513599"/>
            <a:ext cx="2570708" cy="6784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8770" y="4198401"/>
            <a:ext cx="11595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Other</a:t>
            </a:r>
            <a:r>
              <a:rPr sz="1400" spc="-1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Anchors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038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</a:t>
            </a:r>
            <a:r>
              <a:rPr sz="2800" spc="-245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280909" cy="25527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Preconditions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lr>
                <a:srgbClr val="595959"/>
              </a:buClr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Precision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har char="○"/>
            </a:pPr>
            <a:endParaRPr sz="185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Coverage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har char="○"/>
            </a:pPr>
            <a:endParaRPr sz="15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har char="○"/>
            </a:pPr>
            <a:endParaRPr sz="22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Challenges in Generating the Optimal</a:t>
            </a:r>
            <a:r>
              <a:rPr sz="1800" spc="-114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Calculating precision and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computationally</a:t>
            </a:r>
            <a:r>
              <a:rPr sz="1400" spc="-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intensive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will need to iterate through the predictions of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f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over the entire</a:t>
            </a:r>
            <a:r>
              <a:rPr sz="1400" spc="-3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Usually 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difficult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to apply white box optimization techniques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(e.g.,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gradient</a:t>
            </a:r>
            <a:r>
              <a:rPr sz="1400" spc="-4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descent)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0768" y="1524957"/>
            <a:ext cx="2493240" cy="2658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0893" y="1981546"/>
            <a:ext cx="2105120" cy="265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37418" y="3928111"/>
            <a:ext cx="3454267" cy="5657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962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</a:t>
            </a:r>
            <a:r>
              <a:rPr sz="2800" spc="-245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2352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Optimization</a:t>
            </a:r>
            <a:r>
              <a:rPr sz="1800" spc="-10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24242"/>
                </a:solidFill>
                <a:latin typeface="Arial"/>
                <a:cs typeface="Arial"/>
              </a:rPr>
              <a:t>Target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597478"/>
            <a:ext cx="6839584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14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for each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step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t,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Construct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set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candidate solutions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the best</a:t>
            </a:r>
            <a:r>
              <a:rPr sz="1400" spc="-6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</a:t>
            </a:r>
            <a:endParaRPr sz="1400">
              <a:latin typeface="Arial"/>
              <a:cs typeface="Arial"/>
            </a:endParaRPr>
          </a:p>
          <a:p>
            <a:pPr marL="1750695" lvl="3" indent="-336550">
              <a:lnSpc>
                <a:spcPts val="1650"/>
              </a:lnSpc>
              <a:buChar char="●"/>
              <a:tabLst>
                <a:tab pos="1750695" algn="l"/>
                <a:tab pos="17513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Candidate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solutions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need to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satisfy cov(A) ≥</a:t>
            </a:r>
            <a:r>
              <a:rPr sz="1400" spc="-4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2) Pick top-k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candidates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the best</a:t>
            </a:r>
            <a:r>
              <a:rPr sz="1400" spc="-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precision</a:t>
            </a:r>
            <a:endParaRPr sz="1400">
              <a:latin typeface="Arial"/>
              <a:cs typeface="Arial"/>
            </a:endParaRPr>
          </a:p>
          <a:p>
            <a:pPr marL="1750695" lvl="3" indent="-336550">
              <a:lnSpc>
                <a:spcPts val="1650"/>
              </a:lnSpc>
              <a:buChar char="●"/>
              <a:tabLst>
                <a:tab pos="1750695" algn="l"/>
                <a:tab pos="17513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Candidates need to have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τ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confidence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at least</a:t>
            </a:r>
            <a:r>
              <a:rPr sz="1400" spc="-8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64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Anchor</a:t>
            </a:r>
            <a:r>
              <a:rPr sz="1400" spc="-17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5869" y="1643290"/>
            <a:ext cx="3454268" cy="565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" y="503238"/>
            <a:ext cx="7677211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Optimizing</a:t>
            </a:r>
            <a:r>
              <a:rPr sz="2800" spc="-254" dirty="0"/>
              <a:t> </a:t>
            </a:r>
            <a:r>
              <a:rPr sz="2800" spc="-5" dirty="0"/>
              <a:t>Coverage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3178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8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1494611"/>
            <a:ext cx="5172075" cy="155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6294" indent="-336550">
              <a:lnSpc>
                <a:spcPts val="1664"/>
              </a:lnSpc>
              <a:spcBef>
                <a:spcPts val="10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1) Optimizing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coverage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with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cov(A) ≥</a:t>
            </a:r>
            <a:r>
              <a:rPr sz="1400" u="heavy" spc="-1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5080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2) Optimizing precision with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τ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confidence 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at least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</a:t>
            </a:r>
            <a:r>
              <a:rPr sz="1400" spc="-9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Coverage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3191" y="3031944"/>
            <a:ext cx="1100455" cy="5207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Start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Expand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81291" y="3031944"/>
            <a:ext cx="1792605" cy="5207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∅</a:t>
            </a:r>
            <a:endParaRPr sz="1400">
              <a:latin typeface="AoyagiKouzanFontT"/>
              <a:cs typeface="AoyagiKouzanFontT"/>
            </a:endParaRPr>
          </a:p>
          <a:p>
            <a:pPr marL="7112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one element to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get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87250" y="1545809"/>
          <a:ext cx="1952625" cy="14335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8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120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BPM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101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$20,000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80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BPM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104.4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$40,000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140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BPM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99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$800,000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954043" y="1323771"/>
            <a:ext cx="5099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latin typeface="Arial"/>
                <a:cs typeface="Arial"/>
              </a:rPr>
              <a:t>heart</a:t>
            </a:r>
            <a:r>
              <a:rPr sz="800" b="1" spc="-65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beat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7498" y="1318133"/>
            <a:ext cx="6127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Arial"/>
                <a:cs typeface="Arial"/>
              </a:rPr>
              <a:t>temperature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7806" y="1297711"/>
            <a:ext cx="3194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latin typeface="Arial"/>
                <a:cs typeface="Arial"/>
              </a:rPr>
              <a:t>salary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05795" y="3142080"/>
            <a:ext cx="493395" cy="486409"/>
            <a:chOff x="2005795" y="3142080"/>
            <a:chExt cx="493395" cy="486409"/>
          </a:xfrm>
        </p:grpSpPr>
        <p:sp>
          <p:nvSpPr>
            <p:cNvPr id="12" name="object 12"/>
            <p:cNvSpPr/>
            <p:nvPr/>
          </p:nvSpPr>
          <p:spPr>
            <a:xfrm>
              <a:off x="2162588" y="3142080"/>
              <a:ext cx="276448" cy="21025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05795" y="3339918"/>
              <a:ext cx="493324" cy="2884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363339" y="3355434"/>
            <a:ext cx="283706" cy="243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68611" y="3776581"/>
            <a:ext cx="479492" cy="2197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27717" y="4050110"/>
            <a:ext cx="7918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{heart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rate}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{temperature}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97882" y="4153329"/>
            <a:ext cx="1421130" cy="132080"/>
            <a:chOff x="2597882" y="4153329"/>
            <a:chExt cx="1421130" cy="132080"/>
          </a:xfrm>
        </p:grpSpPr>
        <p:sp>
          <p:nvSpPr>
            <p:cNvPr id="18" name="object 18"/>
            <p:cNvSpPr/>
            <p:nvPr/>
          </p:nvSpPr>
          <p:spPr>
            <a:xfrm>
              <a:off x="2602644" y="4173816"/>
              <a:ext cx="1368425" cy="0"/>
            </a:xfrm>
            <a:custGeom>
              <a:avLst/>
              <a:gdLst/>
              <a:ahLst/>
              <a:cxnLst/>
              <a:rect l="l" t="t" r="r" b="b"/>
              <a:pathLst>
                <a:path w="1368425">
                  <a:moveTo>
                    <a:pt x="0" y="0"/>
                  </a:moveTo>
                  <a:lnTo>
                    <a:pt x="13678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70492" y="41580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70492" y="41580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25169" y="4173716"/>
              <a:ext cx="1328420" cy="91440"/>
            </a:xfrm>
            <a:custGeom>
              <a:avLst/>
              <a:gdLst/>
              <a:ahLst/>
              <a:cxnLst/>
              <a:rect l="l" t="t" r="r" b="b"/>
              <a:pathLst>
                <a:path w="1328420" h="91439">
                  <a:moveTo>
                    <a:pt x="0" y="0"/>
                  </a:moveTo>
                  <a:lnTo>
                    <a:pt x="1328072" y="908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52167" y="4248916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99"/>
                  </a:moveTo>
                  <a:lnTo>
                    <a:pt x="2149" y="0"/>
                  </a:lnTo>
                  <a:lnTo>
                    <a:pt x="44199" y="18649"/>
                  </a:lnTo>
                  <a:lnTo>
                    <a:pt x="0" y="31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52167" y="4248916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99"/>
                  </a:moveTo>
                  <a:lnTo>
                    <a:pt x="44199" y="18649"/>
                  </a:lnTo>
                  <a:lnTo>
                    <a:pt x="2149" y="0"/>
                  </a:lnTo>
                  <a:lnTo>
                    <a:pt x="0" y="3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75617" y="3949860"/>
            <a:ext cx="8185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+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temperature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 rot="180000">
            <a:off x="3054355" y="4219801"/>
            <a:ext cx="467784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000" dirty="0">
                <a:latin typeface="Arial"/>
                <a:cs typeface="Arial"/>
              </a:rPr>
              <a:t>+</a:t>
            </a:r>
            <a:r>
              <a:rPr sz="1000" spc="-1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salary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99732" y="4322728"/>
            <a:ext cx="1403350" cy="150495"/>
            <a:chOff x="2599732" y="4322728"/>
            <a:chExt cx="1403350" cy="150495"/>
          </a:xfrm>
        </p:grpSpPr>
        <p:sp>
          <p:nvSpPr>
            <p:cNvPr id="27" name="object 27"/>
            <p:cNvSpPr/>
            <p:nvPr/>
          </p:nvSpPr>
          <p:spPr>
            <a:xfrm>
              <a:off x="2604494" y="4327491"/>
              <a:ext cx="1351280" cy="125095"/>
            </a:xfrm>
            <a:custGeom>
              <a:avLst/>
              <a:gdLst/>
              <a:ahLst/>
              <a:cxnLst/>
              <a:rect l="l" t="t" r="r" b="b"/>
              <a:pathLst>
                <a:path w="1351279" h="125095">
                  <a:moveTo>
                    <a:pt x="0" y="0"/>
                  </a:moveTo>
                  <a:lnTo>
                    <a:pt x="1350697" y="1249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53742" y="4436766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324"/>
                  </a:moveTo>
                  <a:lnTo>
                    <a:pt x="2899" y="0"/>
                  </a:lnTo>
                  <a:lnTo>
                    <a:pt x="44474" y="19649"/>
                  </a:lnTo>
                  <a:lnTo>
                    <a:pt x="0" y="313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53742" y="4436766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324"/>
                  </a:moveTo>
                  <a:lnTo>
                    <a:pt x="44474" y="19649"/>
                  </a:lnTo>
                  <a:lnTo>
                    <a:pt x="2899" y="0"/>
                  </a:lnTo>
                  <a:lnTo>
                    <a:pt x="0" y="313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 rot="300000">
            <a:off x="2982511" y="4394587"/>
            <a:ext cx="466562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000" dirty="0">
                <a:latin typeface="Arial"/>
                <a:cs typeface="Arial"/>
              </a:rPr>
              <a:t>+</a:t>
            </a:r>
            <a:r>
              <a:rPr sz="1000" spc="-1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salary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83289" y="4032108"/>
            <a:ext cx="14065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{heart </a:t>
            </a:r>
            <a:r>
              <a:rPr sz="1000" dirty="0">
                <a:latin typeface="Arial"/>
                <a:cs typeface="Arial"/>
              </a:rPr>
              <a:t>rate,</a:t>
            </a:r>
            <a:r>
              <a:rPr sz="1000" spc="-8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temperature}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83289" y="4184508"/>
            <a:ext cx="11645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{heart </a:t>
            </a:r>
            <a:r>
              <a:rPr sz="1000" dirty="0">
                <a:latin typeface="Arial"/>
                <a:cs typeface="Arial"/>
              </a:rPr>
              <a:t>rate,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salary}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{temperature,salary}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617488" y="4097429"/>
            <a:ext cx="694690" cy="41275"/>
            <a:chOff x="5617488" y="4097429"/>
            <a:chExt cx="694690" cy="41275"/>
          </a:xfrm>
        </p:grpSpPr>
        <p:sp>
          <p:nvSpPr>
            <p:cNvPr id="34" name="object 34"/>
            <p:cNvSpPr/>
            <p:nvPr/>
          </p:nvSpPr>
          <p:spPr>
            <a:xfrm>
              <a:off x="5617488" y="4117916"/>
              <a:ext cx="647065" cy="0"/>
            </a:xfrm>
            <a:custGeom>
              <a:avLst/>
              <a:gdLst/>
              <a:ahLst/>
              <a:cxnLst/>
              <a:rect l="l" t="t" r="r" b="b"/>
              <a:pathLst>
                <a:path w="647064">
                  <a:moveTo>
                    <a:pt x="0" y="0"/>
                  </a:moveTo>
                  <a:lnTo>
                    <a:pt x="6466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64137" y="41021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64137" y="41021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655759" y="3920428"/>
            <a:ext cx="5651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cov(A)</a:t>
            </a:r>
            <a:r>
              <a:rPr sz="1000" spc="-8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&lt;c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334701" y="4279853"/>
            <a:ext cx="1255395" cy="206375"/>
            <a:chOff x="5334701" y="4279853"/>
            <a:chExt cx="1255395" cy="206375"/>
          </a:xfrm>
        </p:grpSpPr>
        <p:sp>
          <p:nvSpPr>
            <p:cNvPr id="39" name="object 39"/>
            <p:cNvSpPr/>
            <p:nvPr/>
          </p:nvSpPr>
          <p:spPr>
            <a:xfrm>
              <a:off x="6394487" y="42846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94487" y="42846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39464" y="4465416"/>
              <a:ext cx="1202690" cy="0"/>
            </a:xfrm>
            <a:custGeom>
              <a:avLst/>
              <a:gdLst/>
              <a:ahLst/>
              <a:cxnLst/>
              <a:rect l="l" t="t" r="r" b="b"/>
              <a:pathLst>
                <a:path w="1202690">
                  <a:moveTo>
                    <a:pt x="0" y="0"/>
                  </a:moveTo>
                  <a:lnTo>
                    <a:pt x="12025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42012" y="44496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42012" y="44496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274639" y="4122958"/>
            <a:ext cx="1132840" cy="33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790" algn="l"/>
                <a:tab pos="1119505" algn="l"/>
              </a:tabLst>
            </a:pPr>
            <a:r>
              <a:rPr sz="1000" u="sng" dirty="0">
                <a:uFill>
                  <a:solidFill>
                    <a:srgbClr val="59595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000" u="sng" dirty="0"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cov(A) </a:t>
            </a:r>
            <a:r>
              <a:rPr sz="1000" u="sng" dirty="0">
                <a:solidFill>
                  <a:srgbClr val="424242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≥</a:t>
            </a:r>
            <a:r>
              <a:rPr sz="1000" spc="-1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000" u="sng" dirty="0"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c	</a:t>
            </a:r>
            <a:endParaRPr sz="1000">
              <a:latin typeface="Arial"/>
              <a:cs typeface="Arial"/>
            </a:endParaRPr>
          </a:p>
          <a:p>
            <a:pPr marL="367665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latin typeface="Arial"/>
                <a:cs typeface="Arial"/>
              </a:rPr>
              <a:t>cov(A) </a:t>
            </a:r>
            <a:r>
              <a:rPr sz="1000" u="sng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≥</a:t>
            </a:r>
            <a:r>
              <a:rPr sz="1000" spc="-4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996063" y="3766092"/>
            <a:ext cx="299185" cy="256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721613" y="4202510"/>
            <a:ext cx="11645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{heart </a:t>
            </a:r>
            <a:r>
              <a:rPr sz="1000" dirty="0">
                <a:latin typeface="Arial"/>
                <a:cs typeface="Arial"/>
              </a:rPr>
              <a:t>rate,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salary}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{temperature,salary}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57062" y="3956717"/>
            <a:ext cx="339725" cy="692150"/>
            <a:chOff x="6357062" y="3956717"/>
            <a:chExt cx="339725" cy="692150"/>
          </a:xfrm>
        </p:grpSpPr>
        <p:sp>
          <p:nvSpPr>
            <p:cNvPr id="48" name="object 48"/>
            <p:cNvSpPr/>
            <p:nvPr/>
          </p:nvSpPr>
          <p:spPr>
            <a:xfrm>
              <a:off x="6357062" y="3956717"/>
              <a:ext cx="230699" cy="2306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411537" y="4208866"/>
              <a:ext cx="285224" cy="4394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3068868" y="2432582"/>
            <a:ext cx="2105120" cy="26598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696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Optimizing</a:t>
            </a:r>
            <a:r>
              <a:rPr sz="2800" spc="-254" dirty="0"/>
              <a:t> </a:t>
            </a:r>
            <a:r>
              <a:rPr sz="2800" spc="-5" dirty="0"/>
              <a:t>Precisions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5380355" cy="222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Optimizing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cov(A) ≥</a:t>
            </a:r>
            <a:r>
              <a:rPr sz="1400" spc="-3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212725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2) Optimizing precision with prec(A)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≥ τ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and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confidence 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at least</a:t>
            </a:r>
            <a:r>
              <a:rPr sz="1400" u="heavy" spc="-10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</a:t>
            </a:r>
            <a:r>
              <a:rPr sz="1400" spc="-9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har char="○"/>
            </a:pPr>
            <a:endParaRPr sz="15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har char="○"/>
            </a:pPr>
            <a:endParaRPr sz="22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Precisions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Formulate it 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Multi-armed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bandit optimization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81968" y="2493953"/>
            <a:ext cx="2493240" cy="2658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486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Multi-Armed </a:t>
            </a:r>
            <a:r>
              <a:rPr sz="2800" spc="-10" dirty="0"/>
              <a:t>Bandit</a:t>
            </a:r>
            <a:r>
              <a:rPr sz="2800" spc="-100" dirty="0"/>
              <a:t> </a:t>
            </a:r>
            <a:r>
              <a:rPr sz="2800" spc="-5" dirty="0"/>
              <a:t>Problem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2573951" y="3641792"/>
            <a:ext cx="3674735" cy="9764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88419" y="1152472"/>
            <a:ext cx="3558642" cy="22761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70120" y="4552018"/>
            <a:ext cx="25914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Reward Distribution of Each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Arm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162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Exploration </a:t>
            </a:r>
            <a:r>
              <a:rPr sz="2800" spc="-5" dirty="0"/>
              <a:t>and </a:t>
            </a:r>
            <a:r>
              <a:rPr sz="2800" spc="-10" dirty="0"/>
              <a:t>Exploitation</a:t>
            </a:r>
            <a:r>
              <a:rPr sz="2800" spc="-110" dirty="0"/>
              <a:t> </a:t>
            </a:r>
            <a:r>
              <a:rPr sz="2800" spc="-20" dirty="0"/>
              <a:t>Trade-offs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4013611" y="2093466"/>
            <a:ext cx="4290411" cy="19644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6059" y="1812632"/>
            <a:ext cx="3269418" cy="25284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848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Optimizing</a:t>
            </a:r>
            <a:r>
              <a:rPr sz="2800" spc="-254" dirty="0"/>
              <a:t> </a:t>
            </a:r>
            <a:r>
              <a:rPr sz="2800" spc="-5" dirty="0"/>
              <a:t>Precisions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5380355" cy="307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Optimizing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cov(A) ≥</a:t>
            </a:r>
            <a:r>
              <a:rPr sz="1400" spc="-3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212725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2) Optimizing precision with prec(A)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≥ τ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and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confidence 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at least</a:t>
            </a:r>
            <a:r>
              <a:rPr sz="1400" u="heavy" spc="-10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</a:t>
            </a:r>
            <a:r>
              <a:rPr sz="1400" spc="-9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har char="○"/>
            </a:pPr>
            <a:endParaRPr sz="15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har char="○"/>
            </a:pPr>
            <a:endParaRPr sz="13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Precisions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Formulate it 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Multi-armed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bandit optimization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Find out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candidates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τ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Using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minimal costs (number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of pulls of the</a:t>
            </a:r>
            <a:r>
              <a:rPr sz="1400" spc="-7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arms)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candidate solution 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an</a:t>
            </a:r>
            <a:r>
              <a:rPr sz="14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arm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Prec(A)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single sample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the latent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reward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11892" y="2493953"/>
            <a:ext cx="2493240" cy="2658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7769" y="4308816"/>
            <a:ext cx="1309370" cy="0"/>
          </a:xfrm>
          <a:custGeom>
            <a:avLst/>
            <a:gdLst/>
            <a:ahLst/>
            <a:cxnLst/>
            <a:rect l="l" t="t" r="r" b="b"/>
            <a:pathLst>
              <a:path w="1309370">
                <a:moveTo>
                  <a:pt x="0" y="0"/>
                </a:moveTo>
                <a:lnTo>
                  <a:pt x="1308897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772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Optimizing</a:t>
            </a:r>
            <a:r>
              <a:rPr sz="2800" spc="-254" dirty="0"/>
              <a:t> </a:t>
            </a:r>
            <a:r>
              <a:rPr sz="2800" spc="-5" dirty="0"/>
              <a:t>Precisions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729220" cy="332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14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Optimizing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cov(A) ≥</a:t>
            </a:r>
            <a:r>
              <a:rPr sz="1400" spc="-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2561590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2) Optimizing precision with prec(A)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≥ τ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and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confidence 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at least</a:t>
            </a:r>
            <a:r>
              <a:rPr sz="1400" u="heavy" spc="-10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</a:t>
            </a:r>
            <a:r>
              <a:rPr sz="1400" spc="-8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har char="○"/>
            </a:pPr>
            <a:endParaRPr sz="15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har char="○"/>
            </a:pPr>
            <a:endParaRPr sz="13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Precisions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Formulate it 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Multi-armed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bandit optimization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Find out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candidates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</a:t>
            </a:r>
            <a:r>
              <a:rPr sz="1400" spc="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τ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Using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minimal costs (number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of pulls of the</a:t>
            </a:r>
            <a:r>
              <a:rPr sz="1400" spc="-3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arms)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candidate solution 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an</a:t>
            </a:r>
            <a:r>
              <a:rPr sz="1400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arm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Prec(A)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single sample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the latent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reward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Return the top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K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arms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(i.e.,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A) with the highest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reward (Prec(A))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that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satisfies</a:t>
            </a:r>
            <a:r>
              <a:rPr sz="1400" spc="-15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0394" y="4552131"/>
            <a:ext cx="29857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100"/>
              </a:spcBef>
              <a:buChar char="■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τ, P(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τ)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</a:t>
            </a:r>
            <a:r>
              <a:rPr sz="1400" spc="-5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11892" y="2493953"/>
            <a:ext cx="2493240" cy="2658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543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Update Optimal</a:t>
            </a:r>
            <a:r>
              <a:rPr sz="2800" spc="-405" dirty="0"/>
              <a:t> </a:t>
            </a:r>
            <a:r>
              <a:rPr sz="2800" spc="-5" dirty="0"/>
              <a:t>A*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5172075" cy="287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Optimizing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cov(A) ≥</a:t>
            </a:r>
            <a:r>
              <a:rPr sz="1400" spc="-3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2) Optimizing precision with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τ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confidence 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at least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3) Update the optimal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solution</a:t>
            </a:r>
            <a:r>
              <a:rPr sz="1400" u="heavy" spc="-80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har char="○"/>
            </a:pPr>
            <a:endParaRPr sz="135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A*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the top-k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returned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r>
              <a:rPr sz="14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2)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Find the best A* based on the Coverage</a:t>
            </a:r>
            <a:r>
              <a:rPr sz="1400" spc="-1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criteria</a:t>
            </a:r>
            <a:endParaRPr sz="14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buClr>
                <a:srgbClr val="595959"/>
              </a:buClr>
              <a:buFont typeface="Arial"/>
              <a:buChar char="■"/>
            </a:pPr>
            <a:endParaRPr sz="15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Clr>
                <a:srgbClr val="595959"/>
              </a:buClr>
              <a:buFont typeface="Arial"/>
              <a:buChar char="■"/>
            </a:pPr>
            <a:endParaRPr sz="21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Loop into the next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97753" y="3508342"/>
            <a:ext cx="3650232" cy="248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813175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Precision </a:t>
            </a:r>
            <a:r>
              <a:rPr sz="2800" spc="-5" dirty="0"/>
              <a:t>and</a:t>
            </a:r>
            <a:r>
              <a:rPr sz="2800" spc="-85" dirty="0"/>
              <a:t> </a:t>
            </a:r>
            <a:r>
              <a:rPr sz="2800" spc="-5" dirty="0"/>
              <a:t>Coverage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4308542" y="1551322"/>
            <a:ext cx="4292296" cy="2546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0671" y="2600994"/>
            <a:ext cx="1967446" cy="248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47932" y="1827921"/>
            <a:ext cx="2493255" cy="2437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1723" y="1361230"/>
            <a:ext cx="7817484" cy="313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Precision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75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Coverage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595959"/>
              </a:buClr>
              <a:buFont typeface="Arial"/>
              <a:buChar char="●"/>
            </a:pPr>
            <a:endParaRPr sz="175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Limes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lime-n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Naive LIME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400">
              <a:latin typeface="Arial"/>
              <a:cs typeface="Arial"/>
            </a:endParaRPr>
          </a:p>
          <a:p>
            <a:pPr marL="836294" marR="4474845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lime-t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Make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predictions only  when its predictive probability is  above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threshold</a:t>
            </a:r>
            <a:endParaRPr sz="1400">
              <a:latin typeface="Arial"/>
              <a:cs typeface="Arial"/>
            </a:endParaRPr>
          </a:p>
          <a:p>
            <a:pPr marL="4126865" algn="ctr">
              <a:lnSpc>
                <a:spcPts val="1130"/>
              </a:lnSpc>
            </a:pPr>
            <a:r>
              <a:rPr sz="1200" spc="-5" dirty="0">
                <a:latin typeface="Arial"/>
                <a:cs typeface="Arial"/>
              </a:rPr>
              <a:t>logistic: logistic </a:t>
            </a:r>
            <a:r>
              <a:rPr sz="1200" dirty="0">
                <a:latin typeface="Arial"/>
                <a:cs typeface="Arial"/>
              </a:rPr>
              <a:t>regression, </a:t>
            </a:r>
            <a:r>
              <a:rPr sz="1200" spc="-5" dirty="0">
                <a:latin typeface="Arial"/>
                <a:cs typeface="Arial"/>
              </a:rPr>
              <a:t>gbt: gradient boosted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trees</a:t>
            </a:r>
            <a:endParaRPr sz="1200">
              <a:latin typeface="Arial"/>
              <a:cs typeface="Arial"/>
            </a:endParaRPr>
          </a:p>
          <a:p>
            <a:pPr marL="4127500" algn="ctr">
              <a:lnSpc>
                <a:spcPts val="1430"/>
              </a:lnSpc>
            </a:pPr>
            <a:r>
              <a:rPr sz="1200" spc="-5" dirty="0">
                <a:latin typeface="Arial"/>
                <a:cs typeface="Arial"/>
              </a:rPr>
              <a:t>nn: two layers of 50 units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MLP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657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User</a:t>
            </a:r>
            <a:r>
              <a:rPr sz="2800" spc="-90" dirty="0"/>
              <a:t> </a:t>
            </a:r>
            <a:r>
              <a:rPr sz="2800" spc="-5" dirty="0"/>
              <a:t>Study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8049259" cy="13525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Guess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Outcomes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After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Explanations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Human annotators are 26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students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who took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machine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course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Calculate precision 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the users'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performance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61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Human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mark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"I don't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know"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when they are not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certain,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makes coverage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perceived  one.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4704" y="2694368"/>
            <a:ext cx="7278077" cy="1520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92747" y="4385669"/>
            <a:ext cx="3111500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LIME(n): </a:t>
            </a:r>
            <a:r>
              <a:rPr sz="1200" dirty="0">
                <a:latin typeface="Arial"/>
                <a:cs typeface="Arial"/>
              </a:rPr>
              <a:t>results </a:t>
            </a:r>
            <a:r>
              <a:rPr sz="1200" spc="-5" dirty="0">
                <a:latin typeface="Arial"/>
                <a:cs typeface="Arial"/>
              </a:rPr>
              <a:t>after </a:t>
            </a:r>
            <a:r>
              <a:rPr sz="1200" dirty="0">
                <a:latin typeface="Arial"/>
                <a:cs typeface="Arial"/>
              </a:rPr>
              <a:t>n </a:t>
            </a:r>
            <a:r>
              <a:rPr sz="1200" spc="-5" dirty="0">
                <a:latin typeface="Arial"/>
                <a:cs typeface="Arial"/>
              </a:rPr>
              <a:t>LIME explanations  Anchor(n): </a:t>
            </a:r>
            <a:r>
              <a:rPr sz="1200" dirty="0">
                <a:latin typeface="Arial"/>
                <a:cs typeface="Arial"/>
              </a:rPr>
              <a:t>results </a:t>
            </a:r>
            <a:r>
              <a:rPr sz="1200" spc="-5" dirty="0">
                <a:latin typeface="Arial"/>
                <a:cs typeface="Arial"/>
              </a:rPr>
              <a:t>after </a:t>
            </a:r>
            <a:r>
              <a:rPr sz="1200" dirty="0">
                <a:latin typeface="Arial"/>
                <a:cs typeface="Arial"/>
              </a:rPr>
              <a:t>n </a:t>
            </a:r>
            <a:r>
              <a:rPr sz="1200" spc="-5" dirty="0">
                <a:latin typeface="Arial"/>
                <a:cs typeface="Arial"/>
              </a:rPr>
              <a:t>Anchor</a:t>
            </a:r>
            <a:r>
              <a:rPr sz="1200" spc="-16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explanations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810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User </a:t>
            </a:r>
            <a:r>
              <a:rPr sz="2800" spc="-10" dirty="0"/>
              <a:t>Study</a:t>
            </a:r>
            <a:r>
              <a:rPr sz="2800" spc="-90" dirty="0"/>
              <a:t> </a:t>
            </a:r>
            <a:r>
              <a:rPr sz="2800" spc="-5" dirty="0"/>
              <a:t>Results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528559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Coverage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number of explanations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seen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by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user.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gradient boosted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trees(gb)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Submodular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Pick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Random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8874" y="2499825"/>
            <a:ext cx="5550039" cy="23830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04800" y="438150"/>
            <a:ext cx="4191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Comparisons to</a:t>
            </a:r>
            <a:r>
              <a:rPr sz="2800" spc="-95" dirty="0"/>
              <a:t> </a:t>
            </a:r>
            <a:r>
              <a:rPr sz="2800" spc="-5" dirty="0"/>
              <a:t>LIME</a:t>
            </a:r>
            <a:endParaRPr sz="28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1911" y="1585784"/>
          <a:ext cx="8036559" cy="25958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23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LIME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Anchors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6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Explanations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Anchors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6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Optimization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Target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259712" y="3587541"/>
            <a:ext cx="2090208" cy="342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46643" y="3624186"/>
            <a:ext cx="2661254" cy="3690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90242" y="2771974"/>
            <a:ext cx="1264362" cy="2272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343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Comparisons to</a:t>
            </a:r>
            <a:r>
              <a:rPr sz="2800" spc="-95" dirty="0"/>
              <a:t> </a:t>
            </a:r>
            <a:r>
              <a:rPr sz="2800" spc="-5" dirty="0"/>
              <a:t>LIME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906986" y="2006255"/>
            <a:ext cx="3320815" cy="26202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17610" y="1870822"/>
            <a:ext cx="2991478" cy="2622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548139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Overly </a:t>
            </a:r>
            <a:r>
              <a:rPr sz="2800" spc="-10" dirty="0"/>
              <a:t>Specific</a:t>
            </a:r>
            <a:r>
              <a:rPr sz="2800" spc="-250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679314" y="1819255"/>
            <a:ext cx="3414858" cy="2309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48139" y="2703072"/>
            <a:ext cx="3851432" cy="14785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26537</TotalTime>
  <Words>3140</Words>
  <Application>Microsoft Office PowerPoint</Application>
  <PresentationFormat>On-screen Show (16:9)</PresentationFormat>
  <Paragraphs>466</Paragraphs>
  <Slides>64</Slides>
  <Notes>2</Notes>
  <HiddenSlides>12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5" baseType="lpstr">
      <vt:lpstr>AoyagiKouzanFontT</vt:lpstr>
      <vt:lpstr>Arial</vt:lpstr>
      <vt:lpstr>Calibri</vt:lpstr>
      <vt:lpstr>KaTeX_Math</vt:lpstr>
      <vt:lpstr>Mulish</vt:lpstr>
      <vt:lpstr>source-serif-pro</vt:lpstr>
      <vt:lpstr>Tahoma</vt:lpstr>
      <vt:lpstr>Times New Roman</vt:lpstr>
      <vt:lpstr>Trebuchet MS</vt:lpstr>
      <vt:lpstr>Wingdings</vt:lpstr>
      <vt:lpstr>3_Office Theme</vt:lpstr>
      <vt:lpstr>Fair, Accountable, Transparent Machine Learning (FAccT ML) ZG517 </vt:lpstr>
      <vt:lpstr>PowerPoint Presentation</vt:lpstr>
      <vt:lpstr>Outline</vt:lpstr>
      <vt:lpstr>Outline</vt:lpstr>
      <vt:lpstr>Shapley Additive Explanations (SHAP)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Adult Income</vt:lpstr>
      <vt:lpstr>Mortality Data</vt:lpstr>
      <vt:lpstr>Mortality Data</vt:lpstr>
      <vt:lpstr>Chronic Kidney Disease</vt:lpstr>
      <vt:lpstr>Predicting Hypoxaemia During A Surgery</vt:lpstr>
      <vt:lpstr>Rule Based Explainers</vt:lpstr>
      <vt:lpstr>Anchors</vt:lpstr>
      <vt:lpstr>Anchors</vt:lpstr>
      <vt:lpstr>Formal Definitions of Anchors</vt:lpstr>
      <vt:lpstr>Formal Definitions of Anchors</vt:lpstr>
      <vt:lpstr>Anchors for Part of Speech Tagging</vt:lpstr>
      <vt:lpstr>Anchors for Machine Translation</vt:lpstr>
      <vt:lpstr>Anchors for Image Classification (InceptionV3)</vt:lpstr>
      <vt:lpstr>Anchors for Visual Question Answering (VQA)</vt:lpstr>
      <vt:lpstr>Generating Anchors</vt:lpstr>
      <vt:lpstr>Generating Anchors</vt:lpstr>
      <vt:lpstr>Generating Anchors - Optimizing Coverage</vt:lpstr>
      <vt:lpstr>Generating Anchors - Optimizing Precisions</vt:lpstr>
      <vt:lpstr>Multi-Armed Bandit Problem</vt:lpstr>
      <vt:lpstr>Exploration and Exploitation Trade-offs</vt:lpstr>
      <vt:lpstr>Generating Anchors - Optimizing Precisions</vt:lpstr>
      <vt:lpstr>Generating Anchors - Optimizing Precisions</vt:lpstr>
      <vt:lpstr>Generating Anchors - Update Optimal A*</vt:lpstr>
      <vt:lpstr>Precision and Coverage</vt:lpstr>
      <vt:lpstr>User Study</vt:lpstr>
      <vt:lpstr>User Study Results</vt:lpstr>
      <vt:lpstr>Comparisons to LIME</vt:lpstr>
      <vt:lpstr>Comparisons to LIME</vt:lpstr>
      <vt:lpstr>Overly Specific Anchors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BITS</cp:lastModifiedBy>
  <cp:revision>127</cp:revision>
  <dcterms:created xsi:type="dcterms:W3CDTF">2021-03-10T15:42:36Z</dcterms:created>
  <dcterms:modified xsi:type="dcterms:W3CDTF">2025-08-05T04:37:53Z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2021-03-10T00:00:00Z</vt:filetime>
  </property>
</Properties>
</file>