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media/image8.jpg" ContentType="image/jpg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media/image13.jpg" ContentType="image/jpg"/>
  <Override PartName="/ppt/ink/ink8.xml" ContentType="application/inkml+xml"/>
  <Override PartName="/ppt/media/image15.jpg" ContentType="image/jpg"/>
  <Override PartName="/ppt/ink/ink9.xml" ContentType="application/inkml+xml"/>
  <Override PartName="/ppt/ink/ink10.xml" ContentType="application/inkml+xml"/>
  <Override PartName="/ppt/media/image21.jpg" ContentType="image/jpg"/>
  <Override PartName="/ppt/ink/ink11.xml" ContentType="application/inkml+xml"/>
  <Override PartName="/ppt/media/image23.jpg" ContentType="image/jpg"/>
  <Override PartName="/ppt/ink/ink12.xml" ContentType="application/inkml+xml"/>
  <Override PartName="/ppt/media/image25.jpg" ContentType="image/jpg"/>
  <Override PartName="/ppt/ink/ink13.xml" ContentType="application/inkml+xml"/>
  <Override PartName="/ppt/ink/ink14.xml" ContentType="application/inkml+xml"/>
  <Override PartName="/ppt/media/image29.jpg" ContentType="image/jpg"/>
  <Override PartName="/ppt/ink/ink15.xml" ContentType="application/inkml+xml"/>
  <Override PartName="/ppt/media/image31.jpg" ContentType="image/jpg"/>
  <Override PartName="/ppt/media/image32.jpg" ContentType="image/jpg"/>
  <Override PartName="/ppt/ink/ink16.xml" ContentType="application/inkml+xml"/>
  <Override PartName="/ppt/media/image34.jpg" ContentType="image/jpg"/>
  <Override PartName="/ppt/ink/ink17.xml" ContentType="application/inkml+xml"/>
  <Override PartName="/ppt/media/image36.jpg" ContentType="image/jpg"/>
  <Override PartName="/ppt/media/image37.jpg" ContentType="image/jpg"/>
  <Override PartName="/ppt/ink/ink18.xml" ContentType="application/inkml+xml"/>
  <Override PartName="/ppt/media/image39.jpg" ContentType="image/jpg"/>
  <Override PartName="/ppt/ink/ink19.xml" ContentType="application/inkml+xml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ink/ink20.xml" ContentType="application/inkml+xml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2.jpg" ContentType="image/jpg"/>
  <Override PartName="/ppt/ink/ink21.xml" ContentType="application/inkml+xml"/>
  <Override PartName="/ppt/media/image54.jpg" ContentType="image/jpg"/>
  <Override PartName="/ppt/media/image55.jpg" ContentType="image/jpg"/>
  <Override PartName="/ppt/media/image57.jpg" ContentType="image/jpg"/>
  <Override PartName="/ppt/media/image58.jpg" ContentType="image/jpg"/>
  <Override PartName="/ppt/ink/ink22.xml" ContentType="application/inkml+xml"/>
  <Override PartName="/ppt/media/image60.jpg" ContentType="image/jpg"/>
  <Override PartName="/ppt/ink/ink23.xml" ContentType="application/inkml+xml"/>
  <Override PartName="/ppt/media/image63.jpg" ContentType="image/jpg"/>
  <Override PartName="/ppt/media/image64.jpg" ContentType="image/jpg"/>
  <Override PartName="/ppt/media/image65.jpg" ContentType="image/jpg"/>
  <Override PartName="/ppt/ink/ink24.xml" ContentType="application/inkml+xml"/>
  <Override PartName="/ppt/media/image67.jpg" ContentType="image/jpg"/>
  <Override PartName="/ppt/media/image68.jpg" ContentType="image/jpg"/>
  <Override PartName="/ppt/ink/ink25.xml" ContentType="application/inkml+xml"/>
  <Override PartName="/ppt/ink/ink26.xml" ContentType="application/inkml+xml"/>
  <Override PartName="/ppt/media/image73.jpg" ContentType="image/jpg"/>
  <Override PartName="/ppt/media/image74.jpg" ContentType="image/jpg"/>
  <Override PartName="/ppt/ink/ink27.xml" ContentType="application/inkml+xml"/>
  <Override PartName="/ppt/media/image76.jpg" ContentType="image/jpg"/>
  <Override PartName="/ppt/ink/ink28.xml" ContentType="application/inkml+xml"/>
  <Override PartName="/ppt/media/image78.jpg" ContentType="image/jpg"/>
  <Override PartName="/ppt/media/image79.jpg" ContentType="image/jpg"/>
  <Override PartName="/ppt/ink/ink29.xml" ContentType="application/inkml+xml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ppt/media/image85.jpg" ContentType="image/jpg"/>
  <Override PartName="/ppt/media/image86.jpg" ContentType="image/jpg"/>
  <Override PartName="/ppt/media/image87.jpg" ContentType="image/jpg"/>
  <Override PartName="/ppt/media/image88.jpg" ContentType="image/jpg"/>
  <Override PartName="/ppt/media/image89.jpg" ContentType="image/jpg"/>
  <Override PartName="/ppt/media/image92.jpg" ContentType="image/jpg"/>
  <Override PartName="/ppt/media/image93.jpg" ContentType="image/jpg"/>
  <Override PartName="/ppt/media/image94.jpg" ContentType="image/jpg"/>
  <Override PartName="/ppt/media/image95.jpg" ContentType="image/jpg"/>
  <Override PartName="/ppt/media/image96.jpg" ContentType="image/jpg"/>
  <Override PartName="/ppt/media/image97.jpg" ContentType="image/jpg"/>
  <Override PartName="/ppt/media/image98.jpg" ContentType="image/jpg"/>
  <Override PartName="/ppt/media/image99.jpg" ContentType="image/jpg"/>
  <Override PartName="/ppt/media/image100.jpg" ContentType="image/jpg"/>
  <Override PartName="/ppt/media/image101.jpg" ContentType="image/jpg"/>
  <Override PartName="/ppt/media/image103.jpg" ContentType="image/jpg"/>
  <Override PartName="/ppt/media/image106.jpg" ContentType="image/jpg"/>
  <Override PartName="/ppt/media/image107.jpg" ContentType="image/jpg"/>
  <Override PartName="/ppt/media/image108.jpg" ContentType="image/jpg"/>
  <Override PartName="/ppt/media/image109.jpg" ContentType="image/jpg"/>
  <Override PartName="/ppt/media/image110.jpg" ContentType="image/jpg"/>
  <Override PartName="/ppt/media/image111.jpg" ContentType="image/jpg"/>
  <Override PartName="/ppt/media/image112.jpg" ContentType="image/jpg"/>
  <Override PartName="/ppt/media/image113.jpg" ContentType="image/jpg"/>
  <Override PartName="/ppt/media/image114.jpg" ContentType="image/jpg"/>
  <Override PartName="/ppt/media/image115.jpg" ContentType="image/jpg"/>
  <Override PartName="/ppt/media/image116.jpg" ContentType="image/jpg"/>
  <Override PartName="/ppt/media/image117.jpg" ContentType="image/jpg"/>
  <Override PartName="/ppt/media/image118.jpg" ContentType="image/jpg"/>
  <Override PartName="/ppt/media/image119.jpg" ContentType="image/jpg"/>
  <Override PartName="/ppt/media/image120.jpg" ContentType="image/jpg"/>
  <Override PartName="/ppt/media/image121.jpg" ContentType="image/jpg"/>
  <Override PartName="/ppt/media/image122.jpg" ContentType="image/jpg"/>
  <Override PartName="/ppt/media/image123.jpg" ContentType="image/jpg"/>
  <Override PartName="/ppt/media/image124.jpg" ContentType="image/jpg"/>
  <Override PartName="/ppt/media/image125.jpg" ContentType="image/jpg"/>
  <Override PartName="/ppt/media/image126.jpg" ContentType="image/jpg"/>
  <Override PartName="/ppt/media/image127.jpg" ContentType="image/jpg"/>
  <Override PartName="/ppt/media/image128.jpg" ContentType="image/jpg"/>
  <Override PartName="/ppt/media/image129.jpg" ContentType="image/jpg"/>
  <Override PartName="/ppt/media/image130.jpg" ContentType="image/jpg"/>
  <Override PartName="/ppt/media/image131.jpg" ContentType="image/jpg"/>
  <Override PartName="/ppt/media/image132.jpg" ContentType="image/jpg"/>
  <Override PartName="/ppt/media/image133.jpg" ContentType="image/jpg"/>
  <Override PartName="/ppt/media/image134.jpg" ContentType="image/jpg"/>
  <Override PartName="/ppt/media/image135.jpg" ContentType="image/jpg"/>
  <Override PartName="/ppt/media/image136.jpg" ContentType="image/jpg"/>
  <Override PartName="/ppt/media/image137.jpg" ContentType="image/jpg"/>
  <Override PartName="/ppt/media/image139.jpg" ContentType="image/jpg"/>
  <Override PartName="/ppt/media/image140.jpg" ContentType="image/jpg"/>
  <Override PartName="/ppt/media/image141.jpg" ContentType="image/jpg"/>
  <Override PartName="/ppt/media/image142.jpg" ContentType="image/jpg"/>
  <Override PartName="/ppt/media/image143.jpg" ContentType="image/jpg"/>
  <Override PartName="/ppt/media/image144.jpg" ContentType="image/jpg"/>
  <Override PartName="/ppt/media/image145.jpg" ContentType="image/jpg"/>
  <Override PartName="/ppt/media/image146.jpg" ContentType="image/jpg"/>
  <Override PartName="/ppt/media/image147.jpg" ContentType="image/jpg"/>
  <Override PartName="/ppt/media/image148.jpg" ContentType="image/jpg"/>
  <Override PartName="/ppt/media/image149.jpg" ContentType="image/jpg"/>
  <Override PartName="/ppt/media/image150.jpg" ContentType="image/jpg"/>
  <Override PartName="/ppt/media/image151.jpg" ContentType="image/jpg"/>
  <Override PartName="/ppt/media/image152.jpg" ContentType="image/jpg"/>
  <Override PartName="/ppt/media/image153.jpg" ContentType="image/jpg"/>
  <Override PartName="/ppt/media/image154.jpg" ContentType="image/jpg"/>
  <Override PartName="/ppt/media/image155.jpg" ContentType="image/jpg"/>
  <Override PartName="/ppt/media/image156.jpg" ContentType="image/jpg"/>
  <Override PartName="/ppt/media/image15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67"/>
  </p:notesMasterIdLst>
  <p:sldIdLst>
    <p:sldId id="483" r:id="rId2"/>
    <p:sldId id="484" r:id="rId3"/>
    <p:sldId id="488" r:id="rId4"/>
    <p:sldId id="489" r:id="rId5"/>
    <p:sldId id="490" r:id="rId6"/>
    <p:sldId id="492" r:id="rId7"/>
    <p:sldId id="493" r:id="rId8"/>
    <p:sldId id="494" r:id="rId9"/>
    <p:sldId id="495" r:id="rId10"/>
    <p:sldId id="562" r:id="rId11"/>
    <p:sldId id="496" r:id="rId12"/>
    <p:sldId id="498" r:id="rId13"/>
    <p:sldId id="499" r:id="rId14"/>
    <p:sldId id="500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508" r:id="rId23"/>
    <p:sldId id="509" r:id="rId24"/>
    <p:sldId id="510" r:id="rId25"/>
    <p:sldId id="511" r:id="rId26"/>
    <p:sldId id="519" r:id="rId27"/>
    <p:sldId id="520" r:id="rId28"/>
    <p:sldId id="521" r:id="rId29"/>
    <p:sldId id="522" r:id="rId30"/>
    <p:sldId id="523" r:id="rId31"/>
    <p:sldId id="524" r:id="rId32"/>
    <p:sldId id="525" r:id="rId33"/>
    <p:sldId id="526" r:id="rId34"/>
    <p:sldId id="527" r:id="rId35"/>
    <p:sldId id="528" r:id="rId36"/>
    <p:sldId id="529" r:id="rId37"/>
    <p:sldId id="530" r:id="rId38"/>
    <p:sldId id="531" r:id="rId39"/>
    <p:sldId id="532" r:id="rId40"/>
    <p:sldId id="534" r:id="rId41"/>
    <p:sldId id="535" r:id="rId42"/>
    <p:sldId id="536" r:id="rId43"/>
    <p:sldId id="537" r:id="rId44"/>
    <p:sldId id="538" r:id="rId45"/>
    <p:sldId id="539" r:id="rId46"/>
    <p:sldId id="540" r:id="rId47"/>
    <p:sldId id="541" r:id="rId48"/>
    <p:sldId id="542" r:id="rId49"/>
    <p:sldId id="543" r:id="rId50"/>
    <p:sldId id="544" r:id="rId51"/>
    <p:sldId id="545" r:id="rId52"/>
    <p:sldId id="547" r:id="rId53"/>
    <p:sldId id="548" r:id="rId54"/>
    <p:sldId id="549" r:id="rId55"/>
    <p:sldId id="550" r:id="rId56"/>
    <p:sldId id="551" r:id="rId57"/>
    <p:sldId id="552" r:id="rId58"/>
    <p:sldId id="553" r:id="rId59"/>
    <p:sldId id="555" r:id="rId60"/>
    <p:sldId id="556" r:id="rId61"/>
    <p:sldId id="557" r:id="rId62"/>
    <p:sldId id="558" r:id="rId63"/>
    <p:sldId id="559" r:id="rId64"/>
    <p:sldId id="560" r:id="rId65"/>
    <p:sldId id="561" r:id="rId6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6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5:57:08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17370 4392 0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5:57:38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8797 4617 0,'27'0'78,"26"-13"-62,39-14-16,14-12 15,27-14-15</inkml:trace>
  <inkml:trace contextRef="#ctx0" brushRef="#br0" timeOffset="151.065">8758 4670 0,'0'0'16,"172"0"15,26 0-15,173-27-16</inkml:trace>
  <inkml:trace contextRef="#ctx0" brushRef="#br0" timeOffset="3094.294">7924 5292 0,'0'0'0,"14"0"62,-1 0-62,13 0 16,173-40 0,105 0-1,-159 14-15,-12 13 16,65-1 0</inkml:trace>
  <inkml:trace contextRef="#ctx0" brushRef="#br0" timeOffset="3431.156">8043 5384 0,'27'0'63,"12"0"-48,41 0-15,198-26 16,-14-14 0,-131 0 15,-94 27-31</inkml:trace>
  <inkml:trace contextRef="#ctx0" brushRef="#br0" timeOffset="3761.598">8506 5001 0,'14'0'78,"-1"13"-78,0 0 16,106 40 0,0 13-1,-26-13 1,-54 13-1,-52-13-15,-450 172 16</inkml:trace>
  <inkml:trace contextRef="#ctx0" brushRef="#br0" timeOffset="15635.322">5913 5583 0,'53'0'47,"-26"-14"-31,39 14-1,93 0 1</inkml:trace>
  <inkml:trace contextRef="#ctx0" brushRef="#br0" timeOffset="15768.672">6125 5662 0,'0'0'0,"79"-13"16,67-14 0</inkml:trace>
  <inkml:trace contextRef="#ctx0" brushRef="#br0" timeOffset="35702.55">6972 6443 0,'26'0'109,"27"0"-109,53 0 16</inkml:trace>
  <inkml:trace contextRef="#ctx0" brushRef="#br0" timeOffset="35835.999">6985 6548 0,'0'0'0,"119"-13"31,79 0-31</inkml:trace>
  <inkml:trace contextRef="#ctx0" brushRef="#br0" timeOffset="37170.432">6985 6390 0,'93'-27'47,"-1"1"-31,14 13-16,13-1 15,-13 14-15,0 0 16</inkml:trace>
  <inkml:trace contextRef="#ctx0" brushRef="#br0" timeOffset="37336.63">7250 6482 0,'158'-13'16,"28"-13"-1,144 12-15</inkml:trace>
  <inkml:trace contextRef="#ctx0" brushRef="#br0" timeOffset="67193.729">3651 7157 0,'0'0'16,"13"0"31,27-13-32,26 0-15,172-40 16,-66 26 0</inkml:trace>
  <inkml:trace contextRef="#ctx0" brushRef="#br0" timeOffset="67326.281">3784 7289 0,'0'0'0,"463"-92"32</inkml:trace>
  <inkml:trace contextRef="#ctx0" brushRef="#br0" timeOffset="94320.317">2580 8665 0,'0'0'0,"13"0"63,13 0-48,27-13-15,119-27 16,-39 14 0,-81 26-16</inkml:trace>
  <inkml:trace contextRef="#ctx0" brushRef="#br0" timeOffset="94520.533">2514 9009 0,'0'0'0,"145"-53"31,-26 13-31,357-52 32</inkml:trace>
  <inkml:trace contextRef="#ctx0" brushRef="#br0" timeOffset="94903.946">3069 8467 0,'0'0'15,"27"-14"32,39 28-31,40 12 0,39 1-16,120 65 15,-120 40 1,-171 67-1,-239 79 1,-158 39 0,251-198-16,53-39 0</inkml:trace>
  <inkml:trace contextRef="#ctx0" brushRef="#br0" timeOffset="98850.166">3585 8374 0,'0'0'0,"-13"-26"46,13 39-14,0 0-17,0 14 1,0 12 0,26 14-1,67-13 1,224-1-1,-39-52 1,-53-26 0,-66-14-1,-80 13 1,-52 14 0,52-80-1,-13-80 1,-66-38-1,-66 52 1,-93-27 0,14 120-1,-40 26 1,-53 66 0,-40 40-1,26 53 1,133-40-16,-79 93 15,52 26 1,67 13 0,145 93-1,238-132 17,252-93-17,224-105 1,-184-54-16</inkml:trace>
  <inkml:trace contextRef="#ctx0" brushRef="#br0" timeOffset="105128.087">5609 3638 0,'0'0'16,"119"-26"15,119-27-15,53 13-1,0 27 1,14-14-1</inkml:trace>
  <inkml:trace contextRef="#ctx0" brushRef="#br0" timeOffset="105544.407">6747 3215 0,'0'0'0,"-13"-14"63,26 28-48,0-1-15,53 27 16,-26-1-1,53 14 1,-27 13 0,-13 0-1,-40 1 1,-13-1 0,-27-13-1,1-40-15,-27 13 16,13-12-1,1-67 1,-1-93 0,0-224-1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00:50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11377 3096 0,'0'0'0,"-13"66"31,0-40-31,13-13 16,13 27 0</inkml:trace>
  <inkml:trace contextRef="#ctx0" brushRef="#br0" timeOffset="172.835">11470 3069 0,'0'0'0,"13"27"63,-13-14-48,-13 13 1</inkml:trace>
  <inkml:trace contextRef="#ctx0" brushRef="#br0" timeOffset="450.714">12025 3241 0,'0'0'0,"-66"-53"31,53 40-31,-40 13 16,-40 79 15,67-39-31,0 13 15,-1 40 1,54-1 0,52-39-16</inkml:trace>
  <inkml:trace contextRef="#ctx0" brushRef="#br0" timeOffset="954.326">12303 3387 0,'-13'26'63,"-14"1"-48,1 25-15,13 1 16,13 0 15,39-39-15,1-14-1,-13 0-15,-1-53 16,-26-27 0,0 1-1,0 13 1,-13 26-1,39 67 17,27 12-17,13 14 1,-39-26-16,26 12 16,-27 1-1,-13-14 16,-13 1-15,40 26 0,13-40-1</inkml:trace>
  <inkml:trace contextRef="#ctx0" brushRef="#br0" timeOffset="1549.117">12793 3532 0,'0'0'15,"-27"-53"1,-26 0-1,-13 0 1,13 14 0,40-1-1,53 27 1,105-27 0,40 0-1,-79 27 1,-93 0-1,14 13 1,-1-26 0,-26-1-1,-13 1 1,0-14 0,0 40 15,-1 53-16,-12 26 1,0 27 0,12-53-16,14 40 15,0-1 1,40-26 0,13-26 15,-27-40-16,1-26 1,-27-14 0,13 0-1,0 14 1,-13 39 15,0 0-15,0 14-1</inkml:trace>
  <inkml:trace contextRef="#ctx0" brushRef="#br0" timeOffset="1717.215">13348 3188 0,'-13'0'62,"-13"13"-46</inkml:trace>
  <inkml:trace contextRef="#ctx0" brushRef="#br0" timeOffset="2082.529">13494 3453 0,'0'0'0,"53"-80"63,-40 67-63,13-13 15,-12 13 1,-1-1-16,13 1 16,-39 26 31,-13 1-32,-27 25 1,0 14-1,53-13 1,66-1 0,13-39-16</inkml:trace>
  <inkml:trace contextRef="#ctx0" brushRef="#br0" timeOffset="2280.738">13996 3043 0,'0'0'0,"-13"0"78,0 13-78</inkml:trace>
  <inkml:trace contextRef="#ctx0" brushRef="#br0" timeOffset="2415.07">13996 3043 0,'0'0'0,"80"66"16,-107-79 15,-39-14-16</inkml:trace>
  <inkml:trace contextRef="#ctx0" brushRef="#br0" timeOffset="83886.676">6509 8414 0,'0'0'0,"0"-13"78,13 13-78,0 0 15,27-14-15,105-12 16,54-14 0,-27 14-1</inkml:trace>
  <inkml:trace contextRef="#ctx0" brushRef="#br0" timeOffset="86647.082">14486 9313 0,'0'0'0</inkml:trace>
  <inkml:trace contextRef="#ctx0" brushRef="#br0" timeOffset="86701.129">14684 9379 0,'0'0'0,"106"27"16</inkml:trace>
  <inkml:trace contextRef="#ctx0" brushRef="#br0" timeOffset="86934.372">15293 9432 0,'0'0'16</inkml:trace>
  <inkml:trace contextRef="#ctx0" brushRef="#br0" timeOffset="93208.086">10173 9909 0,'-13'0'46,"26"0"48,14 0-78,39 0-16,53 0 15,159 0 1,-93 0 0,-119 0-16</inkml:trace>
  <inkml:trace contextRef="#ctx0" brushRef="#br0" timeOffset="93557.803">12184 10054 0,'0'0'0,"79"-26"15,107 12 16,118 14-31</inkml:trace>
  <inkml:trace contextRef="#ctx0" brushRef="#br0" timeOffset="94957.728">16563 9935 0,'53'-26'31,"0"12"-15,26 1-16,186 13 16,-40 13-1</inkml:trace>
  <inkml:trace contextRef="#ctx0" brushRef="#br0" timeOffset="123631.343">2262 10398 0,'66'-13'32,"-39"0"-17,12 13-15,54 0 16,79-14 0</inkml:trace>
  <inkml:trace contextRef="#ctx0" brushRef="#br0" timeOffset="124249.253">2077 10716 0,'0'0'0,"-13"0"62,26 0-31,13 0-31,41 0 16,171-53 0,13 13-1,-52 14 1,-54-14 0,-92 40-16,-27-13 0</inkml:trace>
  <inkml:trace contextRef="#ctx0" brushRef="#br0" timeOffset="124715.973">2884 10372 0,'0'0'0,"13"13"94,0-13-94,1 13 16,12 0-1,14 14 1,-27-14-16,13 0 15,14 40 1,-27 0 0,-13-13-1,-13-1 1,0-12 0,0-27-1,-1 0 1,1 0-16,-13-13 15,-1-53 17,-26-239-17</inkml:trace>
  <inkml:trace contextRef="#ctx0" brushRef="#br0" timeOffset="135705.286">21656 11972 0,'13'14'141,"14"-14"-126,26 13-15,26 13 16,120 14-1,-14 0 1,-26-40 0</inkml:trace>
  <inkml:trace contextRef="#ctx0" brushRef="#br0" timeOffset="137021.39">4604 12766 0,'0'0'0,"13"0"62,13 0-46,1 0-1,52 13 1,199-13 0,-172 0-1,0 0-15,39 0 16,-65 0 0,-54 0-1,-26 14 1</inkml:trace>
  <inkml:trace contextRef="#ctx0" brushRef="#br0" timeOffset="137190.541">4710 12965 0,'0'0'0,"92"0"31,27-14-31,27 1 15,224-53 1,120-40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03:54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5874 11999 0,'0'0'16,"13"0"78,0 0-94,53-27 15,67-26 1</inkml:trace>
  <inkml:trace contextRef="#ctx0" brushRef="#br0" timeOffset="502.075">8665 11867 0,'13'13'47,"27"-26"-31,185-40-1,26-27 1</inkml:trace>
  <inkml:trace contextRef="#ctx0" brushRef="#br0" timeOffset="965.054">11628 11972 0,'27'14'63,"39"-28"-48,53 1-15,304-66 16</inkml:trace>
  <inkml:trace contextRef="#ctx0" brushRef="#br0" timeOffset="1363.482">14658 12078 0,'0'0'0,"66"0"47,66-26-31,133-27-16</inkml:trace>
  <inkml:trace contextRef="#ctx0" brushRef="#br0" timeOffset="12154.211">10067 4855 0,'0'13'93</inkml:trace>
  <inkml:trace contextRef="#ctx0" brushRef="#br0" timeOffset="12415.004">11430 4948 0,'0'0'0</inkml:trace>
  <inkml:trace contextRef="#ctx0" brushRef="#br0" timeOffset="12753.48">12753 5027 0,'0'0'0,"13"0"79,0 0-64,14 13-15</inkml:trace>
  <inkml:trace contextRef="#ctx0" brushRef="#br0" timeOffset="13003.293">13996 5093 0,'0'0'0,"0"-26"62</inkml:trace>
  <inkml:trace contextRef="#ctx0" brushRef="#br0" timeOffset="14736.241">9922 4657 0,'0'0'0,"0"-66"31,0 52-15,0 1-16,-13 0 16,-1 0-1,1-1 1,-13 1 0,-80 0-1,27 13 1,-1 0-1,1 0 1,39 13 15,14-13-31,-1 13 16,1 14 0,-14 26-1,0 0 1,-13 26-1,27-26 1,13 0 0,13 0-1,26-14 1,120 28 0,92-14-1,13-14 1,-52-12-1,65 12 17,-79-25-17,27-1-15,39-13 32,1 0-17,-120 0-15,119 0 16,-12 0-1,-28 0 1,-12 13 0,105 27-1,-92-14 1,-1 1 0,-26-1-1,93-13 1,-198 1-1,158 12 1,-93-13 0,1-13-1,39 0 17,-92 0-17,-1 0 1,-12-13-1,12 13 1,-12 0 0,39-13-1,-53 0 1,-13-14 0,-14 1-1,-12-27 1,-27 0-1,-27-13 1,-26-14 15,-79-26-15,-291-39 0,185 79-1,66 26 1,0 14-1,-185 12 1,52 14 0,-65 0-1,-53 0 1,-133 27 0</inkml:trace>
  <inkml:trace contextRef="#ctx0" brushRef="#br0" timeOffset="16270.519">19341 4471 0,'-13'-39'47,"0"39"-31,13-13-16,-14-1 15,1 1 1,-40-13 15,0 12-31,-13 14 16,0 0 15,0 0-15,39 0-16,-39 27 15,0-1 1,0 27 0,0 0-1,0 53 1,52-53 0,14 13-1,14 0 1,52 40-1,0-40 1,0-13 0,27-13-1,-14-27 17,27-13-17,92-53 1,-105 0-1,-14-13 1,-13 13 0,-39 13-16,13-26 15,-14-13 1,-13-14 0,-26 1-1,-53-14 1,-252-79-1</inkml:trace>
  <inkml:trace contextRef="#ctx0" brushRef="#br0" timeOffset="42650.624">9604 5622 0,'0'0'0,"-66"0"15,40 0 1,13 0 0,13 14 15</inkml:trace>
  <inkml:trace contextRef="#ctx0" brushRef="#br0" timeOffset="42879.268">9671 5689 0,'0'0'0,"26"0"62,-13 0-62</inkml:trace>
  <inkml:trace contextRef="#ctx0" brushRef="#br0" timeOffset="45027.485">15663 5530 0,'93'13'62,"-53"-13"-62</inkml:trace>
  <inkml:trace contextRef="#ctx0" brushRef="#br0" timeOffset="47025.516">10464 5980 0,'0'0'0,"14"0"109,12 0-93,27 0-16,13 0 15,53 0 1,27 0-16,171 0 15</inkml:trace>
  <inkml:trace contextRef="#ctx0" brushRef="#br0" timeOffset="47277.2">11364 6032 0,'40'0'63,"-1"0"-63,27-13 15</inkml:trace>
  <inkml:trace contextRef="#ctx0" brushRef="#br0" timeOffset="47432.249">11483 6059 0,'0'0'0</inkml:trace>
  <inkml:trace contextRef="#ctx0" brushRef="#br0" timeOffset="48591.99">12316 5953 0,'0'0'0,"27"-53"47,-27 40-32,0 0 1,0 0-16,0-1 16,-13-12-1,-1 13 16,-12-27-15,-1 0 0,-12 1-1,-41-1 1,14 13-16,-40 1 16,-238-27-1,146 40 1,26 0-1,26 13 1,-78-14 0,38 28-1,1-1 1,0 13 15,0-13-15,-40 1-1,79-14 1,14 13 0,53-13-1,-27 13 1,40 0 0,13 1-1,13-1 1,14 13-1,-1 1 1,27-14-16,-13 13 16,13 1-1,0-1 1,13 1 15,14-1-15,26 1-1,39-1 1,93 1 0,252 12-1,-106-39 1,13 0 0,-14-13-1,147 13 1,-186 0-1,-14-13 1,-78-14 0,-54 1-1,-65 0 1,-54 12 0,14-25-16,-14 12 31,-26-26-16,-26-13 1,-14 26 0,-39 1-1,-106 25 1,13 1 0</inkml:trace>
  <inkml:trace contextRef="#ctx0" brushRef="#br0" timeOffset="50061.993">19275 5530 0,'0'0'0,"40"-66"47,-40 52-47,0-12 15,-14-14 16,-25 27-15,-41 13 0,-12 0-1,12 13 1,54 1-16,-40 25 16,0 27-1,13 14 1,13 65-1,53 40 1,53-118 0,93 12-1,92-53 1,-39-65 0,-133-14-1,41-79 1,-68-54-16,-65 1 31,-66 53-15,-106 39-1</inkml:trace>
  <inkml:trace contextRef="#ctx0" brushRef="#br0" timeOffset="51538.986">4710 6403 0,'0'13'109,"13"0"-93,-13 1-16</inkml:trace>
  <inkml:trace contextRef="#ctx0" brushRef="#br0" timeOffset="51764.181">4710 6403 0,'0'0'0,"39"0"15,-26 0 32,-13 13-31</inkml:trace>
  <inkml:trace contextRef="#ctx0" brushRef="#br0" timeOffset="51915.076">4776 6416 0,'26'0'47</inkml:trace>
  <inkml:trace contextRef="#ctx0" brushRef="#br0" timeOffset="52078.314">4776 6416 0,'66'13'16,"-53"-13"-1</inkml:trace>
  <inkml:trace contextRef="#ctx0" brushRef="#br0" timeOffset="56452.006">7157 6522 0,'13'0'125,"14"0"-125,-1 0 16,67 0 0,65 0-1,14 0 1</inkml:trace>
  <inkml:trace contextRef="#ctx0" brushRef="#br0" timeOffset="57135.993">9816 6588 0,'0'0'0,"13"0"63,0 0-63,14-13 15,105 13 1,-13 13-1</inkml:trace>
  <inkml:trace contextRef="#ctx0" brushRef="#br0" timeOffset="58705.079">14354 6469 0,'13'0'78,"13"0"-78,27 0 16,27 0-1,171 13 1</inkml:trace>
  <inkml:trace contextRef="#ctx0" brushRef="#br0" timeOffset="59049.929">15849 6522 0,'66'0'46,"-40"0"-46,14 13 16,26-13-16,40 13 16</inkml:trace>
  <inkml:trace contextRef="#ctx0" brushRef="#br0" timeOffset="59415.314">18098 6416 0,'0'0'0</inkml:trace>
  <inkml:trace contextRef="#ctx0" brushRef="#br0" timeOffset="69442.215">10226 6443 0,'13'0'109,"1"0"-93,-1 0-16,0 0 15,40 0 1,13 0 0,27 0-1,65 13 1,-78 0-16,92 53 16,-13 0-1,26-13 1,53-26-1,-185-14 1,79-13 0,-66-13-1</inkml:trace>
  <inkml:trace contextRef="#ctx0" brushRef="#br0" timeOffset="70007.956">11602 6548 0,'0'-26'63,"13"26"-16,0 13-32,1 0 1,-1 1 0,27 12-1,-14 1 1,14 12-1,-14-12 1,-26 12 0,0-25-1,-26-1 1,-27 13 0,0-12-1,-13-1 1,53-13-1,13-13 32,13-1-47,0-52 16,-13 0 0,-40-40-1</inkml:trace>
  <inkml:trace contextRef="#ctx0" brushRef="#br0" timeOffset="71740.368">12303 6522 0,'0'-13'62,"0"0"-62,0-1 31,0 28 1,0-1-17,0 53 1,0 0-1,13 0 1,1-13 0,-1-26-16,26-1 15,14-26 1,0-40 0,13 1 15,-39 12-31,-14 14 15,-13 0-15,0 0 16,13 13 0,-13 13 15,0 0-15,0 0-1,27 14 1,13-1-1,-1-26 1,-12 0-16,-1 0 16,-13 0-1,-26-13 1,-13-14 0,-1 14-16,1-13 15,-1 13 1,14-1 15,26 1-15,27 0-1,26-14 1,-53 27 0,1 14-1,-1 12 1,0 1-16,14 25 15,-14 1 1,26 0 0,-12-26-1,13-14 1,13-40 0,-14-12-1,-12 12 1,-14 14-1,13 26 32,27 27-31,-13-14 0,-14 1-1,1-27 1,-14-13-1,0-40 1,1-13 0,-1-14-1,-13 41-15,0-14 16,13 39 0,0 14-1</inkml:trace>
  <inkml:trace contextRef="#ctx0" brushRef="#br0" timeOffset="72623.536">14076 6588 0,'0'0'0,"-27"-66"31,14 40-31,13 12 16,-13 1-16,-14-13 15,14 12 1,-26 54 15,12 39-15,14 27-1,13 0 1,26-13 0,-26 39-1</inkml:trace>
  <inkml:trace contextRef="#ctx0" brushRef="#br0" timeOffset="72788.194">13772 6787 0,'0'0'0,"66"-53"31,-27 53-31,41-14 15</inkml:trace>
  <inkml:trace contextRef="#ctx0" brushRef="#br0" timeOffset="73771.035">14129 6839 0,'0'0'0,"13"-52"62,-13 25-62,26-13 16,-12 14 0,-1 13-1,0 13 1,0 13-1,1 27 1,-1-14 0,-13-13-1,13 14 1,14-14 0,12-13-1,27-13 1,14-14-1,12-39 1,-52 27 0,-40 25-1,0 1 1,-26 13 0,-14 0-1,0 40 1,40-14-1,27 14 17,184 13-17,41-53 1,-54-27 0,-119 1-1,-52-1 1,-40-12-1,-40 12 1,-27 27 0,27 0-1,53 40 1,53-27 0,0 0-1,-13-13 1,-14 0 15,-26 14-15,14-14-1,-14 39 1,0-12-16,0-1 16,0 80-1,0-66 1,0-14-1,13-13 1,13-79 0,27-53-1,-26 13 1,-1 40 0,-13 27-1,1 39 1</inkml:trace>
  <inkml:trace contextRef="#ctx0" brushRef="#br0" timeOffset="73886.864">15663 6879 0,'0'0'0</inkml:trace>
  <inkml:trace contextRef="#ctx0" brushRef="#br0" timeOffset="77100.778">12753 6628 0,'0'0'0,"-27"0"141,14 0-141,-13 0 0</inkml:trace>
  <inkml:trace contextRef="#ctx0" brushRef="#br0" timeOffset="77567.284">14803 6562 0,'0'0'15,"-13"0"79,0 0-78,-13 0-16</inkml:trace>
  <inkml:trace contextRef="#ctx0" brushRef="#br0" timeOffset="77788.852">16642 6548 0,'0'0'0,"-92"-13"47,65 13-47</inkml:trace>
  <inkml:trace contextRef="#ctx0" brushRef="#br0" timeOffset="83778.609">12052 7818 0,'0'0'0</inkml:trace>
  <inkml:trace contextRef="#ctx0" brushRef="#br0" timeOffset="84178.41">11933 7818 0,'0'-26'47,"13"13"-15,0 13-17,14 0-15,39-13 16,0 13-1,40 13 1</inkml:trace>
  <inkml:trace contextRef="#ctx0" brushRef="#br0" timeOffset="87510.117">16232 7395 0,'13'0'78,"14"0"-78,39-13 16,27 13-16,132 13 16,-133 0-1,54 14 1</inkml:trace>
  <inkml:trace contextRef="#ctx0" brushRef="#br0" timeOffset="87676.116">16894 7435 0,'0'0'0,"92"0"31,-52 0-31,53 0 16,-54 13 0</inkml:trace>
  <inkml:trace contextRef="#ctx0" brushRef="#br0" timeOffset="89009.725">12634 7752 0,'0'0'0,"66"0"47,27 0-32,65 0-15,120 14 16</inkml:trace>
  <inkml:trace contextRef="#ctx0" brushRef="#br0" timeOffset="91423.429">10385 8043 0,'0'0'0,"0"-13"62,26 13-31,-12 0-15,12 0-16</inkml:trace>
  <inkml:trace contextRef="#ctx0" brushRef="#br0" timeOffset="92427.935">19394 7938 0,'0'0'15,"26"-27"32</inkml:trace>
  <inkml:trace contextRef="#ctx0" brushRef="#br0" timeOffset="93956.947">5239 8864 0,'-13'0'78,"-1"0"47,14 13-47</inkml:trace>
  <inkml:trace contextRef="#ctx0" brushRef="#br0" timeOffset="94223.407">5239 8864 0,'0'0'0,"0"26"0,13-26 47,-13 13-15</inkml:trace>
  <inkml:trace contextRef="#ctx0" brushRef="#br0" timeOffset="94430.751">5239 8903 0</inkml:trace>
  <inkml:trace contextRef="#ctx0" brushRef="#br0" timeOffset="94860.605">5146 8956 0</inkml:trace>
  <inkml:trace contextRef="#ctx0" brushRef="#br0" timeOffset="95129.5">5146 8956 0,'0'0'0,"13"13"16</inkml:trace>
  <inkml:trace contextRef="#ctx0" brushRef="#br0" timeOffset="95331.381">5159 8956 0,'0'0'0</inkml:trace>
  <inkml:trace contextRef="#ctx0" brushRef="#br0" timeOffset="95536.191">5159 8956 0,'0'0'0,"-39"13"16,52 1-1</inkml:trace>
  <inkml:trace contextRef="#ctx0" brushRef="#br0" timeOffset="95826.911">4908 8943 0,'0'0'0,"-13"26"47</inkml:trace>
  <inkml:trace contextRef="#ctx0" brushRef="#br0" timeOffset="96107.01">4723 8969 0,'13'0'63,"0"0"-47</inkml:trace>
  <inkml:trace contextRef="#ctx0" brushRef="#br0" timeOffset="97218.753">17105 8850 0,'0'0'0</inkml:trace>
  <inkml:trace contextRef="#ctx0" brushRef="#br0" timeOffset="99419.839">19434 8678 0,'0'0'0,"-27"0"62,1 14-46</inkml:trace>
  <inkml:trace contextRef="#ctx0" brushRef="#br0" timeOffset="99582.269">19341 8665 0</inkml:trace>
  <inkml:trace contextRef="#ctx0" brushRef="#br0" timeOffset="100448.588">9842 8837 0,'0'0'0,"40"-13"62,-27 13-30,1 13-17,-1-13-15</inkml:trace>
  <inkml:trace contextRef="#ctx0" brushRef="#br0" timeOffset="100830.423">12052 8784 0</inkml:trace>
  <inkml:trace contextRef="#ctx0" brushRef="#br0" timeOffset="101010.022">12158 8784 0,'0'0'0</inkml:trace>
  <inkml:trace contextRef="#ctx0" brushRef="#br0" timeOffset="101459.185">14340 8837 0,'14'-26'47,"-1"39"0</inkml:trace>
  <inkml:trace contextRef="#ctx0" brushRef="#br0" timeOffset="102018.892">17066 8890 0,'13'-13'125,"0"13"-63,0 0-46,14 0-16,-1-13 16,14 13-1,251 13 1,-146 0-1</inkml:trace>
  <inkml:trace contextRef="#ctx0" brushRef="#br0" timeOffset="102565.346">19434 9022 0,'79'14'62,"-13"-1"-62,27-13 16,-1 13-16,80 0 16</inkml:trace>
  <inkml:trace contextRef="#ctx0" brushRef="#br0" timeOffset="103363.539">6945 9657 0,'0'-13'63,"14"13"-48,-1 0-15,0 0 16,13 13 0,-26 14-1</inkml:trace>
  <inkml:trace contextRef="#ctx0" brushRef="#br0" timeOffset="104711.922">10014 9591 0,'0'27'78,"0"-14"-62,0 0-16</inkml:trace>
  <inkml:trace contextRef="#ctx0" brushRef="#br0" timeOffset="104998.738">11496 9591 0,'0'-13'94,"0"0"-94</inkml:trace>
  <inkml:trace contextRef="#ctx0" brushRef="#br0" timeOffset="106910.516">9922 9499 0,'0'13'141,"0"0"-141</inkml:trace>
  <inkml:trace contextRef="#ctx0" brushRef="#br0" timeOffset="108542.256">11152 9551 0,'0'14'1141,"-13"-14"-1126</inkml:trace>
  <inkml:trace contextRef="#ctx0" brushRef="#br0" timeOffset="111256.153">14036 9512 0,'0'0'0,"13"0"63,-26 13-32,0-13-15</inkml:trace>
  <inkml:trace contextRef="#ctx0" brushRef="#br0" timeOffset="111760.837">17595 9776 0,'-13'0'94,"-27"14"-94</inkml:trace>
  <inkml:trace contextRef="#ctx0" brushRef="#br0" timeOffset="112139.348">14301 9618 0,'0'0'0,"-13"0"78,-1 0-62,1-14-16</inkml:trace>
  <inkml:trace contextRef="#ctx0" brushRef="#br0" timeOffset="112457.414">17026 9485 0,'0'-13'62,"-13"13"-46,-40 0-1,-27 0 1</inkml:trace>
  <inkml:trace contextRef="#ctx0" brushRef="#br0" timeOffset="112859.372">14751 9485 0,'0'-13'63,"0"0"-16</inkml:trace>
  <inkml:trace contextRef="#ctx0" brushRef="#br0" timeOffset="113173.006">17317 9578 0,'0'0'0,"0"-40"62,-40 40-46,14 13 0,-14-13-16</inkml:trace>
  <inkml:trace contextRef="#ctx0" brushRef="#br0" timeOffset="113520.598">14803 9618 0,'0'0'0,"53"-27"62,-53 14-62</inkml:trace>
  <inkml:trace contextRef="#ctx0" brushRef="#br0" timeOffset="114538.175">11020 9168 0,'53'-27'63,"-27"27"-63,1-13 16,12 0-16,1 0 15,13-1 1,119-25-16,66-1 15,66-13 1,358-13 15,-14 53-15,146 26 0,26 80-1,225 52 1,-569-65-1,-171-28 1,-147-25 0,-105-14-1,-39-13 1,-28 0 31,1 0-32,-27 13-15,-12 1 16</inkml:trace>
  <inkml:trace contextRef="#ctx0" brushRef="#br0" timeOffset="114791.039">16814 9208 0,'0'0'0,"27"-27"62,-27 40-62,-13 1 16,-1 12-1,-25 40-15,25 0 16</inkml:trace>
  <inkml:trace contextRef="#ctx0" brushRef="#br0" timeOffset="114954.138">16788 9459 0,'-27'-66'47,"14"39"-32,-13 1 1,-14-54 0,-13 1-1</inkml:trace>
  <inkml:trace contextRef="#ctx0" brushRef="#br0" timeOffset="115886.289">11073 9036 0,'0'0'0,"0"13"78,-13-13-78,-1 13 16,-25 13 0,-54 54-1,27-27 1,26-14 0,27-12-1,13-1 1,53 1-1,-13-27 1,-1 0 0,-12-27-1,-1-52 17,-26 13-17,-79-66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06:08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7342 3995 0,'0'0'0</inkml:trace>
  <inkml:trace contextRef="#ctx0" brushRef="#br0" timeOffset="2542.883">9499 6998 0,'0'-26'47,"0"13"-31,-14 13 15,14-14-31,-13 14 16,-27-13 15,14 13-31,-1 0 16,1 0-16,-27 13 15,13-13 1,14 14-1,-14-1 1,-13 13 0,14 14-1,-14 13 1,0 0 0,0 13-1,26-26 1,1-1-1,13 1 1,13 0 15,13 39-15,0-39 0,27 13-1,0 0 1,26-14-1,26 27 1,-25-39 0,12-1-1,13 1 1,173-1 0,-93-13-1,-26-13 1,-14 0-1,-13 14 1,0-14 15,-79 0-31,26 0 16,26 0 0,14 0-1,53 0 1,-53 0-1,-14 0 1,1 0 0,13 0-1,0-14 1,52 14 0,-65 0-1,-14 0 1,67 0-1,-40 0 1,0 0 0,13 0 15,-13 0-15,65-13-1,-65 0 1,0 0-1,-13 0 1,-27-1 0,40-12-1,-40 13 1,13-1 0,-13-12-1,-39 26-15,13-13 16,39-14-1,-26 1 1,0 13 0,-27-1 15,40-12-15,-39-1-1,13 14 1,-27-13-1,13-1 1,-13-12 0,-13-1-1,-13 0 1,0 0 0,-40-26-1,0 13 1,-26 1-1,-27-1 1,-13 0 0,13 26 15,40 1-31,-106-1 16,-40-12-1,27 25 1,-27-12-1,133 26 1,0-13 0,-54-1-1,-65 14 1,-14 0 0,106 0-16,-105 0 15,26-13 1,26 0-1,-53 0 1,80 0 0,26 13-1,40 0 17,0 0-17,-27 13 1,40 0-1,-26 13 1,-1 1 0</inkml:trace>
  <inkml:trace contextRef="#ctx0" brushRef="#br0" timeOffset="3811.942">12647 11972 0,'0'14'62,"13"-14"-15,27-14-31,13 1-16,40-27 15,118-26 1,-79 27-1,-92 25 1,-27 1 0,-39 13-1</inkml:trace>
  <inkml:trace contextRef="#ctx0" brushRef="#br0" timeOffset="4245.758">13057 11668 0,'27'0'62,"-14"13"-46,13 1-1,1-1-15,26 13 16,-14 1 0,1-1-1,-13 14 1,-27 26 0,0-13-1,-14-27 1,-12 1-1,-1-14 1,-12-13 0,12-13-1,1-27 17,-14-52-17,0-120 1</inkml:trace>
  <inkml:trace contextRef="#ctx0" brushRef="#br0" timeOffset="5645.255">6668 5861 0,'0'0'0,"0"-14"62</inkml:trace>
  <inkml:trace contextRef="#ctx0" brushRef="#br0" timeOffset="6442.626">6310 9049 0,'0'0'0,"0"-13"93</inkml:trace>
  <inkml:trace contextRef="#ctx0" brushRef="#br0" timeOffset="6630.528">6297 9049 0,'0'0'0</inkml:trace>
  <inkml:trace contextRef="#ctx0" brushRef="#br0" timeOffset="6766.086">6297 9049 0,'0'0'0,"53"-53"0,-53 40 62</inkml:trace>
  <inkml:trace contextRef="#ctx0" brushRef="#br0" timeOffset="7271.203">6601 6271 0,'-26'13'63,"-14"0"-48</inkml:trace>
  <inkml:trace contextRef="#ctx0" brushRef="#br0" timeOffset="7556.235">6707 5808 0,'0'0'0,"13"0"62,-26 0-46,-13 13-16</inkml:trace>
  <inkml:trace contextRef="#ctx0" brushRef="#br0" timeOffset="7705.143">6707 5808 0,'0'0'0,"-13"66"16,0-53 31</inkml:trace>
  <inkml:trace contextRef="#ctx0" brushRef="#br0" timeOffset="8351.438">6271 8956 0,'0'0'0</inkml:trace>
  <inkml:trace contextRef="#ctx0" brushRef="#br0" timeOffset="8553.642">6204 9036 0,'0'0'0,"0"-27"63</inkml:trace>
  <inkml:trace contextRef="#ctx0" brushRef="#br0" timeOffset="8721.018">6204 9049 0,'0'0'0,"14"-53"47,-1 26-31</inkml:trace>
  <inkml:trace contextRef="#ctx0" brushRef="#br0" timeOffset="9886.367">7395 5490 0,'0'0'0,"0"66"63,0-26-63,0 0 15,0-14-15,-13 53 16,13-26 15,0-26-31,0-40 31,26-80-15,1 0 0,-14 27 15,-13 40-15,13 26-1,-13 13 1,0 27-1,13-1 1,1-12-16,-1-14 16,40 40-1,0-53 1,0 0 0,53-79-1,-67 39 1,-12 13 15,-27 14-15,13 53 15,-13-14-31,13 54 16,0 26-1,40 92 1</inkml:trace>
  <inkml:trace contextRef="#ctx0" brushRef="#br0" timeOffset="11153.11">6668 8877 0,'0'0'0,"0"-13"62,0-1-46,0 1-16,13 13 15,-13-13 1,0 26 0,0 0-1,0 67 1,-13-27-1,13-14 1,0-25 0,-14-14 15,1-27-15,0-26-1,0 0 1,13 14-1,13 39 32,0 13-47,0 0 16,53 40 0,-39-13-1,13-27 1,-1 0-1,1-39 1,26-41 0,-39 41 15,-14 13-15,0 13-1,0 13 1,14 0-16,26 27 15,-14 0 1</inkml:trace>
  <inkml:trace contextRef="#ctx0" brushRef="#br0" timeOffset="14162.557">6390 6892 0,'0'0'0</inkml:trace>
  <inkml:trace contextRef="#ctx0" brushRef="#br0" timeOffset="15431.957">8004 5755 0,'0'0'0,"13"-66"46,-13 39-46,13-13 16,0 1 0,1 12-1,-14 14 1,13 26 15,-13 0-15,0 14-1,13 79 1,-13-27-16,-53 93 16,0-66-1</inkml:trace>
  <inkml:trace contextRef="#ctx0" brushRef="#br0" timeOffset="16448.091">7263 8983 0,'0'0'0,"0"-67"47,0 54-47,13-13 15,0 13 1,0-1-16,-13 1 16,14 13 30,-14 13-30,0 14 0,-14 52-1,-12 14-15</inkml:trace>
  <inkml:trace contextRef="#ctx0" brushRef="#br0" timeOffset="17813.473">5966 7011 0,'0'0'0,"0"-52"31,0 25-15,0-26 0,0 0-1,0 27 1,0 52 31,0 1-32,0 26 1,0 0-16,-13 39 16,13-39-1,0-13 1,0-27 0,-13-26-1,13-53 1,0-27-1,0 14 1,0 26 0,13 53 15,0 13-15,27 40-1,-14-27 1,14 14-16,0-14 31,13-26-15,0-26-1,0-53 1,-40 52 0,0 14-1,-13 26 16,13 53-15,-13 27 0,0-27-1</inkml:trace>
  <inkml:trace contextRef="#ctx0" brushRef="#br0" timeOffset="18251.002">6548 6892 0,'0'0'0,"0"53"62,-13-13-62,0 0 16,-27 52-1,27-65-15,-13 12 16,12-25 0,28-41-1,91-211 1,-25 119 0,-54 93-1,-26-1 1,14 27 15,12 27-15,0 25-1,-12 28 1,-1-14 0,0 13-1,-39-52 1</inkml:trace>
  <inkml:trace contextRef="#ctx0" brushRef="#br0" timeOffset="18388.22">6588 6919 0,'0'0'0,"53"66"62</inkml:trace>
  <inkml:trace contextRef="#ctx0" brushRef="#br0" timeOffset="19646.235">6297 7541 0,'13'13'63,"-13"0"-48,0 14-15,0-1 0,0 53 16,-13 1 15,13-27-15,0-27 0,0-13-16,-13-39 31,13-40-16,-13-14 1,13 27 0,-14 40-16,14 0 15,14 26 17,-1 14-17,0-1 1,27 40-1,-1 0 1,1-13 0,-13 0-1,12-39 1,1-41 0,0-39-1,-1-40 1,1 40-1,-13 13 1,-14 53 0,0 26-1,13 14 1,-26 40 0,0 25 15,-13 1-16</inkml:trace>
  <inkml:trace contextRef="#ctx0" brushRef="#br0" timeOffset="20063.459">6945 7739 0,'0'0'0,"0"40"63,0-14-63,-13 14 15,-13 39 1,12-39-16,-12 13 16,13-27-1,39-118 16,27 12-15,26-65 0,-39 92-1,-13 26 1,-14 27 0,13 40 15,-26-13-31,14 52 15,-14 0 1,-40 40 0</inkml:trace>
  <inkml:trace contextRef="#ctx0" brushRef="#br0" timeOffset="20177.729">7011 7871 0,'14'14'0,"-28"-28"0,81 54 47</inkml:trace>
  <inkml:trace contextRef="#ctx0" brushRef="#br0" timeOffset="21876.254">6284 10941 0,'0'0'0,"-13"-67"16,13 41-1,0-14 1,0 27-16,0-13 16,13 12-1,-13 1 1,13 26 31,-13 14-32,13-14-15,1 66 16,-1-12 0,-13 25 15,0-65-15,0-41-1,0-12 1,0-27-1,-13-26-15,13-54 16,13 80 0,-13 27-1,13 26 1,27 26 0,-1 41-1,1 12 1,-13-13-1,-1-39 1,0-14 15,1-26-15,-1-40 0,41-53-1,-54 79 1,0 27-1,0 0 1,14 40 0,-1 0-1,14 52 1,-40-26 0,0 27-1</inkml:trace>
  <inkml:trace contextRef="#ctx0" brushRef="#br0" timeOffset="22260.93">7038 10861 0,'0'0'0,"-13"40"62,-1 0-62,-12-14 16,13 14 0,-27 39-1,40-53 1,-13-26 0,13-26-1,53-106 1,-14 66-16,28-14 15,-41 54 1,-13 13 0,14 13 15,26 66-15,-14 40-1,-25 26 1,-41-53-16</inkml:trace>
  <inkml:trace contextRef="#ctx0" brushRef="#br0" timeOffset="22408.872">6892 10901 0,'0'0'0,"67"-53"46,38 13-46</inkml:trace>
  <inkml:trace contextRef="#ctx0" brushRef="#br0" timeOffset="23560.006">7898 9088 0,'0'0'0,"132"-26"15,67-27 1,25-26-1,-25-27 1,-1-40 0,1-26-1,-107 93 1,27-80 0,-39 14-1,-54-14 1,-39-13-1,-106-66 1,40 106 0,-14-1-1,14 14 1,-1 0 0,54 53-16,-40-27 15,39 40 1,-26 1-1,-13-15 1,-27 1 15,54 40-31,-1-1 32,0 1-17,1 13 1,12-1-1,27 1-15,-13 13 16,0-26 0</inkml:trace>
  <inkml:trace contextRef="#ctx0" brushRef="#br0" timeOffset="23841.898">8017 5927 0,'0'0'16,"0"66"-16,13-27 0</inkml:trace>
  <inkml:trace contextRef="#ctx0" brushRef="#br0" timeOffset="24110.164">8162 6046 0,'0'0'0</inkml:trace>
  <inkml:trace contextRef="#ctx0" brushRef="#br0" timeOffset="24641.17">8162 5781 0,'0'0'0,"0"-13"47,14 26-16,12 0-31,27 14 16,13-1-16,106 107 15,-13 52 17,-14 40-32,14 53 15,-79-120 1,12 213-1,-79 39 1,-66 0 0,-66-53-1,-53-66 1,53-172-16,-198 93 16,-67-40-1,-39-53 1</inkml:trace>
  <inkml:trace contextRef="#ctx0" brushRef="#br0" timeOffset="24840.66">7779 8744 0,'0'0'0</inkml:trace>
  <inkml:trace contextRef="#ctx0" brushRef="#br0" timeOffset="25973.506">8229 5927 0,'0'0'0,"0"-93"31,0 53-15,0 14 0,0 39 15,0 14-15,0 26-1,0 26 1,0-39-16,0-1 15,13 94 1,-13-54 0,0-53-1,0-12 1,13-120 15,13-79-15,-12 26-1,-1 93 1,0 26 0,-13 14-16,13-1 15,27 14 1,39 13 0,27 0-1,13 26 1,-79-12-1,-80 52 1,-158 92 0,-106 81-1,66 25 1,132-92 0</inkml:trace>
  <inkml:trace contextRef="#ctx0" brushRef="#br0" timeOffset="27306.296">7924 9115 0,'0'0'16,"27"-66"-1,-27 53 1,13-14 0,0 14-1,-13 26 32,0 0-47,-13 27 31,-13-27-31,-1 14 16,-66 39 0,41-26-1,25-1 1,27 14 0,40-13-1,39-1 1,1-12-1,25-1 1,1-12 0,26-1-1,-105 0 1,-27-39 15,-27-1-15,-25-79-1,-41-92 1,0 13 0,27 52-16</inkml:trace>
  <inkml:trace contextRef="#ctx0" brushRef="#br0" timeOffset="32087.153">8189 4749 0,'0'0'0,"0"13"62,13-13-46,27 0-16,26 0 16,225 0-1,331 14 1,-172 12-1,-54 1 1,-184-14 0,-172-13-1,-27 0 1</inkml:trace>
  <inkml:trace contextRef="#ctx0" brushRef="#br0" timeOffset="32301.062">8943 4934 0,'0'0'0,"106"14"15,119-1 1,66-13-1,79-13 1</inkml:trace>
  <inkml:trace contextRef="#ctx0" brushRef="#br0" timeOffset="32568.21">10226 4538 0,'0'0'0,"66"53"31,93 52-15,13 28-1,-106-14 1,-53-27-1,-52-52-15,-160 39 32,-171 1-32</inkml:trace>
  <inkml:trace contextRef="#ctx0" brushRef="#br0" timeOffset="32851.232">9022 4524 0,'0'0'16,"-26"80"15,-14-41-16,-13 28-15,-79 118 16,79 13 0,132-26-1,40-92 1,93 12 0</inkml:trace>
  <inkml:trace contextRef="#ctx0" brushRef="#br0" timeOffset="34266.98">13256 12806 0,'13'-13'63,"0"-1"-63,27 1 15,145-66 1,-66 39-16,13-13 16,-13 0-16,27-13 15,-67 13 1,-39 13-1</inkml:trace>
  <inkml:trace contextRef="#ctx0" brushRef="#br0" timeOffset="34482.441">13983 12316 0,'0'0'0,"80"27"47,-41-27-32,67 39 1,-26 1 0</inkml:trace>
  <inkml:trace contextRef="#ctx0" brushRef="#br0" timeOffset="34798.771">13163 13057 0,'0'0'15,"93"-13"1,-1-13 0,41-41-1,197-105 1,-158 67-1,-66 25 1,-53 14 0</inkml:trace>
  <inkml:trace contextRef="#ctx0" brushRef="#br0" timeOffset="35249.796">13666 12224 0,'0'0'0,"-14"-27"62,28 27-62,25 27 16,41 26 0,26 13-1,-40-27 1,40 41-1,-14-14 1,-12 13 0,-41 1-1,-118 26 1,-172 52 0,-107 28-1</inkml:trace>
  <inkml:trace contextRef="#ctx0" brushRef="#br0" timeOffset="39971.699">16722 12158 0,'0'0'0,"0"13"47,-14 0-15,1-13-32</inkml:trace>
  <inkml:trace contextRef="#ctx0" brushRef="#br0" timeOffset="44126.099">22648 12039 0,'0'0'0,"27"52"47,-14-52-31,-13-13-1,13 0 1,-13 0-16,27-40 16,26-27-1</inkml:trace>
  <inkml:trace contextRef="#ctx0" brushRef="#br0" timeOffset="44541.974">22781 11893 0,'0'13'78,"0"14"-62,-14 12-16,14 1 15,-26 26 1,13-13 0,-1-53-1,14-26 1,0-1 0,14-39-1,-1 0 1,-13 53-16,13-1 15,-13 1-15,0 26 47,0 14-31,13 13-16,1 39 16,-1 0-1,0-39 1,14-13-1,92-80 1</inkml:trace>
  <inkml:trace contextRef="#ctx0" brushRef="#br0" timeOffset="44675.079">23098 11946 0,'0'0'16,"27"53"31,-14 26-32,-13 27 1,-13-27 0</inkml:trace>
  <inkml:trace contextRef="#ctx0" brushRef="#br0" timeOffset="46023.557">22529 12065 0,'0'0'0,"13"-53"47,-13 40-47,14 0 15,-14-1 17,0 28-1,0-1-15,0 40-1,0 39-15,-27 1 31,14-40-15,13-27-16,-13-12 16,13-28 15,0-39-15,26-13-1,-13 13-15,14-26 16,-14 26-1,0 27 1,1 26 0,-1 26-1,13 14 17,1 26-17,12 0 1,-12-13-1,13-13 1,-27-27 0,0-26-1,40-27 1,53-66 0,-40 40-1,-26 40 1,-40 12-1,13 14 1,0 27 0,0 26-1,14 13 17,-27 0-17,0 27 1,-66-14-1</inkml:trace>
  <inkml:trace contextRef="#ctx0" brushRef="#br0" timeOffset="46789.113">23310 12144 0</inkml:trace>
  <inkml:trace contextRef="#ctx0" brushRef="#br0" timeOffset="47788.957">23363 12052 0,'0'0'0,"0"13"78,0 13-62,0 14-16,0 13 0,-27 79 31,-12-52-31</inkml:trace>
  <inkml:trace contextRef="#ctx0" brushRef="#br0" timeOffset="48042.27">23349 12025 0,'0'0'0,"80"66"47,-1 1-47,1-1 16,-14 0 0,-13 0-16,-14-26 31,-25 13-31,-200-27 31,-91 1-31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07:47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1349 9075 0,'0'0'0,"-66"-13"32,53 13-32,-13 0 15,39 0 32,0 0-31,0 0-1,0-13 1,1 13 0,-14-13-1,-14 13 1,1 0-1,0-14 1,0 14 0,26 0 15,27 27-15,39 12-1,93-12 1,-40-27-1,1 0 1,290-106 0,-238 27-1,-105 39 1,-67 14 0,-26-41-1,-54 14 1,-38 27-1,-67 92 1</inkml:trace>
  <inkml:trace contextRef="#ctx0" brushRef="#br0" timeOffset="638.868">1230 9075 0,'0'-13'62,"0"0"-31,14 13-15,38-40 0,120-39-1,106-1 1,-145 54-16,118-14 31,-79 14-31,-106 26 31,-40 13-15,-12 0 0,-28 40-1</inkml:trace>
  <inkml:trace contextRef="#ctx0" brushRef="#br0" timeOffset="764.86">2289 8797 0,'0'0'0,"-67"-39"47,1 65-47</inkml:trace>
  <inkml:trace contextRef="#ctx0" brushRef="#br0" timeOffset="1432.76">1363 9221 0,'0'0'0,"-53"-27"79,53 14-48,0 0 0,0 0-31,0-1 31,0 28-15,13 12 0,0 40-16,0 212 15,-13 66 1,14-13-1,39-53 17,-40-159-32,13-27 15,-13-12-15,14-14 16,-1-27 0,1-39-16</inkml:trace>
  <inkml:trace contextRef="#ctx0" brushRef="#br0" timeOffset="1981.128">2421 9062 0,'0'0'0,"0"-66"32,0 53-17,0-14 1,0 1-1,0-1 1,0 14 0,0 0-1,13 13 48,0 0-63,1 0 15,12 39-15,14 94 32,-1 197-17,-25 41 1,25 79 0,-12-265-1,-14-119 1,-26-66-1,-53-13-15</inkml:trace>
  <inkml:trace contextRef="#ctx0" brushRef="#br0" timeOffset="2963.12">2553 10583 0,'27'-13'62,"-14"13"-62,13-13 16,1 0 0,-1-1-1,-12 14 1,-14-13 0,-14 13 15,1 0-16,0-13-15,-146 13 16,-92 26 0,-14 14 15,120-13-15,105-27-16,-26 26 15,-14 14 1,14 13-1,27 0 1,25-1 0,28 1-1,144 0 1,107-66 0,26-66-1,0-54 1,-225 80-1,-39 27 17,-27-27-17,-27 0 1,-13 0 0,-92-13-1,-119 53 1</inkml:trace>
  <inkml:trace contextRef="#ctx0" brushRef="#br0" timeOffset="3679.909">2037 10147 0,'0'0'0,"0"-53"47,-13 40-32,13-1 1,-13 14-16,-14-13 15,-39 13 1,-40 53 0,53-13-16,1-14 15,-28 54 1,80-41 0,27-12-1,52-1 1,212-52 15,-159-27-15,-79 13-1,-26-13 1,-27-13 0,-27 26-16</inkml:trace>
  <inkml:trace contextRef="#ctx0" brushRef="#br0" timeOffset="4383.246">1865 9710 0,'-13'13'93,"0"14"-77,0-14-16,-14 40 31,14-13-15,13-14-16,26 1 15,27-1 1,13-13 0,14-26-1,-27-27 1,-40-52 0,-53 26-1,-13 26 1,-13 27-1,-13 39 17,26 40-32</inkml:trace>
  <inkml:trace contextRef="#ctx0" brushRef="#br0" timeOffset="5231.046">1707 9393 0,'0'0'16,"52"26"31,-25-13-32,26 14 1,13-1 0,13-12-1,-39-14-15,26 0 16,-13-14-1,-40 1 1,-13 0 0,0 0 109,-13 13-110,0 0 1,0-14-16,-1 14 16,-52-26-1,0 13 1,0-14-1,0-12 1,39 12 0,14 14-1,0 0 1,13-1 15,-27 28-15,1 12-1,13-13-15</inkml:trace>
  <inkml:trace contextRef="#ctx0" brushRef="#br0" timeOffset="5495.145">2143 9459 0,'0'0'0,"0"-66"47,0 39-31,13-12-1,1-1-15,-1-53 16,13 14-1,-26 52 1,0 41-16</inkml:trace>
  <inkml:trace contextRef="#ctx0" brushRef="#br0" timeOffset="5994.672">1852 9049 0,'0'0'0,"0"-40"46,0 53-14,13 1-17,1 38 1,-1-12 0,13 0-1,-26-14-15,27 1 16,-14-1-1,0-13 1,0-13 0,14 0-1,52-13 17,14-13-17,-1-1 1,-25 14-1,-54 13-15,0 0 16,-26 13 0</inkml:trace>
  <inkml:trace contextRef="#ctx0" brushRef="#br0" timeOffset="6176.567">2156 9234 0,'14'-26'63,"12"-1"-47</inkml:trace>
  <inkml:trace contextRef="#ctx0" brushRef="#br0" timeOffset="6362.267">1786 9088 0,'0'0'0,"106"-52"31,-27 25-16,40-13-15</inkml:trace>
  <inkml:trace contextRef="#ctx0" brushRef="#br0" timeOffset="7793.759">1191 8440 0,'-14'-13'63,"28"13"-47,12-13-1,27 0-15,145-1 31,14 1-15,-159 40-16,26-1 16,-52 27-1,-1 13 1,-12-13 0</inkml:trace>
  <inkml:trace contextRef="#ctx0" brushRef="#br0" timeOffset="8159.777">1905 8348 0,'0'0'0,"0"13"63,13-13-48,14 26 1,-1 14 0,-13 13-1,-13-13 1,0-14-16,0 0 16,-13-12-1,-13-14 1,-14 0-1,-13-40 1,40-13 0,26-106-1</inkml:trace>
  <inkml:trace contextRef="#ctx0" brushRef="#br0" timeOffset="13993.888">2302 9697 0,'0'-13'47,"-13"13"-16,-27 13 1</inkml:trace>
  <inkml:trace contextRef="#ctx0" brushRef="#br0" timeOffset="14191.454">2236 9723 0,'0'14'62</inkml:trace>
  <inkml:trace contextRef="#ctx0" brushRef="#br0" timeOffset="14387.918">2236 9723 0,'0'0'0,"26"-13"15,-26 26 17,-13 1-32</inkml:trace>
  <inkml:trace contextRef="#ctx0" brushRef="#br0" timeOffset="14835.373">2421 9684 0,'0'0'15</inkml:trace>
  <inkml:trace contextRef="#ctx0" brushRef="#br0" timeOffset="15070.812">2421 9684 0,'0'0'0,"-40"26"16,53-26 31,14 0-32,-14 0-15</inkml:trace>
  <inkml:trace contextRef="#ctx0" brushRef="#br0" timeOffset="15277.018">2897 9657 0,'0'0'0</inkml:trace>
  <inkml:trace contextRef="#ctx0" brushRef="#br0" timeOffset="15536.146">2408 9895 0,'0'0'16,"39"14"31</inkml:trace>
  <inkml:trace contextRef="#ctx0" brushRef="#br0" timeOffset="15962.933">2659 10438 0,'0'0'0</inkml:trace>
  <inkml:trace contextRef="#ctx0" brushRef="#br0" timeOffset="16122.826">2500 10636 0,'0'0'0</inkml:trace>
  <inkml:trace contextRef="#ctx0" brushRef="#br0" timeOffset="20466.879">2434 9723 0,'13'0'125,"27"-13"-109,13 0-16,40 0 15,118-14 1,-52-12 0,-80 25-1,-26 1 1,-26 0-1</inkml:trace>
  <inkml:trace contextRef="#ctx0" brushRef="#br0" timeOffset="20951.408">3016 9485 0,'0'0'15,"13"0"79,1 0-94,-1 0 16,27 14-1,13 25 1,-27-12 0,-13 12-1,-13-12 1,0-14-1,-13-13 1,-13 13 0,-14 1-1,13-14 1,1-14 0,13-12-1,13-120 1</inkml:trace>
  <inkml:trace contextRef="#ctx0" brushRef="#br0" timeOffset="22999.991">2461 9300 0,'0'0'0,"-14"13"94,1-13-94</inkml:trace>
  <inkml:trace contextRef="#ctx0" brushRef="#br0" timeOffset="24259.958">2328 8440 0,'0'-26'62,"0"13"-46,0 26 0</inkml:trace>
  <inkml:trace contextRef="#ctx0" brushRef="#br0" timeOffset="24446.609">2328 8440 0,'0'0'0,"-39"-26"32,25 39-17</inkml:trace>
  <inkml:trace contextRef="#ctx0" brushRef="#br0" timeOffset="26111.636">2315 8546 0,'-53'-13'47,"13"39"-32,1 1-15,-1-14 16</inkml:trace>
  <inkml:trace contextRef="#ctx0" brushRef="#br0" timeOffset="26293.793">2117 8652 0,'-14'-40'62,"1"53"-62,-13 1 0</inkml:trace>
  <inkml:trace contextRef="#ctx0" brushRef="#br0" timeOffset="27092.929">1707 11867 0,'0'0'0,"-27"-53"47,14 39-47,13 1 16,0 0 0,0 0-1,0 0 1</inkml:trace>
  <inkml:trace contextRef="#ctx0" brushRef="#br0" timeOffset="27959.285">1561 11761 0,'0'0'0,"0"-27"62,-13 27-46,13 14 0,-13 12-16,-54 119 15,28-52 1,12 79 0,27-53-1,14-26 1,-1-27-1,40 26 1,-14-52 0,-12-27-1,26-52 1,53-120 0,-27-145-1,-106 145 1,-12 66-1,-1 40 1,0 1 0,27 25-1,-13 1-15,-1 12 16,-12 14 15,-28 27-15,1 26-16</inkml:trace>
  <inkml:trace contextRef="#ctx0" brushRef="#br0" timeOffset="28292.889">1601 11708 0,'0'0'0,"92"13"47,27-13-47,27 13 16,198-26 0,-185 0-1,185-27 1,-40 14-1,-159-1 1,-92 27 0,-119-13 15,-66 39-15</inkml:trace>
  <inkml:trace contextRef="#ctx0" brushRef="#br0" timeOffset="28776.024">1680 12607 0,'0'0'0,"-26"-39"62,39 39-46,13 0-16,1 0 16,26-14-1,53-12 1,-27 13-1,53 0 1,53 13 0,1-14-1,-94 14-15,93-26 16,-13-14 0,-13-13 15,-66 14-16,-40 25 1,-27 1 0,-39 13-1,-53-13-15</inkml:trace>
  <inkml:trace contextRef="#ctx0" brushRef="#br0" timeOffset="29324.982">3149 11562 0,'0'0'15,"0"-13"32,-14 40-31,14-1 0,-13 80-1,0 53 1,-14-1-1,27-92-15,-13 67 16,13-41 0,13-39-1,14-13 1,-1-14 0,80-92 15,0-119-16,-80-53 1,-65 66 0,-54 13-1,53 106 1,-12 14 0,-68 39-1</inkml:trace>
  <inkml:trace contextRef="#ctx0" brushRef="#br0" timeOffset="29744.373">2302 12277 0,'0'-27'63,"13"27"-48,0 0-15,27 0 16,39 0-16</inkml:trace>
  <inkml:trace contextRef="#ctx0" brushRef="#br0" timeOffset="29906.242">2977 12237 0,'0'0'0,"13"-26"47</inkml:trace>
  <inkml:trace contextRef="#ctx0" brushRef="#br0" timeOffset="30007.581">2977 12237 0,'39'0'0,"-78"0"0</inkml:trace>
  <inkml:trace contextRef="#ctx0" brushRef="#br0" timeOffset="32660.538">1336 6615 0,'0'0'0,"0"13"141</inkml:trace>
  <inkml:trace contextRef="#ctx0" brushRef="#br0" timeOffset="33471.576">1244 6588 0,'-14'-26'46,"28"26"1,-1 13-31,13-13 0,107 26-1,78-12 1,67-28-1,-80-39 1,-118 14 0,-67 26-16,0-14 15,0 1 1,-13-14 0,0 13-1,-13 27 1,0 0 31,0 14-32,-14-1 1,14-13 0,-13 0-16,-27 0 15,-40-27 1,-92-12-1,-27-14 1,27 26 0,132 27-1,13-13 1,27 13 0,0 27-1,-27 52 1,-26 0-1</inkml:trace>
  <inkml:trace contextRef="#ctx0" brushRef="#br0" timeOffset="33805.195">1230 6601 0,'0'14'63,"14"-14"-48,-1 26-15,26 40 16,14 27-1,-13 13 1,-27-67 0,1 54-1,12-14 1,-52 14 0</inkml:trace>
  <inkml:trace contextRef="#ctx0" brushRef="#br0" timeOffset="34070.646">2328 6350 0,'0'0'0,"27"79"47,-1-12-47,-26 131 31,-26 0-15,-14-118-16,-13 26 15,13-53 1</inkml:trace>
  <inkml:trace contextRef="#ctx0" brushRef="#br0" timeOffset="34455.587">1402 7236 0,'0'0'0,"14"0"94,-14 14-94,13-14 16,13 26-1,-13-13-15,14 14 16,13-1 0,-1 14-1,1-27 1,-14 0 0,41-13-1,-15-39 1</inkml:trace>
  <inkml:trace contextRef="#ctx0" brushRef="#br0" timeOffset="34953.849">1442 7342 0,'106'-53'47,"-27"14"-47,14 12 16,92 1-1,-39 26 1,-80 0-16,13 26 16,-13 14-1,0 13 1,-26 0-1,-27 13 17,-26-27-17,-40-12 1,0-1-16,-26 1 16,-173 13-1,133-40 1,40 0-1,0 0 1,-14-27 0,-39-26-1,66 13 1,26 1 0,13 12-1,1 27 1</inkml:trace>
  <inkml:trace contextRef="#ctx0" brushRef="#br0" timeOffset="36819.136">2871 6575 0,'0'13'78,"0"0"-63,-13 14-15,-14 26 16,-13 0 0,-13-27-1,-52 14 1,-67 13-1,79-40 1,-26-13-16,53 0 16,13-13 15,13-14-15,-13 1-1,14 13 1,-14 13-1,0 0 1,13 0 0,0 0-1,27 13-15,0-13 16,-14 26 0,14 1-1,0-14 1,13 27-1,0-14 1,0 1 0,0-1 15,0 14-15,0-27-1,13 0 1,-13 0-1,13 1 1,1-14 0,-1 13-1,0-13 1,14 13 0,26 0-1,-1-13 1,1 0-1,14 14 17,25-14-32,40 0 15,-52 0 17,-14 0-17,-13 13 1,-13-13-1,26 13 1,-13 13 0,0-12-1,-1-1 1,1 0 0,-13 0-1,0-13 1,-1 0-1,1 0 1,-13 0-16,12 0 16,-12-26-1,-1-1 1,1-39 15,12-53-15,-39 27-1,0 12 1,0 14 0,0 0-1,-13 40 1,13 12 0,-13 1-1,0 13 79,-1 0-78,-12 13-16,-1-13 0</inkml:trace>
  <inkml:trace contextRef="#ctx0" brushRef="#br0" timeOffset="36932.345">2990 6641 0,'0'0'0,"-53"27"47</inkml:trace>
  <inkml:trace contextRef="#ctx0" brushRef="#br0" timeOffset="40536.597">1945 10014 0,'0'0'0,"0"-13"47</inkml:trace>
  <inkml:trace contextRef="#ctx0" brushRef="#br0" timeOffset="40718.889">1945 10014 0,'0'0'16,"79"14"0,-79-28 15,0-12-16</inkml:trace>
  <inkml:trace contextRef="#ctx0" brushRef="#br0" timeOffset="40889.713">2183 10054 0,'0'0'0,"26"-53"32</inkml:trace>
  <inkml:trace contextRef="#ctx0" brushRef="#br0" timeOffset="41076.24">2447 10054 0,'0'0'16</inkml:trace>
  <inkml:trace contextRef="#ctx0" brushRef="#br0" timeOffset="46881.007">1826 5887 0,'0'0'0,"-67"-40"63,54 40-63,0-13 16,0 13-1,-14 0-15,-12-13 16,-14 13-1,-13 0 1,-27 0 0,40 13-1,0-13 1,13 0 0,1 13-1,-1-13 1,-39 27-1,13-1 1,-1 1 0,14 12 15,-26 27-15,39-13-1,1 0 1,12 0-1,14 13 1,0-39-16,13 39 16,-13 0-1,13 0 1,0 14 0,-14 39-1,14-40 1,0-13-1,0 14 1,14-1 0,25 27-1,1-40 1,0-13 15,13-13-15,13 12-1,0-25 1,13-1 0,1 1-1,39-1 1,-66-12 0,-14-14-1,-25 13 1,12-13-1,0 26 1,-12-13 0</inkml:trace>
  <inkml:trace contextRef="#ctx0" brushRef="#br0" timeOffset="47744.02">1495 7541 0,'-13'0'78,"-1"0"-47,1 0-15,0 0-16,0 0 15,-14 13 1,14-13 0,-13 13-1,-1-13 1,14 13-1,-14 1 1,-12-1 0,26 0-16,-40 13 15,13 1 1,-13-1 0,13 1-1,-13-1 1,14 14-1,-1-14 1,14 14 0,-1 13-1,-13 40 17,27-14-17,-13 0 1,-1 40-1,-26 133 1,27-93 0,13-1-1,13-25 1,0 12 0,13 80-1,13-79 1,1-41-1,-14-38 1,66 52 0,-12-53-1,-1 0 17,13-13-17,0-14 1,-12-25-1,-28-14-15,41 0 16</inkml:trace>
  <inkml:trace contextRef="#ctx0" brushRef="#br0" timeOffset="48459.109">1283 10041 0,'-66'-40'63,"53"40"-48,-14 0-15,-26 0 16,-26 27 0,0-14-1,-14 13 1,53 1-16,-39 13 15,0 12 1,-1 15 0,-12 12-1,12 0 1,1 27 15,53-40-15,-14 0-1,27 14 1,-14 79 0,27-14-1,13 1 1,27-54 0,-13-26-1,65 53 1,-13-52-1,27-14 1,27-40 0,211-53-1,-146-26 17,-66 26-17,-52 14 1</inkml:trace>
  <inkml:trace contextRef="#ctx0" brushRef="#br0" timeOffset="49010.887">1336 11311 0,'0'0'0,"-79"-27"47,13 27-16,-67 27-15,-78 26-1,65 0 1,67-14 0,26 14-1,13 14 1,0 38-1,27-25-15,-26 52 16,25-53 0,1-12-1,13 12 1,13 53 15,40 0-15,66 27-1,67-26 1,105-54 0,-14-53-16</inkml:trace>
  <inkml:trace contextRef="#ctx0" brushRef="#br0" timeOffset="133462.465">2262 4207 0,'0'0'0,"0"13"78</inkml:trace>
  <inkml:trace contextRef="#ctx0" brushRef="#br0" timeOffset="133653.356">2659 4194 0</inkml:trace>
  <inkml:trace contextRef="#ctx0" brushRef="#br0" timeOffset="133806.739">2659 4194 0,'0'0'0,"-13"26"16</inkml:trace>
  <inkml:trace contextRef="#ctx0" brushRef="#br0" timeOffset="134005.522">2117 4194 0,'0'0'0</inkml:trace>
  <inkml:trace contextRef="#ctx0" brushRef="#br0" timeOffset="134288.571">2646 4167 0,'0'0'15,"-66"27"32,52-27-47</inkml:trace>
  <inkml:trace contextRef="#ctx0" brushRef="#br0" timeOffset="134577.907">2170 4141 0,'0'0'0,"0"13"94</inkml:trace>
  <inkml:trace contextRef="#ctx0" brushRef="#br0" timeOffset="134821.651">2699 4141 0,'0'0'0,"-66"13"47</inkml:trace>
  <inkml:trace contextRef="#ctx0" brushRef="#br0" timeOffset="135108.813">2117 4154 0</inkml:trace>
  <inkml:trace contextRef="#ctx0" brushRef="#br0" timeOffset="135320.529">2593 4167 0,'0'0'0,"-27"0"47</inkml:trace>
  <inkml:trace contextRef="#ctx0" brushRef="#br0" timeOffset="135621.68">2143 4180 0,'0'0'0,"27"0"63,-14 0-63,0 0 31,0 14 0</inkml:trace>
  <inkml:trace contextRef="#ctx0" brushRef="#br0" timeOffset="136352.73">4948 4061 0</inkml:trace>
  <inkml:trace contextRef="#ctx0" brushRef="#br0" timeOffset="136694.825">2024 3797 0,'0'0'0,"13"26"47</inkml:trace>
  <inkml:trace contextRef="#ctx0" brushRef="#br0" timeOffset="-199703.207">10848 5794 0,'0'0'0,"-13"0"93,-1 0-77,1 14-16</inkml:trace>
  <inkml:trace contextRef="#ctx0" brushRef="#br0" timeOffset="-199486.149">10848 5794 0,'0'0'0,"-13"67"15</inkml:trace>
  <inkml:trace contextRef="#ctx0" brushRef="#br0" timeOffset="-199170.629">10821 5900 0,'0'13'62</inkml:trace>
  <inkml:trace contextRef="#ctx0" brushRef="#br0" timeOffset="-199002.851">10821 5900 0,'0'0'0,"53"40"16,-53-53-16</inkml:trace>
  <inkml:trace contextRef="#ctx0" brushRef="#br0" timeOffset="-198803.822">10954 5927 0,'0'0'16</inkml:trace>
  <inkml:trace contextRef="#ctx0" brushRef="#br0" timeOffset="-198651.953">11152 5940 0</inkml:trace>
  <inkml:trace contextRef="#ctx0" brushRef="#br0" timeOffset="-196288.749">12091 4987 0,'0'0'16,"27"-53"15,-27 40-15,13 0-1,-26 13 32,0 0-47,-1 26 16,1 1-16,-26 52 15,12 1 1,27-1 0,106 53 15</inkml:trace>
  <inkml:trace contextRef="#ctx0" brushRef="#br0" timeOffset="-195805.935">12435 5093 0,'0'0'0,"-13"-13"63,13 26-16,0 14-47,-13-14 15,13 13-15,-13 14 16,-1-13-1,28-27 32,12-27-31,14-13 0,-14 27-1,-12 13 1,-1 13 15,-13 1-31,13-1 16,0 13-1,14 1 1,12-27 0,14 0-1</inkml:trace>
  <inkml:trace contextRef="#ctx0" brushRef="#br0" timeOffset="-194223.059">12740 5186 0,'-14'13'0,"28"-26"0,-14 0 47,13 13-15,0 0-17,-13 13 1,40 13-1,0-12 1,12-1 0,-25-13-16,-1 0 15,-12 0-15,12 0 16,-26 13 62,0 0-62,0 0-16,13 14 15,1-14 1,-1 0-16,13 1 16,-13-1-1,1-13 1,-1-27-1,-26-39 1,-14 13 0,14 0-1,0 27 1,13 13 0,39 13-1,41 0 1,-1 0 15,-26-27-15,-13 14-1,-27-40 1,-13 27 0,0 12-1,0 28 16,0-1-31,0 27 16,0 26 0,0 0-1,0-13 1,0 13 0,-13-26-1,13-27 1,0 0 15,13-26-15,-13-14-16,40-39 15,-1-26 1,-12-1 0,-1 40-1,-26 13 1,0 54 15,0 12-31,0 1 16,-26 52-1,13 53 1,-1-52 0,14-14-1,0-40 1,14-13 15,12-39-15,14-14-1,-14-13 1,-13 40 0,1 13-16,-14-13 15,0 26 1,26 14-1,-13 26 1,40-14 0,-13-26-1,26-26 1,0-53 0,0-13-1,-39-14 16,-27 53-31,0 27 32,-13 53-1,-1 13-15,14 0-1,14-14 1,25-12-1,14-27 1,-26-13-16,26-40 16,-27 13-1,-26 14 1,13 26 15,1 52-15,12 15-1,-13-1 1,-13-27 0,-13 1-1</inkml:trace>
  <inkml:trace contextRef="#ctx0" brushRef="#br0" timeOffset="-194041.661">13309 4961 0,'0'0'0,"119"26"47,-53-12-47,0-14 0</inkml:trace>
  <inkml:trace contextRef="#ctx0" brushRef="#br0" timeOffset="-193855.747">14393 5120 0,'0'0'0,"80"106"31,-14 52-15,-198 14 0,-80-53-1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12:45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21180 6919 0</inkml:trace>
  <inkml:trace contextRef="#ctx0" brushRef="#br0" timeOffset="12158.737">10874 4075 0,'-39'-14'46</inkml:trace>
  <inkml:trace contextRef="#ctx0" brushRef="#br0" timeOffset="12666.983">11112 3929 0,'0'0'0,"0"-13"47,0 0-31,-13 13-1,-13 13 1,-80 66 15,-66 40-31,66-39 16,80-27 0,12-40-1,1 26 1,66 54-1,132-14 1,146-39 0</inkml:trace>
  <inkml:trace contextRef="#ctx0" brushRef="#br0" timeOffset="13113.772">11271 4101 0,'0'0'0,"0"-13"62</inkml:trace>
  <inkml:trace contextRef="#ctx0" brushRef="#br0" timeOffset="16365.866">12806 5490 0,'0'0'0,"26"0"47,1 0-31,12 0-1,28 0-15,38 13 16</inkml:trace>
  <inkml:trace contextRef="#ctx0" brushRef="#br0" timeOffset="16498.824">12793 5662 0,'132'-13'31,"-26"0"-31,0-1 0</inkml:trace>
  <inkml:trace contextRef="#ctx0" brushRef="#br0" timeOffset="22741.896">11562 4061 0,'0'0'0,"53"67"47,-79-41-47,-67 40 15,1-13 1,25-13-1,54-40 1,13 13 0,13-13-1,40 0 1,40 13 0,0-13-1,-14 0 1,-13 0-16</inkml:trace>
  <inkml:trace contextRef="#ctx0" brushRef="#br0" timeOffset="23141.066">11827 4273 0,'0'0'15,"13"0"63,-13 13-78,13-13 16,-13 13-16,14 1 16,-1-14 30,0 0-14,0-14-17,0 14 17,1 14-17,-1-14-15,13 13 16,54 0-1,12-13-15</inkml:trace>
  <inkml:trace contextRef="#ctx0" brushRef="#br0" timeOffset="23595.903">12475 4352 0,'0'-13'63,"-13"0"-48,-27-27 1,-13 1 0,-13 25-1,40 28 1,26 38-1,53-12 1,13-27 0,0-13-1,0-66 1,-40 0 0,14-53-1,-40 26 1,0 41-1,-13 38 1,0 67 0,-14 80-1,14-1 1,39-79 0,107 13-1</inkml:trace>
  <inkml:trace contextRef="#ctx0" brushRef="#br0" timeOffset="23922.93">13467 4048 0,'0'0'0,"0"-53"47,0 40-32,0 0 1,-13 13-16,0 13 16,-40 80-1,-26 79 1,39-53-1,40-66 1,-66 26 0</inkml:trace>
  <inkml:trace contextRef="#ctx0" brushRef="#br0" timeOffset="24057.158">13163 4194 0,'0'0'0,"79"0"32,14 0-17</inkml:trace>
  <inkml:trace contextRef="#ctx0" brushRef="#br0" timeOffset="24456.988">13639 4194 0,'0'0'0,"-13"-14"63,0 1-48,13 0-15,-40 13 31,14 0-15,-1 53 0,27-13-1,13-14 1,1-26 0,-1-13 15,0 0-16,0 13 1,14 13 0,-1 0-16,14 27 31,13 13-31</inkml:trace>
  <inkml:trace contextRef="#ctx0" brushRef="#br0" timeOffset="24673.912">13864 3836 0,'0'0'0,"13"120"63,-13-41-63,-26 0 15,-27 67 1,27-107-16,-14 14 16</inkml:trace>
  <inkml:trace contextRef="#ctx0" brushRef="#br0" timeOffset="24823.031">13652 4233 0,'0'0'0,"120"-26"47,-54 13-47,0-1 0</inkml:trace>
  <inkml:trace contextRef="#ctx0" brushRef="#br0" timeOffset="25525.966">14023 3823 0,'0'0'0,"0"53"63,0-13-63,-13 92 31,-1 0-15,14-92-16,0 13 15,-13 13 1,13-39 0,0-14-1,13-13 32,-13-13-31,14 13-16,-1-14 15,-13 1 1,13 13-16,0 13 78,1-13-78,-1 14 16,53 12-1,40-13 1,39-13 0,-79-13-16,14-27 15,-14-13 1,-26 1-1,-40 12 1,0 27 0,-14 13-1,1 26 17,0 27-17,0 13 16,13-26-31,53 0 16,13-27 0</inkml:trace>
  <inkml:trace contextRef="#ctx0" brushRef="#br0" timeOffset="25739.322">15068 4128 0,'0'0'15,"53"52"48,-27-25-63,14 26 15,-13 0 1,-1-14 0,-26-12-1,0-14 1</inkml:trace>
  <inkml:trace contextRef="#ctx0" brushRef="#br0" timeOffset="25904.754">15597 3956 0,'53'92'31,"-53"-26"-31,-26 53 15,-93 14-15,-120 65 16</inkml:trace>
  <inkml:trace contextRef="#ctx0" brushRef="#br0" timeOffset="27472.736">13679 1495 0,'0'0'0,"13"-53"31,-13 27-15,0 39 15,0 26-15,-13 28-16,-27 91 16,14-65-1,13-67 1,13 1-1,13-40 17,0-1-17,53-25 1,-13-1 0,-26 40-1,25 13 1,-25 27-1,-27 26 1,0-53-16,-40 14 16,-132 12-1,93-39 1,39-66 0</inkml:trace>
  <inkml:trace contextRef="#ctx0" brushRef="#br0" timeOffset="27654.046">14168 1773 0,'0'0'0,"0"66"62,-13-40-62,0 27 16,-13 27 0</inkml:trace>
  <inkml:trace contextRef="#ctx0" brushRef="#br0" timeOffset="27802.843">14195 1416 0,'0'0'0,"-27"52"47</inkml:trace>
  <inkml:trace contextRef="#ctx0" brushRef="#br0" timeOffset="28437.077">14565 1852 0,'0'0'16,"-13"-40"31,0 40-32,0 0-15,-14 27 16,-13 26-1,40 0 1,0-27 0,40-13-1,13-26 1,0-66 0,-27-14-1,-26 14 1,-79-14-1,13 67 1,26 13 0,106 39 15,212-66-15,-79-52-1,-94-27 1,-78 52-1,-14 1 1,-13-53 0,-26 80-1,-27 25 1,-40 107 0,-26 238-1,119-146 1,27-79-1,-14-53 1,0 0 0,13-1-1</inkml:trace>
  <inkml:trace contextRef="#ctx0" brushRef="#br0" timeOffset="28789.166">15200 1759 0,'0'0'0,"0"-13"62,-13 13-62,0 27 16,0-14-1,-14 13 1,14 14-16,0 0 16,13-14-1,0-13 1,13-26 0,0-40-1,0-39 1,-13 39-1,-53 40 17,-13 13-32</inkml:trace>
  <inkml:trace contextRef="#ctx0" brushRef="#br0" timeOffset="29503.872">16669 1892 0,'0'0'16,"26"0"31,14 0-47,39 0 15,40-13-15,172-1 16,-119 1-1</inkml:trace>
  <inkml:trace contextRef="#ctx0" brushRef="#br0" timeOffset="29851.981">17462 1654 0,'0'0'0,"14"13"62,-1 0-62,13 14 16,14 12 0,-13-12-16,-14 12 15,0-12 1,-13-14-1,-26 0 17,12-13-32,1 0 15,-27 0 1,1-53 0,-41-105-1</inkml:trace>
  <inkml:trace contextRef="#ctx0" brushRef="#br0" timeOffset="30268.894">16735 1680 0,'0'0'0,"13"0"62,0-13-62,-13 26 32,-13 0-17,-27 40 1,-26 27-1,13 12 1,53-26 0,27 1-1,-14-41-15,40-13 16,-13-13 0,-14-53-1,1-53 1,-1-118-1,-13 118 1</inkml:trace>
  <inkml:trace contextRef="#ctx0" brushRef="#br0" timeOffset="33482.766">18825 1984 0,'0'0'0,"0"-66"31,-13 53-15,0-13 0,-40 26-1,-13 0 1,-67 39-1,-39 54 1,106-53-16,-13 26 16,66-27 15,13 1-15,39 0-1,54-14 1,13-26-1,13-66 1,13-93 0,-13-66-1,-79 120-15,-14-28 16,-13 67 0,-13 40-1,0-1 1,0 80 15,-13 93-15,0 26-1,13-27 1,0-65 0,13 12-1,14-39 1,12-13-1,14-27 1,-26-13-16,12 0 16,120-106-1,-79 14 1,-27 25 0,-40 41-1,-26 39 32,-1 0-31,14 14-16,-26 39 15,13-40 1,-1 41-16,14-28 31,0-26-15,14 1-1,-1-28 1,13-25 0,1-14-1,-27 13 1,0-13 0,-159-13-1</inkml:trace>
  <inkml:trace contextRef="#ctx0" brushRef="#br0" timeOffset="34149.826">18256 1654 0,'0'0'0,"0"-66"31,0 52-15,0-25-1,-13 25 1,-13 14 0,-1 0-16,-65 53 15,25 27 1,28-1 0,39-26-1,26-27 1,1-12-1,-1-41 1,27-13 0,-13 1-1,-27 39 1,53 26 15,0 27-15,-13 0-1,0 26 1</inkml:trace>
  <inkml:trace contextRef="#ctx0" brushRef="#br0" timeOffset="34766.186">19711 1561 0,'0'0'0,"0"-26"46,14 39-30,-14 13 0,0 133-1,-80 225 1,54-212 0,26-53-1,0-40 1,-40-26-1,0-13-15</inkml:trace>
  <inkml:trace contextRef="#ctx0" brushRef="#br0" timeOffset="35065.858">19606 1759 0,'0'0'0,"92"0"32,-26 27-17,80 39 1,-80 27 0,-40 52-1,-65-52 1,12-67-16,-52 1 15,-14-27 1,1-14 0,-1-131-1</inkml:trace>
  <inkml:trace contextRef="#ctx0" brushRef="#br0" timeOffset="35449.579">20280 1429 0,'0'0'0,"14"159"32,-54 26-17,-13 26 1,26-65-1,27-80 1,14-26 0,12 13-1,-13-53 1,14-40 0,13 13-1,-27 14 1,-13 0-1,13 13 1,13 26 15,14 1-15,-27-1-16</inkml:trace>
  <inkml:trace contextRef="#ctx0" brushRef="#br0" timeOffset="35586.96">20624 1786 0,'0'0'0</inkml:trace>
  <inkml:trace contextRef="#ctx0" brushRef="#br0" timeOffset="36197.02">20942 2143 0,'0'0'0,"-27"-79"31,14 66-15,-66 13-1,13 52 1,26 28 0,40-27-1,13-14 1,0-39 0,14 14-1,12-54 1,14-26-1,-39-27 1,-28 14 0,-39 52-1,40 27 1,40 27 0,39 13-1,-26-27-15,12-13 16,-12 0-16,40 0 15,-14-13 1,-40 13 0,-13 39 15,-13 27-15,0-13-1,0-13 1,14-40-1,-14 13 1,13-13 0,13 0-1,40 13 1,1 1-16</inkml:trace>
  <inkml:trace contextRef="#ctx0" brushRef="#br0" timeOffset="36429.57">18719 2553 0,'0'0'0,"119"-39"31,-53 12-15,159-26-1</inkml:trace>
  <inkml:trace contextRef="#ctx0" brushRef="#br0" timeOffset="36595.928">18812 2699 0,'0'0'0,"79"-27"47,54 1-47</inkml:trace>
  <inkml:trace contextRef="#ctx0" brushRef="#br0" timeOffset="36979.337">14790 2275 0,'0'0'0,"66"0"16,-52-13-1,12 13 1,14-13 0,13 13-1,13-13-15</inkml:trace>
  <inkml:trace contextRef="#ctx0" brushRef="#br0" timeOffset="37129.567">14711 2434 0,'0'0'0,"172"-40"31</inkml:trace>
  <inkml:trace contextRef="#ctx0" brushRef="#br0" timeOffset="37970.665">12184 5781 0,'0'0'0</inkml:trace>
  <inkml:trace contextRef="#ctx0" brushRef="#br0" timeOffset="38153.903">12409 5874 0,'0'0'0,"106"0"31,-53 0-15</inkml:trace>
  <inkml:trace contextRef="#ctx0" brushRef="#br0" timeOffset="38404.015">12158 6032 0,'0'0'0,"238"14"47,13-1-47,-52-13 16,-41 0 15,-105 0-31,0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14:18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7117 5662 0,'27'0'47</inkml:trace>
  <inkml:trace contextRef="#ctx0" brushRef="#br0" timeOffset="989.507">7011 5781 0</inkml:trace>
  <inkml:trace contextRef="#ctx0" brushRef="#br0" timeOffset="1238.166">7011 5781 0,'0'0'0,"40"-13"16</inkml:trace>
  <inkml:trace contextRef="#ctx0" brushRef="#br0" timeOffset="3033.879">12832 6641 0,'0'13'78,"14"-13"-62,-1 0 0,26 0-16,14 0 15,159 14 1,-106-14-16,92-14 15</inkml:trace>
  <inkml:trace contextRef="#ctx0" brushRef="#br0" timeOffset="3868.573">6138 6654 0,'0'0'0,"0"14"62,14-1-31,12-13-15,67 13 0,105-13-1,-13 0 1,-132 0 0,-26 0-16,39 0 15</inkml:trace>
  <inkml:trace contextRef="#ctx0" brushRef="#br0" timeOffset="4082.727">6244 6826 0,'0'0'0,"66"0"16,106-26 0,53-1-1</inkml:trace>
  <inkml:trace contextRef="#ctx0" brushRef="#br0" timeOffset="5265.165">12925 6734 0,'13'0'94,"0"0"-94,27 0 16,26 0-1,27-14 1</inkml:trace>
  <inkml:trace contextRef="#ctx0" brushRef="#br0" timeOffset="5398.832">12925 6853 0,'0'0'0,"145"-14"31</inkml:trace>
  <inkml:trace contextRef="#ctx0" brushRef="#br0" timeOffset="7180.134">16497 6641 0,'0'0'0,"13"0"141,13 13-141,1-13 15,-1 0-15,41 14 16,-54-14 0</inkml:trace>
  <inkml:trace contextRef="#ctx0" brushRef="#br0" timeOffset="7316.925">16391 6800 0,'0'0'0,"145"-13"32,-25-1-17</inkml:trace>
  <inkml:trace contextRef="#ctx0" brushRef="#br0" timeOffset="8012.695">19500 6575 0,'0'13'62,"13"-13"-46,13 0-16,27 13 31,-13 1-31,26-14 16</inkml:trace>
  <inkml:trace contextRef="#ctx0" brushRef="#br0" timeOffset="8180.749">19407 6787 0,'0'0'0,"159"0"47,53 0-47</inkml:trace>
  <inkml:trace contextRef="#ctx0" brushRef="#br0" timeOffset="25265.25">13150 6615 0,'0'0'0,"-13"0"110,-1 0-110</inkml:trace>
  <inkml:trace contextRef="#ctx0" brushRef="#br0" timeOffset="25449.741">13150 6615 0,'0'0'0,"0"39"0</inkml:trace>
  <inkml:trace contextRef="#ctx0" brushRef="#br0" timeOffset="25607.296">13123 6654 0,'0'0'0</inkml:trace>
  <inkml:trace contextRef="#ctx0" brushRef="#br0" timeOffset="25765.003">13123 6654 0,'0'0'0,"27"-13"15,-14 13 1</inkml:trace>
  <inkml:trace contextRef="#ctx0" brushRef="#br0" timeOffset="25916.085">13150 6641 0</inkml:trace>
  <inkml:trace contextRef="#ctx0" brushRef="#br0" timeOffset="26059.14">13150 6641 0,'0'0'0,"-13"0"15,-1 0 32</inkml:trace>
  <inkml:trace contextRef="#ctx0" brushRef="#br0" timeOffset="27962.931">14737 6628 0,'14'0'47,"-28"0"-16,1 0-31</inkml:trace>
  <inkml:trace contextRef="#ctx0" brushRef="#br0" timeOffset="28131.112">14658 6681 0,'0'0'0</inkml:trace>
  <inkml:trace contextRef="#ctx0" brushRef="#br0" timeOffset="28295.737">14658 6681 0,'0'0'0,"-66"0"15,92 0 1</inkml:trace>
  <inkml:trace contextRef="#ctx0" brushRef="#br0" timeOffset="46208.122">13163 6112 0</inkml:trace>
  <inkml:trace contextRef="#ctx0" brushRef="#br0" timeOffset="47116.757">13176 6204 0,'0'0'16,"-13"-52"31,0 38-47,13 1 15,-13 13-15,-14-26 16,14 12 15,0 14-15,-1-13 0,-12 13-1,-14-13 1,-13 13-1,14 0 1,-14 0 0,13 13-1,27-13-15,-14 13 16,-12 14 0,-1-1-1,0 14 1,1 13-1,-14 13 1,26-13 15,1-13-15,13-1 0,-1 1-1,1 13 1,13-13-1,13-1 1,14 1 0,65 39-1,1-39 1,0-13 0,12-1-1,28-26 1,-41-13 15,-12-40-15,-1-13-1,14-27 1,-1-52 0,-52 52-1,-14 0 1,-26 14-1,-52-27 1,-15 53 0,-12 14-1,-53 12 1,-120 27 0</inkml:trace>
  <inkml:trace contextRef="#ctx0" brushRef="#br0" timeOffset="48545.939">13361 6416 0,'14'0'78,"-1"0"-62,13 0-16,54 13 15,12 27 1,27 13 0,-66-13-1,40 39 1,-14 0 0,-39 1-1,-14 26 1,-39 66-1,-53 26 1,0-105 0,13-27-1,-26 0 1,-80 53 0,53-40-1,13-26 1,41-13-1,12-14 1,27-12 0,13-28 31,0 1-32,0 0 1,0 0-1,0 0 1,-14 13 0</inkml:trace>
  <inkml:trace contextRef="#ctx0" brushRef="#br0" timeOffset="49197.128">13481 7527 0,'-93'40'47,"66"-13"-32,-12-1-15,12-13 16,-79 80 0,54-27-1,12 0 1,27-26 0,13-14-1,0-12-15,26-1 16,27 0-1,26 0 1,14 0 15,-14 1-15,-39-14-16,13 13 16,-40-13-1,0 0 1,-26-13 62,13-14-78,0 14 16,0-13-16,-13-67 15,-13-53 1,-27-12-1,0 39 1,0 66 0,-27 0-1</inkml:trace>
  <inkml:trace contextRef="#ctx0" brushRef="#br0" timeOffset="51093.302">13123 9353 0,'0'0'0,"0"-40"47,0 27-32,14 13 32,-1 0-16,0 13-31,13 1 16,67 25 15,-27-12-15,0-1-1,-13 14 1,-13-14 0,-27-26-16,0 27 15,14 12 1,-1 1 0,1-13-1,12 39 1,-12-27-1,-1 14 1,1 0 0,13 0-1,-14 40 17,-13-40-17,0-14 1,-13 14-1,-13-13 1,-13 26 0,-1-13-1,-12 13 1,-14-13 0,13 0-1,-26 0 1,26-27-1,14 1 1,-1-14 0,1 14-1,-1-14 17,14 0-17,0-13 1,0 0-1,-1 13 1,14-26 31</inkml:trace>
  <inkml:trace contextRef="#ctx0" brushRef="#br0" timeOffset="51760.976">13441 10451 0,'0'0'0,"0"13"109,-13-13-93,13 14-16,-14-14 16,-12 26-1,-1 14 1,-12-1-1,26 1 1,13-14 0,0 14-1,39-13 1,-26-27 0,40 13-1,-26-13 1,13 0-1,-14 0 1,-13 13 0,14-13-1,-14 0 1,-13 13 0,13-13-1,-13-13 16,-13 0-15,0-27 0,-1-26-1,-25-66 1,12 26 0,14 0 15,0 40-31</inkml:trace>
  <inkml:trace contextRef="#ctx0" brushRef="#br0" timeOffset="56057.225">13216 11615 0,'-13'0'94,"-1"0"-78</inkml:trace>
  <inkml:trace contextRef="#ctx0" brushRef="#br0" timeOffset="57039.588">12568 8744 0,'-14'0'47,"14"-13"-16,0 0-15,0 0 0,14 13-1,-14-13 1,0 26 15,0 0-15,-27 53-1,-12 27 1,-1-1 0,40 14-1,66 27 1,93-67-1,-67-53 1</inkml:trace>
  <inkml:trace contextRef="#ctx0" brushRef="#br0" timeOffset="57241.03">13732 8797 0,'0'0'16,"53"80"15,-40-14-31,-13 13 16,-93 133 0,-65-80-16</inkml:trace>
  <inkml:trace contextRef="#ctx0" brushRef="#br0" timeOffset="60186.872">3281 9049 0,'0'0'0,"119"-27"47,-27 1-31,28-14-1,184-26 1,-145 26-16,13-13 15,185-79 1,-304 66 0,-40 0-1</inkml:trace>
  <inkml:trace contextRef="#ctx0" brushRef="#br0" timeOffset="60571.221">4273 8480 0,'40'0'47,"-27"13"-32,13-13-15,1 40 16,13-1 15,12 67-15,-25-26-1,-14 12 1,-13-12 0,0-14-1,-26-26 1,-1-54 0,-12-25-1,12-41 1,14-105-1,26 92-15,0-52 16,-39 66 0</inkml:trace>
  <inkml:trace contextRef="#ctx0" brushRef="#br0" timeOffset="61085.597">3109 11298 0,'0'13'78,"-13"-13"-78,13 13 15,-27 14-15,-26 26 16</inkml:trace>
  <inkml:trace contextRef="#ctx0" brushRef="#br0" timeOffset="61456.388">2884 11536 0,'26'0'62,"1"-13"-62,39-14 16,66-13-1,120-65 17,25-14-32,-171 79 15,-26 0 1,12-13-1,-52 40 1,-14 13 0,-12-13-1,-28 13 1</inkml:trace>
  <inkml:trace contextRef="#ctx0" brushRef="#br0" timeOffset="61905.221">3810 10927 0,'0'0'0,"0"-13"62,13 26-46,14 1-16,-1-1 15,14 0 1,-14 0-16,1 14 16,65 39-1,-52-13 1,-13 26 0,-27-26-1,-14 13 1,-25-13-1,-14 0 1,-27-27 0,27-26-1,27 0 1,-27-39 0,27-14-1,-14-40 1,0-79-1</inkml:trace>
  <inkml:trace contextRef="#ctx0" brushRef="#br0" timeOffset="76124.74">7038 11430 0,'13'0'203,"-13"13"-187,13-13-16,1 27 15,12-1-15,27 27 32,0 0-17,0 13 1,53 14 0,-14-14-1,54 13 1,52 14-1,-13-14 1,93 0 0,-106-39-1,-13-27 1,0 1 0,-1-1-1,-78-13 1,79 0-1,-1 13 1,1 0 0,0 0-1,92 1 1,-79-14 0,13 0-1,27-14 1,39 1-1,-158 0 1,-14 13 0,40-26-1,40-1 1,93-26 0,-107 40-1,-13-14 1,-26 14 15,0-13-15,-13-1-1,-1-12 1,14-1 0,13 0-1,27-13 1,-67 14-1,-26 12 1,0 1 0,13-27-1,-13 26 1,-13 1 0,-14 13-1,14-1 1,-14-12 15,1 13-15,-1-14-1,1 14 1,-1-13 0,14 12-1,-27 1 1,-13 0 46,13 13-46,-13-13-16,0-1 31,0 1-15,0 0-1,0 0-15,0 0 16,-13 13 15,13-14-15,13 14 109,0 0-125,1 0 16,12 14-16,40-14 15,-13 13 1,-13 0-1,-27-13 17,-13 13 30,0 0-46,-13 14-1,0-14 1,-1 14-16,1-1 16,-27 14-1,14 13 1,13-27-16,0 1 16,13-1-1,-14-26 16,-12-13-15,-1-27 15,1-13-15,-14-13 0,-26-27-1,-13 27-15</inkml:trace>
  <inkml:trace contextRef="#ctx0" brushRef="#br0" timeOffset="77274.07">7064 11549 0,'0'0'0,"14"-40"47,-14 27-31,0 26 62,0 1-63,0 12-15,0 27 16,-14 13 0,14-13-1,0-26 1,0-1-1,-13-52 17,13-41-17,-13-25 1,13 12 0,0 41-1,0 25 1,40 14-1,26 14 1,13 25 0,-39-25-16,-1 39 15,-12-14 1,-14-26 0,-53 27-1,-39 0 1,-93 26-1</inkml:trace>
  <inkml:trace contextRef="#ctx0" brushRef="#br0" timeOffset="78698.907">13189 11523 0</inkml:trace>
  <inkml:trace contextRef="#ctx0" brushRef="#br0" timeOffset="78892.373">13123 11536 0,'0'0'0</inkml:trace>
  <inkml:trace contextRef="#ctx0" brushRef="#br0" timeOffset="79054.836">13123 11536 0,'0'0'0,"-39"26"0,25-26 47,1-13-47</inkml:trace>
  <inkml:trace contextRef="#ctx0" brushRef="#br0" timeOffset="80788.748">6654 11840 0</inkml:trace>
  <inkml:trace contextRef="#ctx0" brushRef="#br0" timeOffset="81652.605">5887 11814 0,'0'0'0,"-79"-146"46,52 120-46,-52-40 16,39 39 0,27 27-1,0 66 1,13 106 0,0-66-1,-14-13 1,-25 132-1</inkml:trace>
  <inkml:trace contextRef="#ctx0" brushRef="#br0" timeOffset="81804.851">5556 11893 0,'0'0'0,"133"-40"32</inkml:trace>
  <inkml:trace contextRef="#ctx0" brushRef="#br0" timeOffset="82169.03">6006 11972 0,'0'0'0,"79"14"47,-39-14-32,66-14 1,-40-25-1,-26 12 1,-40-12 0,-27-1-1,14 27-15,-13-14 16,-1 27 15,27 40 0,93 66-15,-40-80-16</inkml:trace>
  <inkml:trace contextRef="#ctx0" brushRef="#br0" timeOffset="83200.805">17859 11324 0,'0'0'0,"93"13"15,0 1-15</inkml:trace>
  <inkml:trace contextRef="#ctx0" brushRef="#br0" timeOffset="83461.608">19420 11456 0,'0'0'0</inkml:trace>
  <inkml:trace contextRef="#ctx0" brushRef="#br0" timeOffset="84067.891">19632 11536 0,'0'13'78,"0"0"-62,0 1-1,0-1 1,0 13 0,0-13-16,0 14 15,-13-1 1,13 27 0,-27 40-1,-12-14 1,-27 14-1,-133 26 1,-185 0 0</inkml:trace>
  <inkml:trace contextRef="#ctx0" brushRef="#br0" timeOffset="84234.411">18084 12356 0,'0'0'16,"-92"0"-16,-107 13 15,-26-13 1,-26 0 0,-14-26-1,-26-14 1,146 27-16,-40-14 16</inkml:trace>
  <inkml:trace contextRef="#ctx0" brushRef="#br0" timeOffset="84417.696">15094 11628 0,'0'0'16</inkml:trace>
  <inkml:trace contextRef="#ctx0" brushRef="#br0" timeOffset="85850.057">16192 12158 0,'-39'13'62,"26"-13"-62,-67 13 16,14 0 0</inkml:trace>
  <inkml:trace contextRef="#ctx0" brushRef="#br0" timeOffset="86098.508">15624 12118 0,'0'0'0,"-66"0"47,52 0-32,-12 0 1</inkml:trace>
  <inkml:trace contextRef="#ctx0" brushRef="#br0" timeOffset="86867.503">15438 12091 0,'-79'-39'47,"39"26"-31,-92-14-1,-53-13 1,92 14 0,14 13-16,0-14 15,-27 1-15,53-1 16,13 1 15,0 13-15,1-14-1,12 14 1,-12-13 0,-28 12-1,-12-25 1,-53-54-1,52 14 1,1-1 0,26 1-1,-26-1 1,26 28 0,13 25-1,-13 1 1,27-1-1,-14 1 17,14 12-17,-1-12 1,1 13 0,-40-27-1,-1 27 1,14 0-1,14-1 1,26 1 0,-1 13-1,14 13 1,-13 67 0</inkml:trace>
  <inkml:trace contextRef="#ctx0" brushRef="#br0" timeOffset="87515.064">13335 11192 0,'0'0'0,"13"0"140,-13 13-140,0 0 16,13 1-16,1 12 15,-14 27 1,13-13 15,0 13-15,-13-27 0,0-39 15,-13 0-31,13-27 15,0-145 1,13 79 0,-13 53-1,13 13 1,1 40 0,12 0-1,53 40 1,1 0-1,-54-14 1,14-13-16,0 27 31,-27-27-15,-13 0 0,-53 27-1,-344 159 1,265-133-16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16:01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12740 11271 0,'0'0'15,"13"-79"1,0 39 0,0 27-1,1 26 17,39 80-32,-14 145 31,-52 40-16,-27-14 1,14-26 0,13-26-1,-1-133-15,-12 67 16,13-80 0</inkml:trace>
  <inkml:trace contextRef="#ctx0" brushRef="#br0" timeOffset="565.799">12726 12502 0,'0'0'16,"-79"13"15,39-13-31,1 13 16,-94 0-1,28 0-15,-134 27 16,15-27 0,52 1-1,66-1 1,53-13 0,93-13 15,145-54-16</inkml:trace>
  <inkml:trace contextRef="#ctx0" brushRef="#br0" timeOffset="950.211">11906 12449 0,'0'0'16,"0"-14"30,0 28-14,-13-1-17,-40 27 1,-13 26 0,0-13-1,39 13 1,1 40-1,52-53 1,41-1 0,-1-38-1,-13-14 1,-27-27 0,-13-12-1,-13-81 1,0-12-1,-13 53 1,13 13-16</inkml:trace>
  <inkml:trace contextRef="#ctx0" brushRef="#br0" timeOffset="1731.806">12991 12449 0,'0'0'0,"0"13"62,13-13-30,1 0-32,65 13 15,133-13 1,105 0 0,-158 0-1,79-13 1,-132 13-1,-80 0 1,-92 0 15,13 0-31</inkml:trace>
  <inkml:trace contextRef="#ctx0" brushRef="#br0" timeOffset="2147.807">13983 12316 0,'0'0'16,"53"66"15,-26-39-31,26 13 16,13 13-1,0-27 1,-26 14 15,-27-27-31,0 0 16,-13 0-16,-13 27 15,-40 13 1,0 0 0,-13 0-1,0-27 1,39-26-1,1-26 1,12-67 0,28-66-1,52-52 1,-40 79 0</inkml:trace>
  <inkml:trace contextRef="#ctx0" brushRef="#br0" timeOffset="9596.664">21034 12674 0,'0'0'0,"40"-14"47,-27 14-31,1 0-1</inkml:trace>
  <inkml:trace contextRef="#ctx0" brushRef="#br0" timeOffset="9758.053">20981 12898 0,'0'0'0,"80"0"16,12 0-16</inkml:trace>
  <inkml:trace contextRef="#ctx0" brushRef="#br0" timeOffset="11167.469">11284 13044 0</inkml:trace>
  <inkml:trace contextRef="#ctx0" brushRef="#br0" timeOffset="14074.173">20690 12779 0,'0'0'0,"14"0"62,12-13-46,-13 0-16,14-14 15,39-52 1,-26-14 0,-14 14-1,-26 53-15,0-14 16,0 27-1,-26 52 17,-27 67-17,39-26-15,-12 92 16,26-67 0,40-38 15,39 12-16,-13-66 1,14-13 0,-1-39-1,-13-41 1,0 1 0,-53 39-16,1-13 15,-14 13 1,-14 14-1,1 26 1,-13 53 0,-1 26-1,27 14 1,27-14 0,52-13-1,40-66 16,-79-13-15,39-53 0,-13 0-1,-26 13 1,-27 40 0,-13 52 15,0 1-31,0 26 15,-13-13 1,13-13 0,0-27-1,13-13 1,27-40 0,79-92-1,-53 40 1,-13 25 15,-26 28-15,-14 39-1,13 26 1,1 14 0,12 26-1,1 13 1,0 14-1,-27-53 1,-13-27 0,0 0-1,-13-26 1,0-14 0,13 1-1,0 0 1,-53 26 31</inkml:trace>
  <inkml:trace contextRef="#ctx0" brushRef="#br0" timeOffset="15687.937">23111 12144 0,'0'0'0,"27"-66"15,-14 27-15,14-28 16,-14 41-1,-13 52 32,-40 226-31,-13-54 0,27-105-1,12-40 1,14-27-16,-13 1 15,0-14 1</inkml:trace>
  <inkml:trace contextRef="#ctx0" brushRef="#br0" timeOffset="15922.456">23191 12144 0,'0'0'15,"79"-13"16,-52 26-15,39 40 0,-40 0-1,-26-13 1,-40-14 0,14-12-16,-14-14 15,-79-14 1,53 1-1</inkml:trace>
  <inkml:trace contextRef="#ctx0" brushRef="#br0" timeOffset="16935.734">23707 12290 0,'0'0'0,"-53"-13"62,40 13-62,-27 0 16,0 13 0,-26 13-1,40 1-15,-1 12 16,27-12-1,0-14 1,27 0 0,52-39-1,0-14 1,-39 14 0,-27 26 15,0 39-16,1-12 1,12 13 0,14-27 15,13 13-15,0-39-1,26-27 1,-13-26-1,-26 27-15,13-28 16,-27 41 0,-13 13-1,-13 26 17,14 13-17,-1 14 1,-13 13-1,-27-13 1,14-14 0,0-13-1,-13 1-15,-14 12 16,13-13 0,27 1-1,27-1 16,13-13-15,26 0 0,13-40-1,106-145 1,-52-27 0,-67 53-1,-53 93 1,-13 40-1,0 52 17,-27 40-32,-78 133 31,25-27-15,67-66-1,26-40 1,1-26-16,78 26 15,54-40 1</inkml:trace>
  <inkml:trace contextRef="#ctx0" brushRef="#br0" timeOffset="17018.693">24990 12303 0</inkml:trace>
  <inkml:trace contextRef="#ctx0" brushRef="#br0" timeOffset="17968.915">11245 12912 0,'13'0'63,"0"0"-63,0 0 15,27 0 1,66 0 0,0-14-16</inkml:trace>
  <inkml:trace contextRef="#ctx0" brushRef="#br0" timeOffset="18455.068">11311 12674 0,'0'0'15,"0"13"48,-13-13-48,-1 13-15,-12 0 16,-27 40 0,-13 13-1,39-26-15,14 0 16,26-1-1,27-12 1,26-1 0,27-26 15,-67 0-15,-26-26-1,0-14 1,-39-92-1,25 13 1,14 26 0</inkml:trace>
  <inkml:trace contextRef="#ctx0" brushRef="#br0" timeOffset="18734.901">11681 12766 0,'0'0'0,"53"80"47,-39-54-31,25 27-1,-26 0 1,-79 13 0,-317 79-1</inkml:trace>
  <inkml:trace contextRef="#ctx0" brushRef="#br0" timeOffset="20184.798">24461 12144 0,'13'0'47,"13"0"-16,54 27-16,-41-14-15</inkml:trace>
  <inkml:trace contextRef="#ctx0" brushRef="#br0" timeOffset="20332.644">24289 12224 0,'119'26'15,"0"-13"1,79 14-16</inkml:trace>
  <inkml:trace contextRef="#ctx0" brushRef="#br0" timeOffset="34731.093">5437 11337 0,'0'0'0</inkml:trace>
  <inkml:trace contextRef="#ctx0" brushRef="#br0" timeOffset="34937.751">5437 11364 0,'0'0'0</inkml:trace>
  <inkml:trace contextRef="#ctx0" brushRef="#br0" timeOffset="35154.008">5437 11364 0,'0'0'0,"-13"13"16</inkml:trace>
  <inkml:trace contextRef="#ctx0" brushRef="#br0" timeOffset="35362.964">5450 11390 0</inkml:trace>
  <inkml:trace contextRef="#ctx0" brushRef="#br0" timeOffset="35570.205">5450 11390 0,'0'0'0,"14"0"15,-1 0-15</inkml:trace>
  <inkml:trace contextRef="#ctx0" brushRef="#br0" timeOffset="40481.49">4035 4696 0,'13'0'47,"-13"-13"15</inkml:trace>
  <inkml:trace contextRef="#ctx0" brushRef="#br0" timeOffset="41165.962">4180 3413 0,'14'0'63,"-28"0"-48,-12 13 1,-40 1-16</inkml:trace>
  <inkml:trace contextRef="#ctx0" brushRef="#br0" timeOffset="60750.112">5450 12369 0,'14'0'266,"-1"0"-251,66 0 1,14-13-16</inkml:trace>
  <inkml:trace contextRef="#ctx0" brushRef="#br0" timeOffset="61102.975">5450 12422 0,'14'0'62,"-1"0"-46,0 0-16,40 0 16,0-13-1</inkml:trace>
  <inkml:trace contextRef="#ctx0" brushRef="#br0" timeOffset="61283.157">5490 12475 0,'0'0'0,"66"-26"31,14 12-15</inkml:trace>
  <inkml:trace contextRef="#ctx0" brushRef="#br0" timeOffset="65081.008">5239 11390 0,'0'0'0,"0"14"110</inkml:trace>
  <inkml:trace contextRef="#ctx0" brushRef="#br0" timeOffset="65378.862">5331 11298 0,'0'0'16,"0"13"62,0 0-78</inkml:trace>
  <inkml:trace contextRef="#ctx0" brushRef="#br0" timeOffset="65567.776">5331 11298 0,'0'0'0,"-13"66"16,0-66 15</inkml:trace>
  <inkml:trace contextRef="#ctx0" brushRef="#br0" timeOffset="65787.051">5120 11443 0,'0'0'0</inkml:trace>
  <inkml:trace contextRef="#ctx0" brushRef="#br0" timeOffset="66212.117">5398 11192 0,'0'0'0</inkml:trace>
  <inkml:trace contextRef="#ctx0" brushRef="#br0" timeOffset="66578.751">5120 11245 0,'0'0'0,"-66"66"47,52-53-47,1 14 32,-13-1-17,-14 53 1,13-12-1,27-1 1,0-13 0</inkml:trace>
  <inkml:trace contextRef="#ctx0" brushRef="#br0" timeOffset="66778.74">5226 11761 0,'0'0'0,"66"0"47,-40 0-31,27 0 0,40-13-1,-54 13-15</inkml:trace>
  <inkml:trace contextRef="#ctx0" brushRef="#br0" timeOffset="67079.452">5702 11456 0,'0'0'0,"13"-66"47,-13 40-47,0-14 16,0 27-1,0-14 1,0-12 0,-26 12-1,-41 14 1,-12 0-1,66 0 1,-14 13-16,-12 0 16</inkml:trace>
  <inkml:trace contextRef="#ctx0" brushRef="#br0" timeOffset="67244.012">5411 11192 0,'0'0'0,"-27"-40"47,1 40-16,-1 27-31</inkml:trace>
  <inkml:trace contextRef="#ctx0" brushRef="#br0" timeOffset="67414.7">5252 11218 0,'-13'0'47</inkml:trace>
  <inkml:trace contextRef="#ctx0" brushRef="#br0" timeOffset="70075.797">5808 11218 0,'79'-39'47,"-53"39"-47,1-14 16,39-12-1,0 13 1</inkml:trace>
  <inkml:trace contextRef="#ctx0" brushRef="#br0" timeOffset="70359.049">5874 11139 0,'-13'0'63,"-1"13"-48,1 14 1,-13-1-16,12-13 16,-12 53-1,26-39 1</inkml:trace>
  <inkml:trace contextRef="#ctx0" brushRef="#br0" timeOffset="78834.58">11748 9313 0,'0'-13'47,"-14"13"-32</inkml:trace>
  <inkml:trace contextRef="#ctx0" brushRef="#br0" timeOffset="79008.432">11748 9313 0,'0'0'0,"0"-39"15,0 25 17</inkml:trace>
  <inkml:trace contextRef="#ctx0" brushRef="#br0" timeOffset="79234.965">11562 9181 0,'0'0'16,"-13"-13"31,0 0-32</inkml:trace>
  <inkml:trace contextRef="#ctx0" brushRef="#br0" timeOffset="79434.687">11311 9194 0,'0'0'0,"-27"0"63,14 0-63,0 0 0</inkml:trace>
  <inkml:trace contextRef="#ctx0" brushRef="#br0" timeOffset="79617.72">11152 9340 0,'0'0'0,"-13"0"63,0 13-63</inkml:trace>
  <inkml:trace contextRef="#ctx0" brushRef="#br0" timeOffset="79801.044">11112 9459 0,'0'0'0,"27"26"63,-1-12-63</inkml:trace>
  <inkml:trace contextRef="#ctx0" brushRef="#br0" timeOffset="79984.739">11430 9697 0,'0'0'16,"93"-40"15</inkml:trace>
  <inkml:trace contextRef="#ctx0" brushRef="#br0" timeOffset="80177.735">11615 9618 0,'0'0'15</inkml:trace>
  <inkml:trace contextRef="#ctx0" brushRef="#br0" timeOffset="81282.626">11695 9194 0,'0'0'0,"-27"-13"62,14 13-62,-14 0 0</inkml:trace>
  <inkml:trace contextRef="#ctx0" brushRef="#br0" timeOffset="81532.822">11364 9260 0,'0'0'16,"-27"53"31,14-26-32,0-14-15</inkml:trace>
  <inkml:trace contextRef="#ctx0" brushRef="#br0" timeOffset="81683.118">11628 9697 0,'0'0'15</inkml:trace>
  <inkml:trace contextRef="#ctx0" brushRef="#br0" timeOffset="82003.725">11748 9459 0,'0'-13'63,"-14"13"-47</inkml:trace>
  <inkml:trace contextRef="#ctx0" brushRef="#br0" timeOffset="82215.119">11655 9340 0,'13'0'63,"-13"-13"-63</inkml:trace>
  <inkml:trace contextRef="#ctx0" brushRef="#br0" timeOffset="82414.683">11655 9340 0,'0'0'0,"-79"-40"0,92 40 63</inkml:trace>
  <inkml:trace contextRef="#ctx0" brushRef="#br0" timeOffset="82608.206">11549 9340 0</inkml:trace>
  <inkml:trace contextRef="#ctx0" brushRef="#br0" timeOffset="85029.424">11430 5133 0,'0'-13'47,"-13"13"0,0 0-47</inkml:trace>
  <inkml:trace contextRef="#ctx0" brushRef="#br0" timeOffset="85196.672">11324 5146 0,'-13'-13'46,"-14"13"-46</inkml:trace>
  <inkml:trace contextRef="#ctx0" brushRef="#br0" timeOffset="85379.777">11086 5173 0,'0'0'0,"-26"13"63,-27 0-63</inkml:trace>
  <inkml:trace contextRef="#ctx0" brushRef="#br0" timeOffset="85562.614">10874 5331 0,'0'0'0,"0"27"63,0-14-63,0 0 15</inkml:trace>
  <inkml:trace contextRef="#ctx0" brushRef="#br0" timeOffset="85729.9">10808 5622 0,'0'0'0,"40"53"47,-14-39-47,-12-1 16,12 40-1,-13-27-15</inkml:trace>
  <inkml:trace contextRef="#ctx0" brushRef="#br0" timeOffset="85879.473">10967 5847 0,'0'0'0,"66"14"62,-53-1-62,53-13 16</inkml:trace>
  <inkml:trace contextRef="#ctx0" brushRef="#br0" timeOffset="86061.528">11298 5913 0,'0'0'0,"26"0"63,-13-13-63,27 0 15</inkml:trace>
  <inkml:trace contextRef="#ctx0" brushRef="#br0" timeOffset="86247.646">11483 5794 0,'0'0'0,"26"-53"63,-26 40-63,0 0 15,14-27 1,-14-13 0</inkml:trace>
  <inkml:trace contextRef="#ctx0" brushRef="#br0" timeOffset="86428.662">11377 5503 0,'0'-13'63,"-26"0"-63</inkml:trace>
  <inkml:trace contextRef="#ctx0" brushRef="#br0" timeOffset="86611.388">11205 5450 0,'0'-13'62,"13"13"-62</inkml:trace>
  <inkml:trace contextRef="#ctx0" brushRef="#br0" timeOffset="86751.187">11205 5450 0,'0'0'0,"-13"40"0,26-40 47</inkml:trace>
  <inkml:trace contextRef="#ctx0" brushRef="#br0" timeOffset="100253.82">3492 8308 0,'0'13'63,"14"-13"-48,-1 0 1,27 0-16,26 13 16</inkml:trace>
  <inkml:trace contextRef="#ctx0" brushRef="#br0" timeOffset="100733.25">3664 8202 0,'80'27'62,"-67"-14"-46,0 0-16,1 0 15,-1 0-15,0 40 16,-13 0 0,-13 0-1,-14 0 1,-12 0 15,12-40-15,14-13-1,13-26 1,13-54 0,27-131-1</inkml:trace>
  <inkml:trace contextRef="#ctx0" brushRef="#br0" timeOffset="106711.833">4141 4802 0,'-13'0'110,"-1"0"-110</inkml:trace>
  <inkml:trace contextRef="#ctx0" brushRef="#br0" timeOffset="107911.805">4207 3717 0,'0'0'0,"0"14"47,0-1-32,-13-13-15</inkml:trace>
  <inkml:trace contextRef="#ctx0" brushRef="#br0" timeOffset="108121.357">4154 3810 0,'13'26'47</inkml:trace>
  <inkml:trace contextRef="#ctx0" brushRef="#br0" timeOffset="108261.092">4154 3810 0,'0'0'0,"53"40"16,-40-40 0</inkml:trace>
  <inkml:trace contextRef="#ctx0" brushRef="#br0" timeOffset="114173.01">4008 5239 0,'0'0'0,"67"-13"62,12 13-62,53-14 16</inkml:trace>
  <inkml:trace contextRef="#ctx0" brushRef="#br0" timeOffset="116604.865">5503 11086 0,'0'0'0,"-13"-13"47,0 0-32,0-1 16,-1 14-15,1 0-16,-13-13 31,-1 13-15,-12 0 0,25 0-16,-39 13 15,1 1 1,12-1-1,13 13 1,-39 1 0,27-1-1,12-13 1,14 1 0,0 12-1,-1-13 1,1 14-1,0-1 17,0-13-17,-14 27 1,27 0 0,-13-14-1,13 14 1,-13-14-1,13 14 1,13 0 0,0 0-1,14-14 1,12 27 0,1-27-1,0 1 1,-1-14-1,14 0 17,14 1-17,25-14 1,-39 0 0,13-14-1,27-12 1,-14 13-1,-26-14 1,-13-13 0,-1 1-1,-12-14 1,-14-40 0,-13 1-1,0 12 1,0 14-1,-13 40 1,-14-14 0,-92 0-1</inkml:trace>
  <inkml:trace contextRef="#ctx0" brushRef="#br0" timeOffset="120723.482">11893 6416 0,'13'0'47</inkml:trace>
  <inkml:trace contextRef="#ctx0" brushRef="#br0" timeOffset="122247.705">11959 6403 0</inkml:trace>
  <inkml:trace contextRef="#ctx0" brushRef="#br0" timeOffset="122865.654">11959 6403 0,'0'0'0,"-26"-27"0,12 27 46,14-13 33,-13 0-64,0 0 1,0 13-16,0-13 15,-40 13 1,0 0 0,13 13-1,14 0 1,12 0 0,14 0-1,-13 14 16,13-14-15,0 0-16,0 14 16,0-1-1,-13 1 1,13-1 0,-13 27-1,13-13 1,13 0-1,13-14 1,27 0 0,53-12-1</inkml:trace>
  <inkml:trace contextRef="#ctx0" brushRef="#br0" timeOffset="123069.238">12091 6707 0,'0'0'16,"53"-79"15,-26 26-15,-27 26-16,13-39 16,-13 13-1,-13 0 1,-27 14-1,-66-14 1</inkml:trace>
  <inkml:trace contextRef="#ctx0" brushRef="#br0" timeOffset="123898.052">5226 11523 0,'0'0'0,"13"0"47,0 0-15,-13-14-17</inkml:trace>
  <inkml:trace contextRef="#ctx0" brushRef="#br0" timeOffset="124131.831">5398 11509 0,'0'0'0,"26"-13"63,-26 0-63</inkml:trace>
  <inkml:trace contextRef="#ctx0" brushRef="#br0" timeOffset="124313.238">5398 11509 0,'0'0'0,"39"40"16</inkml:trace>
  <inkml:trace contextRef="#ctx0" brushRef="#br0" timeOffset="124446.778">5477 11602 0,'0'0'0</inkml:trace>
  <inkml:trace contextRef="#ctx0" brushRef="#br0" timeOffset="127595.701">6191 4273 0,'-13'0'79,"0"-13"-64,0 13-15,-1 0 16,-39 0-1,0 0 1,40 0-16,-13 0 16,13 0-1,-14 0 1,1 0 0,-40 0-1,26 0 1,-13 0 15,13 0-15,1-13-1,25 13 1,-12 0 0,-14 0-1,0 0 1,-12 0-1,12 0 1,0 0 0,1 0-1,-14 0 1,39 0 0,1 0-1,0 0 1,-14 0-1,1 0 17,0 13-17,-1 0 1,1 0 0,-1 0-1,14 1 1,0-1-1,-1 13 1,1-12 0,13 12-1,-13-13 1,13 1 0,0 12-1,13-13 1,0 0 15,1 1-15,12-1-1,1 0 1,12-13 0,41 13-1,-14-13 1,0 14-1,0-14 1,27 13 0,-40-13-1,13 0 1,0 0 0,0 0-1,27 0 1,-27 0-1,-13 0 1,13 0 15,13 0-15,-39 0 0,13 0-1,-13 0 1,12 0-1,15 0 1,-14-13 0,-14 13-1,14 0 1,13 0 0,-13 0-1,-13 0 1,0 0-1,-14 0 1,27 13 15,-27-13-15,14 0 0,-27 0-1,14 0 1,-27-13-1,13 13 1,-13-14 0,0 1-1,0 0 1,0-14 0,0 14-1,0-13 1,-13-1-1,-14-12 17,1 25-17,-14-12 1,14 13 0,-14-1-1,27 1-15,-14 0 16,-12 13-1,-1-13 1,0 13 0,-26-13-1,13 13 1,0 0 0,14 0-1,-1 0 1,0 0-1,14 0 1,-1 0 15,1 0-15,-14 13 0,0-13-1,-12 0 1,-28 0-1,-52 13 1,-199 13 0</inkml:trace>
  <inkml:trace contextRef="#ctx0" brushRef="#br0" timeOffset="134873.353">5702 8586 0,'0'-27'63,"0"40"62,0 1-109,0 25-16,26 94 15,-13-54 1,-13 14-16,40 92 31,-27-106-15,-13-13-1,-39 27 1</inkml:trace>
  <inkml:trace contextRef="#ctx0" brushRef="#br0" timeOffset="135573.342">5715 8546 0,'0'-13'63,"0"26"-1,0 0-46,-13 0 0,-14 40-16,-12 0 15,12 0 1,1-26-1,26-1 17,26-39-17,1-14 1,39-39 0,13-13-1,-26 13 1,-40 53-1,1 13 1,-1 13 0,26 26-1,-12-25-15,13 39 16,-14-14 0,-13-12-1,-39-1 16,-120-13-15,-132 14-16</inkml:trace>
  <inkml:trace contextRef="#ctx0" brushRef="#br0" timeOffset="136721.895">5384 7792 0,'0'-26'62,"0"12"-46,0 28 187,14-1-203,-14 0 0,0 13 16,0 14-1,13 40 1,-13-1 0,13 13-1,0-12 1,0-1 0,1-13-1,-14-52 1,-14-41 15,14 14-31,-13-14 16,0 1-16,0 13 15</inkml:trace>
  <inkml:trace contextRef="#ctx0" brushRef="#br0" timeOffset="138003.658">5199 8030 0,'0'-13'63,"0"26"15,13 0-63,1 1-15,-14-1 16,26 26 0,0 41-1,14-27 1,-13 0 0,-14-27-1,0-26 1,-13-13-1,-26-27 1,-1-26 0,1-13 15,12 52-31,1-12 16,-13-14-1,13 39 1,26 28 31,0-1-32,0 0 1,27-13 0,13 13-1,0-13-15,92-13 16,1-13-1,-93 12 17,-14 14-17,-52 0 17,0 14-17,-27 12 1,14 1-1,-1-1-15,-12 27 16,-1 0 0,0 0-1,1 13 1,-1-13 0</inkml:trace>
  <inkml:trace contextRef="#ctx0" brushRef="#br0" timeOffset="138187.829">5569 8215 0,'0'-13'62,"0"26"-62</inkml:trace>
  <inkml:trace contextRef="#ctx0" brushRef="#br0" timeOffset="139057.928">4948 8348 0,'0'13'63</inkml:trace>
  <inkml:trace contextRef="#ctx0" brushRef="#br0" timeOffset="139257.111">4948 8348 0,'0'0'0,"26"39"16,-13-39 15,-13-13-15</inkml:trace>
  <inkml:trace contextRef="#ctx0" brushRef="#br0" timeOffset="139416.927">4948 8374 0</inkml:trace>
  <inkml:trace contextRef="#ctx0" brushRef="#br0" timeOffset="139601.941">4948 8374 0,'0'0'0,"26"27"16,-13-27 0</inkml:trace>
  <inkml:trace contextRef="#ctx0" brushRef="#br0" timeOffset="139761.489">5001 8414 0</inkml:trace>
  <inkml:trace contextRef="#ctx0" brushRef="#br0" timeOffset="139918.297">5001 8414 0,'0'0'0,"-14"13"0,14-26 47,14 13-47</inkml:trace>
  <inkml:trace contextRef="#ctx0" brushRef="#br0" timeOffset="140100.915">5014 8440 0,'-13'-13'63,"-1"13"-48</inkml:trace>
  <inkml:trace contextRef="#ctx0" brushRef="#br0" timeOffset="140251.157">5014 8440 0,'0'0'16,"-66"40"-16</inkml:trace>
  <inkml:trace contextRef="#ctx0" brushRef="#br0" timeOffset="141389.603">4286 7395 0,'-26'-13'62,"39"13"16,-13 13-62,26-13-16,14 13 16,92 1-1,-39-14-15,-14 13 16,54-13-1,-94 0 1,1 0 0,-27 0-1,-26-13 17</inkml:trace>
  <inkml:trace contextRef="#ctx0" brushRef="#br0" timeOffset="141866.931">4802 7342 0,'0'0'0,"13"0"78,-13 13-63,14-13-15,12 27 16,1-1 15,-1 1-15,0 39-1,-12-13 1,-14-13 0,-14-1-1,-12-12 1,13-27-16,-14 13 16,1-13-1,13 0 1,13-13-1,-14-14 1,14-145 0,14 40-1,-28 53 1</inkml:trace>
  <inkml:trace contextRef="#ctx0" brushRef="#br0" timeOffset="164314.664">14473 11060 0,'-27'-14'47,"14"14"-16,0 0-31,-14 0 15,14 0 1,-40 14 0,27-1-16,-27 13 15,0 14 1,26 0 0,14-1 15,0 1-16,13-27-15,0 40 16,13-13 0,14 0-1,12-1 1,41 27 0,-1-26-1,14 0 1,65-1-1</inkml:trace>
  <inkml:trace contextRef="#ctx0" brushRef="#br0" timeOffset="164481.495">14817 11602 0,'-119'26'16,"238"-52"-16,-53-53 16,-53 52-1,0-13-15,14-65 31,-27 25-15,-14 14 0,-38-13-1,-15 13-15</inkml:trace>
  <inkml:trace contextRef="#ctx0" brushRef="#br0" timeOffset="168996.058">16589 8983 0,'0'0'0,"0"-14"63,14 28-16,12-1-47,27 27 15,119 92 1,79 79 0,-52 67-1,-120-132-15,-13-1 16,27 213-1,-67-239 1,-12-53 0,-14 26 15</inkml:trace>
  <inkml:trace contextRef="#ctx0" brushRef="#br0" timeOffset="169894.843">16761 9075 0,'0'0'0,"0"-13"62,0 26-15,-13 14-31,13-1-1,-13 1-15,-27 39 16,27-27 0,0-25-1,26-41 1,27-39-1,13-27 1,-14 14 0,-12 26-1,-14 40 17,0 13-1,27 26-16,13 14 1,-40-13-16,0-1 16,0 53-1,-79-39 1,-331 53 0</inkml:trace>
  <inkml:trace contextRef="#ctx0" brushRef="#br0" timeOffset="171075.687">13785 4868 0,'0'0'16,"0"-13"31,0 0-32,-13 0 1</inkml:trace>
  <inkml:trace contextRef="#ctx0" brushRef="#br0" timeOffset="171360.917">13957 3347 0,'0'0'0,"0"13"78,-13 14-78,-14 26 15</inkml:trace>
  <inkml:trace contextRef="#ctx0" brushRef="#br0" timeOffset="171674.925">13745 5133 0,'0'0'0,"13"-79"31,-13 65-15,14-25-1,-14 25-15,13 14 16,13-79-1</inkml:trace>
  <inkml:trace contextRef="#ctx0" brushRef="#br0" timeOffset="171958.242">13944 3519 0,'0'0'0,"13"79"46,-26-52-30,13 12-16</inkml:trace>
  <inkml:trace contextRef="#ctx0" brushRef="#br0" timeOffset="172241.365">13772 5530 0,'13'-80'15,"-13"54"-15</inkml:trace>
  <inkml:trace contextRef="#ctx0" brushRef="#br0" timeOffset="178454.635">19420 3942 0,'0'0'0,"0"-26"63,14 26-63,25 13 15,107 53 1,52 27-1,-26-14 1,-79-39-16</inkml:trace>
  <inkml:trace contextRef="#ctx0" brushRef="#br0" timeOffset="178802.451">20122 4075 0,'13'26'63,"0"-13"-47,-13 14-1,13 52 1,-13-13-1,-26 40 1,-14-53 0,14-27-1,-1-12 1,14-14-16,0 0 16,-1-80-1,67-65 1</inkml:trace>
  <inkml:trace contextRef="#ctx0" brushRef="#br0" timeOffset="185963.071">15147 8361 0,'0'0'0,"-13"0"94,-13 0-94,-1 0 16</inkml:trace>
  <inkml:trace contextRef="#ctx0" brushRef="#br0" timeOffset="186347.706">15068 7977 0,'0'0'0,"-13"0"110,0 0-95,-14 13-15</inkml:trace>
  <inkml:trace contextRef="#ctx0" brushRef="#br0" timeOffset="186571.783">15068 8414 0,'0'0'16</inkml:trace>
  <inkml:trace contextRef="#ctx0" brushRef="#br0" timeOffset="186829.384">15002 7951 0,'0'0'16,"13"79"30,-39-13-30</inkml:trace>
  <inkml:trace contextRef="#ctx0" brushRef="#br0" timeOffset="187012.884">14989 8506 0,'0'0'0</inkml:trace>
  <inkml:trace contextRef="#ctx0" brushRef="#br0" timeOffset="190712.821">15306 8109 0,'-13'14'78,"0"-14"-78</inkml:trace>
  <inkml:trace contextRef="#ctx0" brushRef="#br0" timeOffset="191116.558">15108 7990 0,'0'0'0,"-93"40"31</inkml:trace>
  <inkml:trace contextRef="#ctx0" brushRef="#br0" timeOffset="192190.075">8401 9366 0</inkml:trace>
  <inkml:trace contextRef="#ctx0" brushRef="#br0" timeOffset="194007.651">8692 8427 0,'13'0'63,"-13"-13"-48,13 13-15,0 0 16,27 0 0,53 13-1,-27 13 1,198 80-16</inkml:trace>
  <inkml:trace contextRef="#ctx0" brushRef="#br0" timeOffset="201634.754">7355 10014 0,'0'0'0,"-13"0"63,0 14-47,0-14-16</inkml:trace>
  <inkml:trace contextRef="#ctx0" brushRef="#br0" timeOffset="202382.727">8281 9379 0</inkml:trace>
  <inkml:trace contextRef="#ctx0" brushRef="#br0" timeOffset="203133.653">8136 8916 0,'13'-13'62,"-13"0"-62,13 0 31,1 13-15,-14 13 0,39 66-1,1 14 1,0 0 0,-1-27-1,-12-40-15,13 1 16,-14-27-1,40-80 1,27-92 0,-40 27-1,-14-27 1</inkml:trace>
  <inkml:trace contextRef="#ctx0" brushRef="#br0" timeOffset="203449.774">8480 8811 0,'0'0'0,"53"79"62,-40-53-62,13 14 0,1 13 16,13 26 0,-1 1-1,-12-54-15,12 1 16,1-14 0,40-92 15,144-252-16,-78 79 1</inkml:trace>
  <inkml:trace contextRef="#ctx0" brushRef="#br0" timeOffset="208020.626">19592 5318 0,'0'0'0</inkml:trace>
  <inkml:trace contextRef="#ctx0" brushRef="#br0" timeOffset="208264.72">19553 5318 0,'0'0'0,"0"-26"63,-14 39-47,1-13-16,0 13 0</inkml:trace>
  <inkml:trace contextRef="#ctx0" brushRef="#br0" timeOffset="208959.49">17198 8546 0</inkml:trace>
  <inkml:trace contextRef="#ctx0" brushRef="#br0" timeOffset="209171.468">16999 8678 0,'0'0'0</inkml:trace>
  <inkml:trace contextRef="#ctx0" brushRef="#br0" timeOffset="209366.335">16999 8678 0,'0'0'0,"-26"53"16</inkml:trace>
  <inkml:trace contextRef="#ctx0" brushRef="#br0" timeOffset="209531.645">16907 8744 0</inkml:trace>
  <inkml:trace contextRef="#ctx0" brushRef="#br0" timeOffset="209688.948">16907 8744 0,'0'0'0,"-79"67"15,105-81 32</inkml:trace>
  <inkml:trace contextRef="#ctx0" brushRef="#br0" timeOffset="211203.237">10041 8361 0,'0'13'94,"-27"0"-78</inkml:trace>
  <inkml:trace contextRef="#ctx0" brushRef="#br0" timeOffset="211436.476">10014 8268 0</inkml:trace>
  <inkml:trace contextRef="#ctx0" brushRef="#br0" timeOffset="211655.645">10213 8109 0</inkml:trace>
  <inkml:trace contextRef="#ctx0" brushRef="#br0" timeOffset="-207752.205">10954 8242 0,'0'0'0</inkml:trace>
  <inkml:trace contextRef="#ctx0" brushRef="#br0" timeOffset="-207490.896">11126 8030 0,'0'0'0</inkml:trace>
  <inkml:trace contextRef="#ctx0" brushRef="#br0" timeOffset="-207230.196">10544 8043 0,'0'0'0</inkml:trace>
  <inkml:trace contextRef="#ctx0" brushRef="#br0" timeOffset="-207044.984">11390 7871 0,'0'0'0</inkml:trace>
  <inkml:trace contextRef="#ctx0" brushRef="#br0" timeOffset="-195420.52">4432 6813 0,'0'0'16,"0"-26"31,0 12-47,-13 1 15,-1-13 1,1-27-1,13 26 1,-13-12 0,13 12-1,0 14 1,0 0-16,0 79 31,-40 106 0,-39 132-15,-120 40 0</inkml:trace>
  <inkml:trace contextRef="#ctx0" brushRef="#br0" timeOffset="-163695.167">2275 12515 0,'0'0'0,"27"53"32,-27-27-32,0-13 15,-13 54 1,-14-15-1</inkml:trace>
  <inkml:trace contextRef="#ctx0" brushRef="#br0" timeOffset="-163330.746">2381 12898 0,'0'0'0,"80"-52"32,-54 38-17,14 1-15,13-13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20:36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7554 4247 0,'0'0'0,"0"13"94,-27 0-94</inkml:trace>
  <inkml:trace contextRef="#ctx0" brushRef="#br0" timeOffset="1157.67">17595 4260 0,'0'0'0,"0"13"78</inkml:trace>
  <inkml:trace contextRef="#ctx0" brushRef="#br0" timeOffset="4420.078">17582 4299 0,'-14'14'94,"1"-14"-94</inkml:trace>
  <inkml:trace contextRef="#ctx0" brushRef="#br0" timeOffset="4605.162">17529 4260 0</inkml:trace>
  <inkml:trace contextRef="#ctx0" brushRef="#br0" timeOffset="4839.527">17529 4260 0,'0'0'0,"0"53"16,0-67-1,13 14 1</inkml:trace>
  <inkml:trace contextRef="#ctx0" brushRef="#br0" timeOffset="5363.021">17515 4339 0</inkml:trace>
  <inkml:trace contextRef="#ctx0" brushRef="#br0" timeOffset="5646.897">17515 4339 0,'0'0'0,"40"-40"0,-27 40 15</inkml:trace>
  <inkml:trace contextRef="#ctx0" brushRef="#br0" timeOffset="6867.991">8758 10266 0,'0'0'16,"-14"13"78,-12-13-94</inkml:trace>
  <inkml:trace contextRef="#ctx0" brushRef="#br0" timeOffset="7111.29">9512 10319 0,'0'0'0</inkml:trace>
  <inkml:trace contextRef="#ctx0" brushRef="#br0" timeOffset="7321.924">8930 10253 0,'39'-14'62</inkml:trace>
  <inkml:trace contextRef="#ctx0" brushRef="#br0" timeOffset="8351.156">15729 3757 0,'0'0'0</inkml:trace>
  <inkml:trace contextRef="#ctx0" brushRef="#br0" timeOffset="8583.503">16232 3757 0,'0'0'0,"-40"0"47</inkml:trace>
  <inkml:trace contextRef="#ctx0" brushRef="#br0" timeOffset="8732.796">16153 3823 0,'0'0'0,"-66"0"32</inkml:trace>
  <inkml:trace contextRef="#ctx0" brushRef="#br0" timeOffset="9620.674">9141 10239 0,'0'-26'47,"-13"26"0</inkml:trace>
  <inkml:trace contextRef="#ctx0" brushRef="#br0" timeOffset="9823.641">9155 10239 0,'0'0'0</inkml:trace>
  <inkml:trace contextRef="#ctx0" brushRef="#br0" timeOffset="10049.074">9155 10239 0,'0'0'0,"-40"-13"15,53 0 16,0 0-15</inkml:trace>
  <inkml:trace contextRef="#ctx0" brushRef="#br0" timeOffset="10212.763">9088 10266 0</inkml:trace>
  <inkml:trace contextRef="#ctx0" brushRef="#br0" timeOffset="10417.935">9088 10266 0,'0'0'0,"40"-27"16,-27 27-1,1-13 1</inkml:trace>
  <inkml:trace contextRef="#ctx0" brushRef="#br0" timeOffset="13095.905">15068 5014 0,'0'0'0,"26"0"47,-12 0-47,-1 13 31</inkml:trace>
  <inkml:trace contextRef="#ctx0" brushRef="#br0" timeOffset="23338.232">19923 6337 0,'13'13'235,"14"-13"-220,-1 13-15,14 0 16,92 27-1,-52-13 1,-14-1 0,-27-26-1,1 0 1</inkml:trace>
  <inkml:trace contextRef="#ctx0" brushRef="#br0" timeOffset="24003.591">20095 6284 0,'0'-13'63,"0"26"-16,-13 0-32,0-13 1,-1 13-16,-12 1 31,-1-1-15,-12 0 0,-1 13-1,14-12 1,12-1-1,14 0 1,14 0 0,-1-13-1,0 14 1,-13-1 0,13-13-1,1 0 1,-14-13 46,0-1-46,0-25 0,26-54-1</inkml:trace>
  <inkml:trace contextRef="#ctx0" brushRef="#br0" timeOffset="25302.585">20598 6456 0,'13'0'188,"0"0"-188,14 13 16,39-13-1,0 0 1,13 13-1,1 1 1,-54-14-16,14 13 16,-27 0 468</inkml:trace>
  <inkml:trace contextRef="#ctx0" brushRef="#br0" timeOffset="38209.44">19447 8850 0,'0'-13'47,"0"0"62,0 26 32,0 0-126,0 1 1,0-1-16,0 40 16,0 26-1,-13 27 1,13-53 0,0 39-1,0 1 1,13-14-1,0-12 1,0-15 0,-13-65 15</inkml:trace>
  <inkml:trace contextRef="#ctx0" brushRef="#br0" timeOffset="38675.964">19579 8837 0,'0'0'0,"13"-26"62,-13 12-46,0 28 31,-13-1-47,-40 40 15,0 0 1,0 13 0,40-40-1,13 1 16,93-80-15,13-13-16</inkml:trace>
  <inkml:trace contextRef="#ctx0" brushRef="#br0" timeOffset="38858.246">19685 8864 0,'0'0'16,"26"39"30,-26-12-46,14 12 16,-14 1 0,-27-27-1,-65-13 1,-27-13 0</inkml:trace>
  <inkml:trace contextRef="#ctx0" brushRef="#br0" timeOffset="43365.68">8996 10001 0,'0'0'0,"-13"0"79</inkml:trace>
  <inkml:trace contextRef="#ctx0" brushRef="#br0" timeOffset="43553.535">8771 10014 0</inkml:trace>
  <inkml:trace contextRef="#ctx0" brushRef="#br0" timeOffset="43729.826">8639 10041 0</inkml:trace>
  <inkml:trace contextRef="#ctx0" brushRef="#br0" timeOffset="45185.988">2937 5278 0,'0'0'0,"0"-13"63,-13 13 15,-1 0-78,1 0 0</inkml:trace>
  <inkml:trace contextRef="#ctx0" brushRef="#br0" timeOffset="45818.864">3598 5278 0,'-13'0'94</inkml:trace>
  <inkml:trace contextRef="#ctx0" brushRef="#br0" timeOffset="46436.244">4987 5318 0,'0'13'93,"-13"-13"-77,0 0 0</inkml:trace>
  <inkml:trace contextRef="#ctx0" brushRef="#br0" timeOffset="46769.51">4987 5318 0,'0'0'0,"14"13"15,-1-13 17,-13-13-17,0 0 1</inkml:trace>
  <inkml:trace contextRef="#ctx0" brushRef="#br0" timeOffset="47187.249">6006 5265 0,'0'13'63,"-13"-13"-63</inkml:trace>
  <inkml:trace contextRef="#ctx0" brushRef="#br0" timeOffset="49845.23">8718 5450 0</inkml:trace>
  <inkml:trace contextRef="#ctx0" brushRef="#br0" timeOffset="51077.873">9115 5278 0,'-13'0'93</inkml:trace>
  <inkml:trace contextRef="#ctx0" brushRef="#br0" timeOffset="51325.197">8996 5265 0</inkml:trace>
  <inkml:trace contextRef="#ctx0" brushRef="#br0" timeOffset="51498.042">8996 5265 0,'0'0'0,"-80"27"15</inkml:trace>
  <inkml:trace contextRef="#ctx0" brushRef="#br0" timeOffset="52203.493">4194 4670 0</inkml:trace>
  <inkml:trace contextRef="#ctx0" brushRef="#br0" timeOffset="52430.139">4194 4670 0,'0'0'0,"-40"0"15,27-13 32</inkml:trace>
  <inkml:trace contextRef="#ctx0" brushRef="#br0" timeOffset="52631.412">4128 4683 0</inkml:trace>
  <inkml:trace contextRef="#ctx0" brushRef="#br0" timeOffset="52797.932">4128 4683 0,'13'0'62,"-13"-13"-62</inkml:trace>
  <inkml:trace contextRef="#ctx0" brushRef="#br0" timeOffset="52970.192">4154 4670 0</inkml:trace>
  <inkml:trace contextRef="#ctx0" brushRef="#br0" timeOffset="53140.33">4154 4670 0,'0'0'0,"-26"13"0</inkml:trace>
  <inkml:trace contextRef="#ctx0" brushRef="#br0" timeOffset="53367.921">4114 4670 0</inkml:trace>
  <inkml:trace contextRef="#ctx0" brushRef="#br0" timeOffset="53597.195">4114 4670 0,'0'0'0,"14"26"31</inkml:trace>
  <inkml:trace contextRef="#ctx0" brushRef="#br0" timeOffset="53863.444">4128 4710 0</inkml:trace>
  <inkml:trace contextRef="#ctx0" brushRef="#br0" timeOffset="54112.189">4128 4710 0,'0'0'0,"-27"13"0,14-13 79</inkml:trace>
  <inkml:trace contextRef="#ctx0" brushRef="#br0" timeOffset="54289.512">4101 4723 0</inkml:trace>
  <inkml:trace contextRef="#ctx0" brushRef="#br0" timeOffset="54451.498">4101 4723 0,'0'0'0,"13"13"16</inkml:trace>
  <inkml:trace contextRef="#ctx0" brushRef="#br0" timeOffset="54899.374">4114 4736 0</inkml:trace>
  <inkml:trace contextRef="#ctx0" brushRef="#br0" timeOffset="55095.011">4114 4736 0,'0'0'0,"14"0"0,-1-13 47</inkml:trace>
  <inkml:trace contextRef="#ctx0" brushRef="#br0" timeOffset="55306.147">4194 4736 0</inkml:trace>
  <inkml:trace contextRef="#ctx0" brushRef="#br0" timeOffset="56820.49">4591 4710 0,'-14'-14'63</inkml:trace>
  <inkml:trace contextRef="#ctx0" brushRef="#br0" timeOffset="57044.175">4591 4710 0,'0'0'15,"-14"-27"-15</inkml:trace>
  <inkml:trace contextRef="#ctx0" brushRef="#br0" timeOffset="58998.156">5027 6562 0,'0'0'0,"13"0"94</inkml:trace>
  <inkml:trace contextRef="#ctx0" brushRef="#br0" timeOffset="59211.957">5027 6562 0,'0'0'15,"27"-14"-15,-14 14 16,0 0 15,13 0-15</inkml:trace>
  <inkml:trace contextRef="#ctx0" brushRef="#br0" timeOffset="59425.274">5093 6575 0,'13'0'62,"1"0"-62</inkml:trace>
  <inkml:trace contextRef="#ctx0" brushRef="#br0" timeOffset="59608.313">5093 6575 0,'0'0'16,"27"0"-16,-14 0 47,0 0-47</inkml:trace>
  <inkml:trace contextRef="#ctx0" brushRef="#br0" timeOffset="59770.001">5146 6562 0</inkml:trace>
  <inkml:trace contextRef="#ctx0" brushRef="#br0" timeOffset="59937.016">5146 6562 0,'0'0'0,"0"13"0</inkml:trace>
  <inkml:trace contextRef="#ctx0" brushRef="#br0" timeOffset="60124.277">5133 6601 0,'0'0'0,"0"-13"63</inkml:trace>
  <inkml:trace contextRef="#ctx0" brushRef="#br0" timeOffset="60260.896">5133 6601 0,'0'0'0,"-27"0"16,41 0 31,-1 0-47</inkml:trace>
  <inkml:trace contextRef="#ctx0" brushRef="#br0" timeOffset="60417.923">5120 6628 0</inkml:trace>
  <inkml:trace contextRef="#ctx0" brushRef="#br0" timeOffset="60590.878">5120 6628 0,'0'0'0,"53"0"16,-53-13 15</inkml:trace>
  <inkml:trace contextRef="#ctx0" brushRef="#br0" timeOffset="60757.03">5146 6628 0,'27'0'47</inkml:trace>
  <inkml:trace contextRef="#ctx0" brushRef="#br0" timeOffset="60911.826">5146 6628 0,'0'0'0,"13"13"0,1-26 31</inkml:trace>
  <inkml:trace contextRef="#ctx0" brushRef="#br0" timeOffset="61071.52">5133 6654 0</inkml:trace>
  <inkml:trace contextRef="#ctx0" brushRef="#br0" timeOffset="61239.584">5133 6654 0,'0'0'0,"13"0"16,0-13-16</inkml:trace>
  <inkml:trace contextRef="#ctx0" brushRef="#br0" timeOffset="61401.477">5159 6654 0</inkml:trace>
  <inkml:trace contextRef="#ctx0" brushRef="#br0" timeOffset="61573.016">5159 6654 0,'0'0'0,"-13"0"0</inkml:trace>
  <inkml:trace contextRef="#ctx0" brushRef="#br0" timeOffset="61759.554">5133 6681 0,'26'-27'63</inkml:trace>
  <inkml:trace contextRef="#ctx0" brushRef="#br0" timeOffset="63915.903">6879 6456 0</inkml:trace>
  <inkml:trace contextRef="#ctx0" brushRef="#br0" timeOffset="64178.118">6879 6456 0,'0'0'0,"-53"-13"0</inkml:trace>
  <inkml:trace contextRef="#ctx0" brushRef="#br0" timeOffset="64368.1">6826 6469 0</inkml:trace>
  <inkml:trace contextRef="#ctx0" brushRef="#br0" timeOffset="64542.639">6826 6469 0,'0'0'0,"0"40"16</inkml:trace>
  <inkml:trace contextRef="#ctx0" brushRef="#br0" timeOffset="66926.914">7223 6350 0,'13'13'62</inkml:trace>
  <inkml:trace contextRef="#ctx0" brushRef="#br0" timeOffset="67185.932">7223 6350 0,'0'0'0,"-13"13"0,26-13 15,0 0 1</inkml:trace>
  <inkml:trace contextRef="#ctx0" brushRef="#br0" timeOffset="67401.887">7223 6376 0</inkml:trace>
  <inkml:trace contextRef="#ctx0" brushRef="#br0" timeOffset="67729.599">7223 6376 0,'0'0'0,"13"-13"16</inkml:trace>
  <inkml:trace contextRef="#ctx0" brushRef="#br0" timeOffset="67910.201">7210 6376 0</inkml:trace>
  <inkml:trace contextRef="#ctx0" brushRef="#br0" timeOffset="68083.628">7210 6376 0,'0'0'15,"26"40"-15</inkml:trace>
  <inkml:trace contextRef="#ctx0" brushRef="#br0" timeOffset="74962.927">7197 4220 0,'0'0'16,"13"13"46,27-13-62,52 14 16,226 25-1,-160-26-15,-25-13 0</inkml:trace>
  <inkml:trace contextRef="#ctx0" brushRef="#br0" timeOffset="75778.024">16894 4286 0,'26'13'47,"40"-13"-32,53 27-15,278 52 16</inkml:trace>
  <inkml:trace contextRef="#ctx0" brushRef="#br0" timeOffset="76926.459">2924 10888 0,'0'0'0,"13"0"79,0 0-79,14 0 15,12 0 1,67 26-1,40 1 1</inkml:trace>
  <inkml:trace contextRef="#ctx0" brushRef="#br0" timeOffset="77127.391">2434 11972 0,'0'0'15,"119"-13"-15,225-27 16,40-26 15,-199 13-31</inkml:trace>
  <inkml:trace contextRef="#ctx0" brushRef="#br0" timeOffset="77676.971">5186 11046 0,'0'0'15,"53"93"1</inkml:trace>
  <inkml:trace contextRef="#ctx0" brushRef="#br0" timeOffset="78009.935">5490 11179 0,'0'0'0,"-26"-40"63,39 40-1,0 0-62,14 13 16,65 0-1,14-13 1,-66 0-16,-14 0 16,-13 0-1,-79 0 1</inkml:trace>
  <inkml:trace contextRef="#ctx0" brushRef="#br0" timeOffset="78592.812">8202 11245 0,'13'0'62,"-13"13"-15</inkml:trace>
  <inkml:trace contextRef="#ctx0" brushRef="#br0" timeOffset="79075.106">10306 11324 0,'0'0'0,"-27"0"141,1-13-126,-1 0-15</inkml:trace>
  <inkml:trace contextRef="#ctx0" brushRef="#br0" timeOffset="79892.043">5834 10464 0,'-13'0'109,"0"0"-109</inkml:trace>
  <inkml:trace contextRef="#ctx0" brushRef="#br0" timeOffset="81691.112">2672 5054 0,'0'0'0,"0"-14"47</inkml:trace>
  <inkml:trace contextRef="#ctx0" brushRef="#br0" timeOffset="82055.553">4352 10054 0,'0'0'16,"40"66"-16</inkml:trace>
  <inkml:trace contextRef="#ctx0" brushRef="#br0" timeOffset="82871.851">5133 10292 0,'0'0'0,"0"-66"31,0 53-15,13 13 46,-13 26-62,13 14 16,14 92 0,-27 14-1,-13-80 1,-14 13 0,14-65-1,-14-41 1,1-39-1,26-13 1,0 39 0,26-26-1,1 26 1,-1 27 0,14 13-1,39 53 1,-39 0-1,-40 0 1,-53-14 0,0-39-1,27 0-15,-40-39 16,13-54 0</inkml:trace>
  <inkml:trace contextRef="#ctx0" brushRef="#br0" timeOffset="83437.986">5569 10186 0,'0'0'0,"0"-52"16,14 12 0,-14 27-1,13 26 16,-13 0-31,26 40 32,-12 40-17,-14 39 1,0-66 0,-27-26-1,1-27 1,26 0-1,13-13 32,0 0-47,0 13 16,54 14 0,-28-1-1,-12 1 1,-14-27-1,-13-13 1</inkml:trace>
  <inkml:trace contextRef="#ctx0" brushRef="#br0" timeOffset="83639.336">5887 10372 0,'0'0'16,"53"53"31,-40-40-47,14 13 16,-1-12-1,14-28 1</inkml:trace>
  <inkml:trace contextRef="#ctx0" brushRef="#br0" timeOffset="83788.241">6165 10372 0,'0'0'0,"39"66"31,-25-26-15,-1-14-16,-13 14 15,-132 105 1,-239 14-1</inkml:trace>
  <inkml:trace contextRef="#ctx0" brushRef="#br0" timeOffset="85032.492">10173 10517 0,'0'0'0</inkml:trace>
  <inkml:trace contextRef="#ctx0" brushRef="#br0" timeOffset="86354.166">10120 10425 0,'14'-67'32,"-14"41"-32,0 0 15,0-14 1,-14 0 0,-12 40-16,-27-13 15,0 39 1,13 14-1,27 26 17,26-26-32,14 0 15,-1-1-15,40 27 16,1 1 0,-15-28-1,-25-26 1,-54-26 15,-25-13-15,-1-1-1,26 14-15,-13 13 16</inkml:trace>
  <inkml:trace contextRef="#ctx0" brushRef="#br0" timeOffset="86752.014">10292 10478 0,'0'0'0,"14"0"94,-1 0-79,0 0 1,13-14 0,14-39-1,-27 27 1,-13-1 0,0 14-1,-13 13 1,-13 13-1,12 1-15,-38 39 16,25 13 0,27-27 15,27 28-15,52-54-1,27-40-15</inkml:trace>
  <inkml:trace contextRef="#ctx0" brushRef="#br0" timeOffset="87085.897">10517 10332 0,'0'0'0,"27"66"31,-1-13-15,14 0-1,-1-13 1,-12-27 0,-14-13-1,14-13 1,39-53 0,-13-1-1,-27 28 1,-26 52-1,-53 66 1,-172 67 0,-291 39-1</inkml:trace>
  <inkml:trace contextRef="#ctx0" brushRef="#br0" timeOffset="87856.307">7316 11284 0,'26'-66'31,"-26"53"-31,13 13 15,-13-13 1,14 0 47</inkml:trace>
  <inkml:trace contextRef="#ctx0" brushRef="#br0" timeOffset="88050.481">8771 11258 0,'-40'-66'31,"-13"53"-15,-53-14 0</inkml:trace>
  <inkml:trace contextRef="#ctx0" brushRef="#br0" timeOffset="88268.148">7078 11179 0,'0'0'0,"92"0"32,27 0-17,-53-40 1</inkml:trace>
  <inkml:trace contextRef="#ctx0" brushRef="#br0" timeOffset="90400.033">12793 11126 0,'0'0'0,"-14"-14"188,1 14-188</inkml:trace>
  <inkml:trace contextRef="#ctx0" brushRef="#br0" timeOffset="91199.144">12382 10464 0,'0'0'0,"-26"-53"31,26 40-15,0 0-1,0 0 1,13-1-16,-13-25 16,0 12-1,13 27 1,-13 14 15,14 105-15,-14-27-1,-14-39 1,1-26 0,13-41 30,0-25-30,13 12 0,1 14-1,25 26 1,-12 14 0,-14 12-1,0-12 1,-13-14-1,-13-13-15,-27 0 16,-92-13 0</inkml:trace>
  <inkml:trace contextRef="#ctx0" brushRef="#br0" timeOffset="91932.409">12726 10530 0,'0'0'0,"0"-52"47,0 38-31,-13-39-1,0 40 1,13 0 0,0 26-1,-13 14 1,13 26 0,26 13-1,1-27 1,12 1 15,-25-27-31,25 0 16,14-39-1,27-40 1,-27 13 0,-27 13-1,-26 27 1,13 26 15,-13 1-15,13 12-1,1 14 1,-14-1 0,13-12-1,0-1 1,0-13-1,27-39 17,-27-27-17,0 40-15,-13-14 16,-39-25 0,12 12-1,-12 27 1,12-1-1,14 14-15,13 27 16</inkml:trace>
  <inkml:trace contextRef="#ctx0" brushRef="#br0" timeOffset="92264.966">13494 10306 0,'66'13'63,"-40"0"-63,-12 13 15,25 14 1,-39 13-1,0-26-15,-39 39 16,-14 0 0,13-27-1,53 1 1,27-13 0,66-41 15</inkml:trace>
  <inkml:trace contextRef="#ctx0" brushRef="#br0" timeOffset="92397.918">13388 10478 0,'93'0'0,"-27"0"16,53 0-1</inkml:trace>
  <inkml:trace contextRef="#ctx0" brushRef="#br0" timeOffset="94512.873">7369 4987 0,'0'0'0,"13"0"47,-13-13-32,13 13-15,27-26 16,26-14 0,119-66-1</inkml:trace>
  <inkml:trace contextRef="#ctx0" brushRef="#br0" timeOffset="94832.154">7660 4683 0,'0'0'0,"26"0"47,1 13-31,26 27-1,-14 0 1,-26-1 0,-13-12-16,-13-14 15,0 0 1,-40 1-1,0-14-15,27-14 16,26-39 15,66-105-15</inkml:trace>
  <inkml:trace contextRef="#ctx0" brushRef="#br0" timeOffset="95846.318">15280 10848 0,'0'0'15,"-14"0"126,1 0-141,0 0 0</inkml:trace>
  <inkml:trace contextRef="#ctx0" brushRef="#br0" timeOffset="96011.497">15055 10874 0,'0'0'0</inkml:trace>
  <inkml:trace contextRef="#ctx0" brushRef="#br0" timeOffset="96761.871">5887 10755 0,'0'0'0,"13"0"94</inkml:trace>
  <inkml:trace contextRef="#ctx0" brushRef="#br0" timeOffset="96943.521">5887 10755 0,'0'0'0,"53"0"31,-40 0-15,14-13 0</inkml:trace>
  <inkml:trace contextRef="#ctx0" brushRef="#br0" timeOffset="97859.597">17939 10729 0,'0'0'0,"-13"0"79,-14 0-79</inkml:trace>
  <inkml:trace contextRef="#ctx0" brushRef="#br0" timeOffset="98000.389">17820 10623 0</inkml:trace>
  <inkml:trace contextRef="#ctx0" brushRef="#br0" timeOffset="99357.848">8506 4829 0,'14'-53'47,"-1"53"-32,26-14 1,14 1-16</inkml:trace>
  <inkml:trace contextRef="#ctx0" brushRef="#br0" timeOffset="99525.304">8969 4855 0,'0'0'0,"80"0"47,-41 0-47,107 27 16</inkml:trace>
  <inkml:trace contextRef="#ctx0" brushRef="#br0" timeOffset="99692.205">9803 4895 0,'0'0'0,"66"0"16,-40-13-1,54 13 1,-1 0 0,-13 13-1</inkml:trace>
  <inkml:trace contextRef="#ctx0" brushRef="#br0" timeOffset="99878.071">10755 4934 0,'66'-26'15,"-39"26"1,13 0-16,26 0 16,13 13-1</inkml:trace>
  <inkml:trace contextRef="#ctx0" brushRef="#br0" timeOffset="100050.631">11536 4921 0,'0'0'0,"53"-13"62,-53-13-62</inkml:trace>
  <inkml:trace contextRef="#ctx0" brushRef="#br0" timeOffset="102991.379">5913 12607 0,'14'0'78,"-14"14"-78,13-1 16</inkml:trace>
  <inkml:trace contextRef="#ctx0" brushRef="#br0" timeOffset="103204.886">8692 12819 0,'0'0'0,"-80"79"47,27-52-47</inkml:trace>
  <inkml:trace contextRef="#ctx0" brushRef="#br0" timeOffset="103783.261">11880 12435 0,'0'0'0</inkml:trace>
  <inkml:trace contextRef="#ctx0" brushRef="#br0" timeOffset="107906.011">7223 4405 0,'0'0'0,"13"-26"47,-13 39-16,0 0-16</inkml:trace>
  <inkml:trace contextRef="#ctx0" brushRef="#br0" timeOffset="108701.432">18759 4260 0,'0'0'0,"-13"0"63,-27 0-48,14 0-15</inkml:trace>
  <inkml:trace contextRef="#ctx0" brushRef="#br0" timeOffset="112130.66">17462 3532 0,'0'0'0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22:38.3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4207 10478 0,'0'13'109,"-13"-13"-109</inkml:trace>
  <inkml:trace contextRef="#ctx0" brushRef="#br0" timeOffset="256.3">4286 10544 0,'0'13'62</inkml:trace>
  <inkml:trace contextRef="#ctx0" brushRef="#br0" timeOffset="459.944">4286 10544 0,'0'0'16,"80"39"-16</inkml:trace>
  <inkml:trace contextRef="#ctx0" brushRef="#br0" timeOffset="655.326">4524 10610 0,'0'0'16</inkml:trace>
  <inkml:trace contextRef="#ctx0" brushRef="#br0" timeOffset="2652.541">6800 10835 0,'0'0'16</inkml:trace>
  <inkml:trace contextRef="#ctx0" brushRef="#br0" timeOffset="2840.891">6734 10941 0,'0'0'0</inkml:trace>
  <inkml:trace contextRef="#ctx0" brushRef="#br0" timeOffset="6210.973">13004 6482 0,'0'14'94,"-13"-14"-78,0 0-16</inkml:trace>
  <inkml:trace contextRef="#ctx0" brushRef="#br0" timeOffset="6392.457">12885 6535 0,'0'0'0</inkml:trace>
  <inkml:trace contextRef="#ctx0" brushRef="#br0" timeOffset="7110.632">14579 6443 0,'0'0'0,"0"13"94,-14-13-94</inkml:trace>
  <inkml:trace contextRef="#ctx0" brushRef="#br0" timeOffset="7301.436">14420 6496 0,'0'0'0</inkml:trace>
  <inkml:trace contextRef="#ctx0" brushRef="#br0" timeOffset="7477.249">14420 6496 0,'66'13'0,"-132"-26"0</inkml:trace>
  <inkml:trace contextRef="#ctx0" brushRef="#br0" timeOffset="7648.879">14420 6522 0</inkml:trace>
  <inkml:trace contextRef="#ctx0" brushRef="#br0" timeOffset="7818.217">14420 6522 0,'0'0'0,"53"0"0</inkml:trace>
  <inkml:trace contextRef="#ctx0" brushRef="#br0" timeOffset="8082.067">12091 6615 0,'0'0'0</inkml:trace>
  <inkml:trace contextRef="#ctx0" brushRef="#br0" timeOffset="12016.145">16034 7488 0,'0'13'93</inkml:trace>
  <inkml:trace contextRef="#ctx0" brushRef="#br0" timeOffset="12205.481">15941 7580 0,'0'0'0</inkml:trace>
  <inkml:trace contextRef="#ctx0" brushRef="#br0" timeOffset="12378.626">15875 7580 0,'0'0'15</inkml:trace>
  <inkml:trace contextRef="#ctx0" brushRef="#br0" timeOffset="12710.942">15875 7580 0,'0'0'0,"13"27"16,-13-40-1</inkml:trace>
  <inkml:trace contextRef="#ctx0" brushRef="#br0" timeOffset="12872.663">15835 7594 0</inkml:trace>
  <inkml:trace contextRef="#ctx0" brushRef="#br0" timeOffset="13055.762">15835 7594 0,'0'0'0,"40"26"16,-27-39-1</inkml:trace>
  <inkml:trace contextRef="#ctx0" brushRef="#br0" timeOffset="13555.13">16007 7646 0,'0'14'78,"14"-14"-78</inkml:trace>
  <inkml:trace contextRef="#ctx0" brushRef="#br0" timeOffset="15432.287">23627 7541 0</inkml:trace>
  <inkml:trace contextRef="#ctx0" brushRef="#br0" timeOffset="15693.648">23627 7541 0,'0'0'0,"27"-14"16,-40 28 15</inkml:trace>
  <inkml:trace contextRef="#ctx0" brushRef="#br0" timeOffset="15913.864">23680 7527 0,'0'0'0</inkml:trace>
  <inkml:trace contextRef="#ctx0" brushRef="#br0" timeOffset="16115.088">23720 7501 0,'0'0'15</inkml:trace>
  <inkml:trace contextRef="#ctx0" brushRef="#br0" timeOffset="16270.132">23720 7501 0,'0'0'0,"0"40"15,13-40 1</inkml:trace>
  <inkml:trace contextRef="#ctx0" brushRef="#br0" timeOffset="17834.543">23892 8877 0,'0'0'0,"0"13"79,13-13-79</inkml:trace>
  <inkml:trace contextRef="#ctx0" brushRef="#br0" timeOffset="18038.787">23892 8877 0,'0'0'15,"-53"-13"1,79 13 15</inkml:trace>
  <inkml:trace contextRef="#ctx0" brushRef="#br0" timeOffset="18150.73">23865 8864 0</inkml:trace>
  <inkml:trace contextRef="#ctx0" brushRef="#br0" timeOffset="18767.676">23799 7633 0,'13'-13'46,"-26"13"-30</inkml:trace>
  <inkml:trace contextRef="#ctx0" brushRef="#br0" timeOffset="18959.021">23852 7567 0</inkml:trace>
  <inkml:trace contextRef="#ctx0" brushRef="#br0" timeOffset="19494.037">23773 7501 0</inkml:trace>
  <inkml:trace contextRef="#ctx0" brushRef="#br0" timeOffset="19700.734">23773 7501 0,'0'0'0,"-27"13"15,41-13 1</inkml:trace>
  <inkml:trace contextRef="#ctx0" brushRef="#br0" timeOffset="19862.247">23733 7567 0</inkml:trace>
  <inkml:trace contextRef="#ctx0" brushRef="#br0" timeOffset="20049.388">23733 7567 0,'0'0'0,"27"0"15,-14 0-15</inkml:trace>
  <inkml:trace contextRef="#ctx0" brushRef="#br0" timeOffset="20249.318">23786 7580 0</inkml:trace>
  <inkml:trace contextRef="#ctx0" brushRef="#br0" timeOffset="20449.124">23786 7580 0,'0'0'0,"13"-13"15,0 13 17</inkml:trace>
  <inkml:trace contextRef="#ctx0" brushRef="#br0" timeOffset="20658.687">23786 7567 0,'0'0'0</inkml:trace>
  <inkml:trace contextRef="#ctx0" brushRef="#br0" timeOffset="20866.731">23786 7567 0,'0'0'0,"53"27"16,-53-41-1,13 14 16</inkml:trace>
  <inkml:trace contextRef="#ctx0" brushRef="#br0" timeOffset="21041.094">23812 7607 0</inkml:trace>
  <inkml:trace contextRef="#ctx0" brushRef="#br0" timeOffset="21199.76">23786 7554 0</inkml:trace>
  <inkml:trace contextRef="#ctx0" brushRef="#br0" timeOffset="35422.316">24011 6892 0,'0'0'0,"13"0"62,-13 14-31,0-1-15,0 13-16,0 14 16,13 79-1,1 53 1,12 13 0,-13-119-16,1-13 15,12 27 1,-26-41-1,0-12 1,-53-40 15</inkml:trace>
  <inkml:trace contextRef="#ctx0" brushRef="#br0" timeOffset="35954.097">23945 7461 0,'0'0'32,"13"13"14,-13 14-46,13-1 16,0 1-16,1 52 31,12 14-15,-26-53 0,0-27-1,0-53 1,-13-39-1,0-40 1,-1 26 0,14 27-1,0 26 1,40 40 0,79 40-1,14 13 1,-28 13-1,-52-13 1,-39 0 15,-134 26-15,-171 53 0,80-26-16</inkml:trace>
  <inkml:trace contextRef="#ctx0" brushRef="#br0" timeOffset="37343.683">10491 8242 0</inkml:trace>
  <inkml:trace contextRef="#ctx0" brushRef="#br0" timeOffset="38451.087">9922 8850 0,'0'-13'62,"13"13"-46,0 0 0,-13 13-16</inkml:trace>
  <inkml:trace contextRef="#ctx0" brushRef="#br0" timeOffset="38600.687">9922 8850 0,'0'0'16,"40"-39"0,-14 25-1,14 28 1</inkml:trace>
  <inkml:trace contextRef="#ctx0" brushRef="#br0" timeOffset="40151.471">23971 8361 0,'0'-13'46,"0"-1"-46,0 1 16,13 13 0,-13-13-1,0 26 48,14 0-48,-1 27-15,0 13 16,0 40 0,1-1-16,-1 14 0,0-13 15,0 26 1,-13-53 0,0 0-1,0-53 1,-13 0-1,-13-13 1,-14-26 0</inkml:trace>
  <inkml:trace contextRef="#ctx0" brushRef="#br0" timeOffset="40349.931">23905 8824 0,'13'13'62,"1"40"-46,-14-13 0,0-1-16,0 107 15</inkml:trace>
  <inkml:trace contextRef="#ctx0" brushRef="#br0" timeOffset="40649.809">24011 9208 0,'0'0'0,"0"-186"47,0 133-47,0 14 15,-13-41 1,13 27-1,0 27 1,53 26 0,105 26-1,81 54 1,-187-54 0,-38 27-1,-94 40 1,-171 39-1,92-66-15,-105 66 16</inkml:trace>
  <inkml:trace contextRef="#ctx0" brushRef="#br0" timeOffset="44396.144">3215 7911 0,'0'0'0,"-93"-13"31,40 0-15,13-14-1,-65 1 1,-41 12 0,-52 28-1,39-1 1,93 0 0,-14-13-1,27 0-15,-39 13 16,26-13-1,26 0 1,-13 14 15,0 52-15,-13 66 0,0 53-1,53-26 1,13 106-1,39-93 1,28 0 0,52-14-1,53-39 1,185-53 0,-53-92-1,27-40 1,-14-27-1,-39-13 17,-40-39-17,-185 13 1,-53-54 0,-106-12-1,-198-146 1,-13 132-1,-120 67 1,119 79 0</inkml:trace>
  <inkml:trace contextRef="#ctx0" brushRef="#br0" timeOffset="45263.432">3545 6416 0,'0'0'0,"-26"-66"47,13 53-31,-14-14 0,1 1-1,-40-14 1,-53 14-1,-80-1 1,-105 40 0,79 54-1,0 12 1,66 14 0,1 65-1,39 28 1,39 52-1,27 0 1,53-27 0,53 41 15,66-107-15,80-39-1,65-53 1,226-66-1,-186-80 1,-53-52 0,-52-67-1,-80-53 1,-93 107-16,-39-173 16,-106 40-1,-119 79 1,-146 106-1,67 93 1</inkml:trace>
  <inkml:trace contextRef="#ctx0" brushRef="#br0" timeOffset="45484.042">2752 6773 0,'0'0'0</inkml:trace>
  <inkml:trace contextRef="#ctx0" brushRef="#br0" timeOffset="46078.969">2897 6204 0,'0'0'0,"0"-13"94,0 0-94,13-27 16,27-26-16,106-145 15,79-14 1,-1 39 0,-144 120-1,26 0 1,-67 53 0,-25 13-16</inkml:trace>
  <inkml:trace contextRef="#ctx0" brushRef="#br0" timeOffset="46479.986">3559 5212 0,'0'0'16,"79"27"30,-39-14-30,13 13-16,39 14 16,1-27-1,-40 14 17,-27-1-17,-26-12-15,-13 25 16,-80 27-1,-12 0 1,12-39 0,66-14-16,1-13 15,0 0-15,-1-40 16,27-79 0,13-172-1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32:30.4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15901 2937 0</inkml:trace>
  <inkml:trace contextRef="#ctx0" brushRef="#br0" timeOffset="104042.429">11020 9882 0,'0'0'0,"40"0"110,39 0-110,80 0 15,66 0-15,304 13 16,0 14 0,53 26 15,-489-53-31</inkml:trace>
  <inkml:trace contextRef="#ctx0" brushRef="#br0" timeOffset="119879.175">19539 4511 0,'0'0'0,"14"0"94,12-26-94,27-14 15,53-26-15,26-40 16,27-13-16,211-146 16,80-39-1,0-13 1,-80 52 0,-145 53-1,27 1 1,-173 131-1,-39 54 17,-1-1-17,-52 27 110,0-13-109,0 0 0,-14 0-1,14-14 1,13 14-1,-13 13 1,26 0 15,0 0-15,14 0 0,39 13-1,0 0 1,-40-13-16,-12 14 15,-1-14 1,-13 26 15,0-13-31,0 27 16,0 26 0,-27 0-1,1-13 16,0 13-15,26-52 0,-14-14-1,14-14 17,-13 1-32,-13-40 15,-27-26 1,0-14-1,-80-65 1</inkml:trace>
  <inkml:trace contextRef="#ctx0" brushRef="#br0" timeOffset="121875.835">20743 3003 0,'0'0'0,"-79"-53"31,39 53-31,-66 13 31,1 40-31,38-13 32,41 0-17,26-27-15,26 0 16,41-13-1,-1-13 1,-13-14 0,-40 1-1,0 26 1,-13 26 15,13 27-15,1-26-16,12 65 15,14-12 1,-14-1 15,-13-26-15,1-27 0,-28-26-16,-25 0 15,-54-26 1,-13-14-1,0-39 1,27 0-16</inkml:trace>
  <inkml:trace contextRef="#ctx0" brushRef="#br0" timeOffset="122427.107">20995 3096 0,'0'0'0,"-53"-67"47,40 54-47,-14 0 16,-39 13-1,0 26 1,13 14-1,53-13-15,0 12 16,53-12 0,0-27-1,0-27 1,-27-52 0,-39 39-1,-27-13 1,14 14-1,-1 12 17,67 40-1,13 1-15,0-1-1,-27-13-15,1 13 16,-14 0-1,0 1 1,14 12 0,-1 14-1,133 26 1</inkml:trace>
  <inkml:trace contextRef="#ctx0" brushRef="#br0" timeOffset="122576.128">21325 2937 0,'0'0'16,"-66"-93"-16,-13 40 31,0 14-15,-14 39 0,-13 92-1</inkml:trace>
  <inkml:trace contextRef="#ctx0" brushRef="#br0" timeOffset="123026.002">21577 2699 0,'-66'-27'63,"39"27"-63,-26 14 15,14 12-15,-1 14 16,-26 26 0,39-26-1,27-27 1,53-40-1,27-92 1,-14-145 0,-66 171-1,-14 67 1,1-1 0,0 54-1,-27 118 1,27 67-1,40-80 1,78-53 15,14-12-31</inkml:trace>
  <inkml:trace contextRef="#ctx0" brushRef="#br0" timeOffset="124941.254">19659 4498 0,'0'0'0,"-53"-13"47,39 13-47,28 0 94,12-14-78,14 1-16,211-79 15,186-80 1,79 0 15,52-14-15,-290 107-16,291-106 15,-53 13 1,-132 26 0,-212 54-1,-93 26 1,-52 39 0,-14 14-1,0 13 1,-13-13-1,-13 13 64,0 0-1,-14-27-63,14 14 1,-14-13-16,1-1 16,-40-26-1,39 27-15,14 13 16,0-1-1,26 14 32,14 14-47,25 12 16,-12-13 0,26 14-1,0-1 1,-13 1-1,14-1 1,-28-13 0,-26 0-1,1 1 1,-14-1 0,0 13-1,0 27 1,0-13-1,-27 13 1,-26 13 0,27-39-16,-40 25 15,26-12 17,14-27-17,12-13 1,1-13-1,-13-119 1,12-67 0,1 27-1,0 93 1,-93 53 0</inkml:trace>
  <inkml:trace contextRef="#ctx0" brushRef="#br0" timeOffset="125707.175">22754 2805 0,'0'79'62,"13"-39"-62,-13-14 16,0 14-16,0 13 15,14-27 1,-1-26 15,13-26-31,1-1 16,12-26 0,-12 14-1,-14 25 1,-13 28 15,13-14-31,1 39 16,-1-12-1,13-1 1,-12-26 0,52-26-1</inkml:trace>
  <inkml:trace contextRef="#ctx0" brushRef="#br0" timeOffset="125823.286">23098 2871 0,'0'-80'31,"0"199"-31,0-158 16,0-67-16,0 79 0,0-12 15,0 26 17,13 13-17</inkml:trace>
  <inkml:trace contextRef="#ctx0" brushRef="#br0" timeOffset="126655.761">23257 2752 0,'0'0'15,"0"13"32,13-13-31,-13 13-1,13-13-15,14 0 16,12-13 0,-12-14-1,26-25 1,-40-1-1,-13 26 1,0 14 0,-40 53 15,1 26-15,12-13-1,27-27-15,0-13 16,80 27-1,92-80 1,13-65 0,-93 12-1,-52 14 1,-13-14 15,-27 40-15,-14 40-1,14 26 17,-53 80-17,14-1 1,25-12 0,14-14-1,0-53-15,27 13 16,13-26-1,52-79 1,27-93 0,-79 40-1,-40 79 17,0 40-17,0 52 16,-13 1-31,0 119 16,26-14 0,79-39-1,1-53-15</inkml:trace>
  <inkml:trace contextRef="#ctx0" brushRef="#br0" timeOffset="128704.4">19659 4471 0,'0'0'0,"-14"14"109,1-14-109,0 13 16,-14 13-16,-105 54 15,-146 78 1,93-52 0,-27 13-16,-436 212 15,238-159 16,106-53-15,145-66 0,119-26-1,27-27 1,26 0 281,1-14-297,-1 1 15,27-40 1,-14 27-16,0-14 16,41-39-1,-41 52 1,-26 14 0,13 13 15,-26 13-16,-27 40 1,-26 26 0,0-26-1,13-13 1,0-13 0,53-14 15,0 0-16,13 0 1,1 14-16,25-1 16,14 14-1,0-14 1,13 1 0,-13-27-1,-26-27 1,-14-26 15,-26-26-15,-27-40-1,0 53-15,-13-53 16,40 66 0,26 13-1</inkml:trace>
  <inkml:trace contextRef="#ctx0" brushRef="#br0" timeOffset="129836.653">18415 5292 0,'0'0'0,"13"-53"62,-13 40-62,0 39 31,0 0-15,-13 41-16,0-1 16,0-13-16,-1 13 15,14-40 16,14-13-15,-1-13 0,40-39-1,53-41 1,-40 41 0,-40 39-1,1 0 1,-14 39-1,-13-25 1,-40-1 0,-13 0-1,-26-13 1,-1-26 0,54 12-1,26 1 1</inkml:trace>
  <inkml:trace contextRef="#ctx0" brushRef="#br0" timeOffset="130252.964">18904 5384 0,'0'0'15,"-13"-39"32,0 25-31,0 1-16,0 13 15,-1 0-15,-25 27 16,25 12 0,14 14-1,27-40 1,26 1 15,-27-28-15,-13 1-1,1 0 1,-1 13 0,13 26-1,14 1 1,-13-1-1,-1-12 1,-13-1 0</inkml:trace>
  <inkml:trace contextRef="#ctx0" brushRef="#br0" timeOffset="130670.345">19368 5345 0,'0'0'0,"-27"-67"31,14 41-15,0 13-16,-40-27 16,13 40-1,-13 13 1,13 53-1,40 54 1,53-68 0,53-25-1,0-40 1,-40-53 0,-13-93-1,-66 93 1,0 13-1,-1 53 17,-25 158-17,25 41 1,28-107-16</inkml:trace>
  <inkml:trace contextRef="#ctx0" brushRef="#br0" timeOffset="134015.774">19526 4419 0,'66'13'47,"-52"-13"-47,-1 0 16,-13 13 62,0 0-47,-13-13-15,-1 0-1,14-13 32,14 13-47,-1-13 16,40 0 0,-14 13-1,-12 13 1,-14-13-16,0 39 15,-13-12 1,-26-1 0,-14-12 15,-13-14-15,14-14-1,25-25 1,28-1-1,12 0 1,27 27 0,-40 40-1</inkml:trace>
  <inkml:trace contextRef="#ctx0" brushRef="#br0" timeOffset="134849.071">20757 3585 0,'13'13'109,"13"1"-109,14-14 16,-27 13-16</inkml:trace>
  <inkml:trace contextRef="#ctx0" brushRef="#br0" timeOffset="134985.071">20889 3479 0,'-40'80'46,"27"-41"-46</inkml:trace>
  <inkml:trace contextRef="#ctx0" brushRef="#br0" timeOffset="135482.968">21974 3664 0,'13'14'62,"0"-1"-46,0 13-1,14 1-15</inkml:trace>
  <inkml:trace contextRef="#ctx0" brushRef="#br0" timeOffset="135631.841">22132 3651 0,'-26'53'47,"-14"-13"-47</inkml:trace>
  <inkml:trace contextRef="#ctx0" brushRef="#br0" timeOffset="136332.046">18812 4855 0,'0'0'0,"13"0"94,0 13-94,1 1 15,-1 12 1</inkml:trace>
  <inkml:trace contextRef="#ctx0" brushRef="#br0" timeOffset="136472.525">18971 4895 0</inkml:trace>
  <inkml:trace contextRef="#ctx0" brushRef="#br0" timeOffset="137264.707">21881 3638 0,'0'13'78,"13"0"-78,-13 14 16,27 13 0,12 26-16</inkml:trace>
  <inkml:trace contextRef="#ctx0" brushRef="#br0" timeOffset="137446.989">21987 3519 0,'0'0'0,"13"66"31,14 0-15,25 67-16</inkml:trace>
  <inkml:trace contextRef="#ctx0" brushRef="#br0" timeOffset="140028.176">18680 1826 0,'66'-14'47,"-27"1"-31,41 13-1,-27 0 1,-14 40 0,-25 13-1,-41 39 1,-39-39 0,40-26-1,12-14 1,28 0 15,78 0-15,80 14-1,-40-27-15</inkml:trace>
  <inkml:trace contextRef="#ctx0" brushRef="#br0" timeOffset="140185.662">19354 1984 0,'0'0'0,"106"-13"31</inkml:trace>
  <inkml:trace contextRef="#ctx0" brushRef="#br0" timeOffset="140427.957">19764 1799 0,'0'66'47,"-13"-13"-31,-13 53-1,-14-40 1,0-26 0</inkml:trace>
  <inkml:trace contextRef="#ctx0" brushRef="#br0" timeOffset="140627.249">19764 1720 0,'93'66'62,"-53"-13"-62,13 13 16,-27-13-16,-13 0 15,-158 66 1,-40-40 0</inkml:trace>
  <inkml:trace contextRef="#ctx0" brushRef="#br0" timeOffset="141444.628">17066 926 0,'0'0'0,"0"-13"47,-14 13-31,14 13-1,-39 27-15,-80 118 16,-27 28 15,120-120-31,12-26 16,41-1 0,26 1-1,0-27 1,0-26-1,-40 0-15,-13-14 16,-40-52 0,-13 39-1,0 14 1,-13 26 0,53 13-1</inkml:trace>
  <inkml:trace contextRef="#ctx0" brushRef="#br0" timeOffset="141760.041">17529 1058 0,'0'0'16,"-53"27"31,26-14-32,-12 0-15,12 14 16,-26 26 0,53-14-1,27-12 1,26-14-1,26 0 1,14-52 0</inkml:trace>
  <inkml:trace contextRef="#ctx0" brushRef="#br0" timeOffset="141942.931">17489 1111 0,'0'0'0,"0"53"63,0-26-63,13 92 16,-39-27-1</inkml:trace>
  <inkml:trace contextRef="#ctx0" brushRef="#br0" timeOffset="142125.894">17886 1389 0,'0'0'0,"66"-26"46,53-27-30</inkml:trace>
  <inkml:trace contextRef="#ctx0" brushRef="#br0" timeOffset="142326.089">18283 1151 0,'0'0'0,"-14"53"63,1-13-47,-79 65-1</inkml:trace>
  <inkml:trace contextRef="#ctx0" brushRef="#br0" timeOffset="142513.172">18296 1032 0,'0'0'0,"66"106"62,-66-53-62,-13 26 16,-53 14-16,-252 105 31</inkml:trace>
  <inkml:trace contextRef="#ctx0" brushRef="#br0" timeOffset="143110.159">16986 1931 0,'0'0'0,"93"14"47,26-1-31,238-26-1,14-27 1,-133 0-1,-172 14-15</inkml:trace>
  <inkml:trace contextRef="#ctx0" brushRef="#br0" timeOffset="143292.428">16947 2302 0,'0'0'0,"330"-40"31,147-26-15,-160 0-16</inkml:trace>
  <inkml:trace contextRef="#ctx0" brushRef="#br0" timeOffset="157569.082">8520 4776 0,'0'0'0</inkml:trace>
  <inkml:trace contextRef="#ctx0" brushRef="#br0" timeOffset="157823.852">8771 4855 0,'0'0'0,"79"0"15</inkml:trace>
  <inkml:trace contextRef="#ctx0" brushRef="#br0" timeOffset="171768.721">16153 8784 0,'0'13'62,"26"-13"1,54-13-63,25 0 15,41-14 1,158-25-1,-185 38-15,27 1 16,-54-27 0</inkml:trace>
  <inkml:trace contextRef="#ctx0" brushRef="#br0" timeOffset="172189.724">16986 8493 0,'0'0'0,"13"13"78,1 1-63,12-1-15,-13 0 16,27 13 0,0 14-1,-27-27-15,0 27 16,0 13 0,-26-13-1,-26 13 1,-67 0 15,40-40-31,39-13 31,27-53-15,27-93 0,52-79-1</inkml:trace>
  <inkml:trace contextRef="#ctx0" brushRef="#br0" timeOffset="174615.835">17634 7911 0,'0'0'0,"0"-13"62,0-14-46,0 1-16,0-80 15,27-79 17,39-80-17,-13 133 1,-13 0-1,-1 52 1,14 27 0,0 14-16,159-54 15,105 27 1,27 40 0,66 12-1,-185 28-15,304 12 16,40 27-1,0 13 1,-13-13 0,-106-13 15,-292-27-31,67 0 16,-132-13-1,-67 0 1,1 0-1,-14 13 48,-13 1-47,13-14-1,-13 13-15,13 0 16,-13 0-1,0 0 1,14 14 0,-14-14-1,13 53 1,0 14 0,0 39-1,-13 39 1,-13 1-1,0-93-15,13 67 16,-13-27 0,13-54-1,0-25 1,0-14 0</inkml:trace>
  <inkml:trace contextRef="#ctx0" brushRef="#br0" timeOffset="175748.229">20346 6125 0,'0'0'0,"14"-53"31,-14 40-31,0 0 16,13-1-1,-13 54 17,-13 92-17,-40 14 1,26-106-16,27-14 16,-26 27-1,26-66 16,40-93-15,-1 13 0,1 14-16,13-67 15,-40 120 17,-13 13-17,27 52 16,-1 14-15,14 0 0,13-13-1,-27-27 1,-13-13-16,14 0 16,39-53-1,0 0 1,-13 14-1,-27 12 17,-26 40-17,0 14 1,0-1 0,0 1-1,-13 52 1,13-52-16,-13 39 15,0-13 1,-1-27-16</inkml:trace>
  <inkml:trace contextRef="#ctx0" brushRef="#br0" timeOffset="176048.653">21193 6019 0,'0'53'63,"0"-13"-63,0 26 16,-26 53-1,12-53 1,14-13-1,27-13 1,-1-27-16,1-13 16,105 0-1,53-53 1</inkml:trace>
  <inkml:trace contextRef="#ctx0" brushRef="#br0" timeOffset="176533.288">21934 6125 0,'0'0'16,"-26"66"31,-1-26-32,-13 66 1,-13-27 0,14-13-1,-1-26 1,27-40 0,13-13-16,40-93 15,39-93 1,-26 54-1,-27 92 1,1 0 0,-14 40-1,0 13 17,27 26-17,0 27 1,-27-13-1,-26-27 1,-40-26 0,-40-14-1,14 1-15</inkml:trace>
  <inkml:trace contextRef="#ctx0" brushRef="#br0" timeOffset="176747.126">22463 5861 0,'-53'39'62</inkml:trace>
  <inkml:trace contextRef="#ctx0" brushRef="#br0" timeOffset="176913.668">22662 5927 0,'0'0'0,"-80"13"31,40-13-31</inkml:trace>
  <inkml:trace contextRef="#ctx0" brushRef="#br0" timeOffset="177398.276">19870 5900 0,'0'0'0,"0"-13"63,-26 39-63,-27 27 15</inkml:trace>
  <inkml:trace contextRef="#ctx0" brushRef="#br0" timeOffset="177534.923">19566 6059 0,'0'0'16</inkml:trace>
  <inkml:trace contextRef="#ctx0" brushRef="#br0" timeOffset="182442.451">22714 8572 0,'0'-26'47,"-13"26"-31,13-13-16,-26 13 15,13-13 1,-1 13 15,28 0 32,-1 0-48,0 0-15,40 13 16,159 13-1,92-13 1,-79 1 0,-133-1-1,-78-13 1,-54 0 0,-39 0-1</inkml:trace>
  <inkml:trace contextRef="#ctx0" brushRef="#br0" timeOffset="183030.152">23495 8480 0,'0'0'0,"0"-27"46,13 27 48,-13 14-78,27-1-16,26 27 15,13-1 1,-13 14 0,-14-13 15,-39-27-31,14 0 16,-28 1 15,-12-14-31,-27 13 15,-159 40 1,159-40 0,14 0-1,12-13 1,14 0 0,13-13 30,0-14-46,13-12 16,0 12-16,14-118 31,-1 52-15</inkml:trace>
  <inkml:trace contextRef="#ctx0" brushRef="#br0" timeOffset="186273.381">23336 7845 0,'0'0'0,"0"-13"63,13 13-47,27-14-16,13 14 15,53 0 1,-27-13-1,-52 0 1,-14-27 0,-13 1-1,-13-1 1,13 27 15,0 26 0,0 13-31,-13 107 16,-54 78 0,14-105-1</inkml:trace>
  <inkml:trace contextRef="#ctx0" brushRef="#br0" timeOffset="186705.826">24448 7514 0,'-53'66'47,"-14"0"-31,-131 133-1,0 39 1,39-40 0,93-105-16,-53 53 15,66-54 1</inkml:trace>
  <inkml:trace contextRef="#ctx0" brushRef="#br0" timeOffset="186976.476">24223 8083 0,'0'0'0,"79"13"31,-26-13-15,66-13-1</inkml:trace>
  <inkml:trace contextRef="#ctx0" brushRef="#br0" timeOffset="187190.866">24474 7871 0,'26'80'63,"-26"-14"-47,-26 53-1</inkml:trace>
  <inkml:trace contextRef="#ctx0" brushRef="#br0" timeOffset="189420.011">5768 5728 0,'0'0'0,"26"-13"47,1 13-31,13-13-1,158-27 1</inkml:trace>
  <inkml:trace contextRef="#ctx0" brushRef="#br0" timeOffset="192888.519">5821 5583 0,'0'0'0,"26"0"62,40-14-62,27-12 0,66 0 16</inkml:trace>
  <inkml:trace contextRef="#ctx0" brushRef="#br0" timeOffset="194150.162">9684 5583 0,'0'0'0,"13"0"62,13 0-62,27 0 16,53 0-16</inkml:trace>
  <inkml:trace contextRef="#ctx0" brushRef="#br0" timeOffset="203009.974">12766 5689 0,'27'0'78,"26"-14"-62,79 1-16</inkml:trace>
  <inkml:trace contextRef="#ctx0" brushRef="#br0" timeOffset="203126.009">12872 5755 0,'0'0'0,"79"0"16</inkml:trace>
  <inkml:trace contextRef="#ctx0" brushRef="#br0" timeOffset="211270.259">10848 5040 0,'0'0'0,"13"0"110,-13-13-110,13 0 15,1 0-15,-1 13 16,0-14-16,40 14 16,26 0-1,27 14 1,66 52 15,-66-27-15,0 1-1,0-27 1,13-13 0,39-66-1,-65 27-15,92-54 16,-79 40-1,-66 40 1,13 0 0,-40 13-1,0 0 1,27 13 0,13 13-1,39 1 16,-25-14-31,144 0 16,1-13 0,0-26-1,118-54 1,-197 54 0,-67 26-1,0 0 1,13 13-1,-39 0-15,39 27 16,27 13 0,-26-27-1</inkml:trace>
  <inkml:trace contextRef="#ctx0" brushRef="#br0" timeOffset="211869.254">13282 4723 0,'13'0'78,"27"-27"-62,53-52-16,52-40 16,199-185-1,-225 185-15,-26 13 16,-67 79 0,1 1-1,-80 52 16,-53 27-15</inkml:trace>
  <inkml:trace contextRef="#ctx0" brushRef="#br0" timeOffset="212322.679">13507 4233 0,'0'0'16,"-13"27"31,0-14-31,-14 13-16,1 14 15,-80 66 1,53-27-1,40-12 1,-1-28 0,41 1 15,79 13-15,26-27-1,-26-13 1,-53-13-1,-27-26 1,-26-14 0,-40-39-1,-26-67 1,-13-39 0,39 106-16,14-27 15</inkml:trace>
  <inkml:trace contextRef="#ctx0" brushRef="#br0" timeOffset="212785.762">14526 3400 0,'0'0'0,"-27"-40"63,14 40-63,-27-13 15,-26 26 1,-172 40 0,66 26-1,132-65-15,1 25 16,25 28-1,41-15 1,52 28 0,93-1-1,-79-66-15,26-13 16</inkml:trace>
  <inkml:trace contextRef="#ctx0" brushRef="#br0" timeOffset="213052.258">14420 3691 0,'0'0'0,"-40"-53"62,53 53-30,1 26-17,25 14 1,1 13-1,-27-26 1,-13-14-16,0 13 16,-26 1-1,-27 12 1,-27 1 0</inkml:trace>
  <inkml:trace contextRef="#ctx0" brushRef="#br0" timeOffset="213851.876">14592 3651 0,'0'0'16,"13"40"31,0-27-32,0 14-15,1-14 16,12 13 0,-13-26-1,1-26 16,-1-1-31,0 1 16,0-1-16,-13-12 31,0 26-15,-13 13 0,0 13-1,-40 53 1,26 0-1,14-13 1,40-13 0,26-14-1,39-26 1,186-145 0,-172 65-1,-80 54 1,-39 39 31,13 13-32,-26 27 1,12 0 0,14-26-16,0-1 15,14 1 1,-1-27 15,0 0 16,-13 13-47,13 0 16,1 0-1,12 1-15,0-1 16,14 13-1</inkml:trace>
  <inkml:trace contextRef="#ctx0" brushRef="#br0" timeOffset="214521.618">16140 3506 0,'0'0'16,"-14"13"31,-25 13-32,-67 80 1,13 0 0,67-53-1,-1 0 1,27-27 0,14-26 15,-1-26-31,79-106 15,80-133 1,-119 199 0,-40 26-1,14 14 17,-27 39-17,0 27 1,13 92-1,-13 40 1,0-53 0,0-40-1</inkml:trace>
  <inkml:trace contextRef="#ctx0" brushRef="#br0" timeOffset="214688.027">15981 3572 0,'0'0'0,"92"26"47,41-12-32</inkml:trace>
  <inkml:trace contextRef="#ctx0" brushRef="#br0" timeOffset="-214363.293">16497 3466 0,'0'13'78,"0"0"-62,0 1-16,13 25 15,-13 1-15,0 39 16,-26 41 0,-1-41-1,1 0 1,12-26-1,-12-26 1,13-41 0,13-12-1,0 13 1,0 0 0,0-1-1,13 14 1,40 0-1,211-39 1</inkml:trace>
  <inkml:trace contextRef="#ctx0" brushRef="#br0" timeOffset="-214196.624">16338 3440 0,'0'0'0,"106"13"47,39 0-31,-12 0-16,-14-13 0</inkml:trace>
  <inkml:trace contextRef="#ctx0" brushRef="#br0" timeOffset="-189013.647">4326 6972 0,'0'0'0,"-13"-13"47,26 13 47,0 13-78,0 0-16,54 40 15,25 13 16,40 27-31,80-14 32,-106-66-32,119 14 15,13-41 1,13-12 0,1 0-1,39-41 1,-133 28-1,-52-14 1,-40 26 0,27-12-1,0-1 1,-40 14 0,-80 39 30,-26 0-30</inkml:trace>
  <inkml:trace contextRef="#ctx0" brushRef="#br0" timeOffset="-187469.476">12965 7025 0,'-53'0'63,"39"0"-48,28 13 110,-1 0-125,13 0 16,14 14-16,119 26 15,52 13 1,1-26 15,-27-14-15,-92-26-16,92 0 16,0-53-1,14-39 1,-27-1-1,-40 14 1,-79 52 0,-13 1-1,-14 12 1,-13 1 0,-13 26 77,-13 1-93</inkml:trace>
  <inkml:trace contextRef="#ctx0" brushRef="#br0" timeOffset="-187031.648">14724 6906 0,'0'0'0,"0"-14"63,13 14-48,1 0-15,12 0 16,14 0-1,-14 0 1,-13 0 0,1 14-1,-1-1 1,-13 27 0,0 12-1,0-38-15,0 39 16,0-27-1,-13-13 1,13 1 0,-14-28 15,1-39-15,-13-39-1,-93-67 1</inkml:trace>
  <inkml:trace contextRef="#ctx0" brushRef="#br0" timeOffset="-186019.739">12938 7131 0,'0'0'0,"53"-53"47,-53 39-47,13 1 0,1-13 31,-14 52 31,0 1-46,0-1-16,0 1 16,-14 39-1,1-13 1,13-40-16,-13 13 16,13-52 30,0 13-46,0-14 16,13-39-16,0 13 31,-13 27-15,0-1 0,0 14-1,27 0 1,26 13-1,13-14 1,-13 14 0,-14 14-1,-39 12 1,-26 27 0,-93 40-1,-159 39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37:15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3413 4247 0,'-13'0'94,"0"13"-94,-27 13 16,-26 14-16,-66 39 15,39-13 1,27 1 0,13-14 15,53-1-15,13-25-16,53-1 15,40 14 1,-13-27-1,-40 27 1,-27 13 0,-26-13-1,-40 26 1,-13 13 0,1 0-1,25-39 1,-13 53-16,1 66 15,25 39 1,1-39 0,0-27 15,-13 27-15,26-93-1,0 0 1,52 0-1,147-39 1,158-94 0</inkml:trace>
  <inkml:trace contextRef="#ctx0" brushRef="#br0" timeOffset="684.631">3016 5331 0,'0'0'0,"0"-13"62,0 0-62,0 0 16,0-1-1,-39-12 1,-41-14 0,-131 27-1,65 13-15,-145 13 16,66 27 0,27 26-1,-1 40 1,-26 92-1,133-26 1,39 53 0,40 0 15,118 53-15,1-199-1</inkml:trace>
  <inkml:trace contextRef="#ctx0" brushRef="#br0" timeOffset="1333.832">1495 6548 0</inkml:trace>
  <inkml:trace contextRef="#ctx0" brushRef="#br0" timeOffset="1782.801">1495 6548 0,'0'0'0,"13"-13"0,0 13 62,1 0-15,-1 13-31,0 1-16,0-1 15,14 13-15,52 41 16,106 65 0,80 13 15,119-12-15,-252-80-1,-92-27 1,-14-13-1,-26 0 1,-40-13 0,1-26-1</inkml:trace>
  <inkml:trace contextRef="#ctx0" brushRef="#br0" timeOffset="2328.081">2659 7038 0,'-40'13'62,"40"0"-62</inkml:trace>
  <inkml:trace contextRef="#ctx0" brushRef="#br0" timeOffset="2797.315">2659 7038 0,'0'0'0,"-66"0"0,66-13 31,0-1-16,0 1 1,0 26 31,13-13-31,14 27-1,-14-14-15,27 14 16,12 12-1,-25 27 1,-14-13 0,-39 0-1,12-26 1,-38 12 0,-15-25-1,28-14 1,-1-14-1,27-25 1,13-67 0,0 40-1,13-14 1,-13 41 0</inkml:trace>
  <inkml:trace contextRef="#ctx0" brushRef="#br0" timeOffset="3713.332">3413 6998 0,'0'0'16,"-13"-39"31,0 39-32,-1 0-15,-65 13 16,0 40 0,-1 13 15,67-26-16,13-1 1,53 1 0,13 13-1,-26-27-15,13 40 16,-27 14 0,-26-14-1,0-13 1,-26-13-1,-1-27 1,-26 0 0,0 0-1,14 0 1,26-13 0,-1 27-1,14-14 1,14 14-1,25-1 1,14 27 0,-26 0-1,-14 13 1,-13 53 0,-40 27-1,-26 52 1,13-66-1,13 27 1,27 0 0,26 0-1,159 66 1,14-120 0,144-78 15</inkml:trace>
  <inkml:trace contextRef="#ctx0" brushRef="#br0" timeOffset="10507.981">4498 7832 0,'0'0'0,"13"0"94,27 0-94,26 13 15,40-13-15,145 0 16,-105 13 0</inkml:trace>
  <inkml:trace contextRef="#ctx0" brushRef="#br0" timeOffset="10663.876">5450 7977 0,'0'0'0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37:41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4313 8162 0,'13'14'47,"0"-14"-16,0 0-15,1 0-16,52 0 31,-27 13-15,-12 0-1,-54 14 1,-105 39 0,40-53-1,25-13 1,41-13-1,26-40 1,26 26-16,54-12 16,-14 12-1,-26 14 1,-14 26 0,-39 27 15,-27 0-31,-26 12 31</inkml:trace>
  <inkml:trace contextRef="#ctx0" brushRef="#br0" timeOffset="466.713">4471 8057 0,'0'0'0,"-79"-53"47,53 53-31,-1 0-16,-52 39 15,-1 27 17,41-26-32,-27 53 15,26-1 1,40 1 0,26 0-1,93-41 1,-26-52-16,92-26 15,-92-27 1,-53-13 0,-40-80-1,-133-65 1,27 158 0,14 53-1,-1 53 1</inkml:trace>
  <inkml:trace contextRef="#ctx0" brushRef="#br0" timeOffset="2497.715">4313 8268 0,'0'0'0,"-14"0"78,1 0-63,0 0-15,-13-13 16,-14-27 15,13 27-31,-12-27 16,-14-13 0,13 1-1,-13-1 1,27 0-1,-1 40-15,1-27 16,13 13 0,-14 1-1,1-1 1,12 14-16,-25-13 16,12-14-1,1 14 1,-1-1-1,14 1 17,0 12-32,13 1 15,-13-13 1,13 13 0,-14-1-1,1-12 1,0 13 15,13-1-15,-13 1-16,13 0 15,-27-27 1,14 14 0,0 13-1,0-14 1,-1 1 15,1-1-15,0 14-1,0-14 1,13 14 0,-14 0-1,14 0 1,-13 13 62,13-13-31,-13-1-16,13 28 125,0-1-156,-13 0 16,13 13-16,0-12 16,-13 52-1,13-40 1,0-12 15,0-1-15,-14 0-1,14 0 1,0-26 93,0-13-93,0 12-16,14-52 16,25 0-1,-26 0 1,14 39-1,-27 14 17,13 13-17,-13 13 1,0 1 0,13 12-1,1-13-15,12 27 16,14-14-1,-14-12 1,14 12 0,0-13-1,-27-13 1,-40 14 15,-39 12-15,-106 53-1,-13-12 1</inkml:trace>
  <inkml:trace contextRef="#ctx0" brushRef="#br0" timeOffset="3896.619">4458 8136 0,'13'-13'157,"1"13"-157,12-14 15,54-38 1,-14 25-1,26-26 1,1-13 0,-14 0 15,-39 26-31,-14 27 16,27-40-1,-39 40 1,-1 0-1,13-14 1,14 14 0,-14 0-1,-39-1 157,0 14-156,0-13-1,-1 13 1,-25 0 0</inkml:trace>
  <inkml:trace contextRef="#ctx0" brushRef="#br0" timeOffset="4628.593">5014 7633 0,'-27'0'62,"41"0"48,-1 0-95,27 13 1,26-13 0,-13 0-1,-14 14-15,14-14 16,-26 0 0,-14 13-1,-26-13 16,-14 13-15,-12 14 0,25-1-1,-12 14 17,13-27-32,-1 13 15,-39 67 1,27-53-1,13-1 1,13-52 62,-13 0-62,13 0-1,0 0-15,-14-14 16,1-13 0,0-13-1,-27-52 17,14 25-17,12 27 1,1 27-1,13 52 1</inkml:trace>
  <inkml:trace contextRef="#ctx0" brushRef="#br0" timeOffset="8109.773">4220 7223 0,'0'-13'46,"0"26"1,0 0-31,0 14-16,-13 39 16,-14 0-1,14 13 16</inkml:trace>
  <inkml:trace contextRef="#ctx0" brushRef="#br0" timeOffset="8243.563">4260 7382 0,'0'0'15,"-80"92"1</inkml:trace>
  <inkml:trace contextRef="#ctx0" brushRef="#br0" timeOffset="12778.672">5226 6059 0</inkml:trace>
  <inkml:trace contextRef="#ctx0" brushRef="#br0" timeOffset="13106.806">6469 6231 0,'0'0'0,"0"-13"62,-13 13-46,0 0-1</inkml:trace>
  <inkml:trace contextRef="#ctx0" brushRef="#br0" timeOffset="13504.564">5173 6032 0</inkml:trace>
  <inkml:trace contextRef="#ctx0" brushRef="#br0" timeOffset="13873.11">6853 6403 0,'0'0'0,"-14"0"62,1 0-46,-13 0-16</inkml:trace>
  <inkml:trace contextRef="#ctx0" brushRef="#br0" timeOffset="14222.406">5464 6032 0,'0'0'0,"0"14"78,0-1-62</inkml:trace>
  <inkml:trace contextRef="#ctx0" brushRef="#br0" timeOffset="14470.811">6866 6601 0,'0'0'15,"-66"-53"17,53 53-17,26 0 1</inkml:trace>
  <inkml:trace contextRef="#ctx0" brushRef="#br0" timeOffset="14970.92">5411 6231 0,'13'0'62,"-13"13"-46</inkml:trace>
  <inkml:trace contextRef="#ctx0" brushRef="#br0" timeOffset="15298.071">6866 6615 0,'0'0'0</inkml:trace>
  <inkml:trace contextRef="#ctx0" brushRef="#br0" timeOffset="15622.754">5689 6099 0,'0'0'16,"39"39"30,-26-25-30,14-1-16</inkml:trace>
  <inkml:trace contextRef="#ctx0" brushRef="#br0" timeOffset="19233.465">5318 6138 0,'0'14'78,"-26"-14"-78,12 13 15</inkml:trace>
  <inkml:trace contextRef="#ctx0" brushRef="#br0" timeOffset="19668.698">6906 6496 0,'0'0'0</inkml:trace>
  <inkml:trace contextRef="#ctx0" brushRef="#br0" timeOffset="19917.942">6906 6496 0,'0'0'16,"26"0"-16,-39 0 78</inkml:trace>
  <inkml:trace contextRef="#ctx0" brushRef="#br0" timeOffset="20177.9">6906 6509 0</inkml:trace>
  <inkml:trace contextRef="#ctx0" brushRef="#br0" timeOffset="20671.106">6906 6509 0,'0'0'0,"0"13"15,13-13 173,-26 0-110</inkml:trace>
  <inkml:trace contextRef="#ctx0" brushRef="#br0" timeOffset="22273.978">5239 6125 0,'0'13'93</inkml:trace>
  <inkml:trace contextRef="#ctx0" brushRef="#br0" timeOffset="23964.085">4035 7038 0,'13'0'63,"-13"13"-32,-13 0-15</inkml:trace>
  <inkml:trace contextRef="#ctx0" brushRef="#br0" timeOffset="24406.889">5437 7488 0,'0'0'0,"13"0"62</inkml:trace>
  <inkml:trace contextRef="#ctx0" brushRef="#br0" timeOffset="24995.405">5490 7567 0,'0'0'0,"-13"0"47,0 0-32,-1 0-15</inkml:trace>
  <inkml:trace contextRef="#ctx0" brushRef="#br0" timeOffset="25466.597">4286 7183 0,'-26'0'63</inkml:trace>
  <inkml:trace contextRef="#ctx0" brushRef="#br0" timeOffset="26037.206">3347 6932 0,'13'13'78</inkml:trace>
  <inkml:trace contextRef="#ctx0" brushRef="#br0" timeOffset="26277.915">3638 6959 0,'0'0'0,"-13"0"62</inkml:trace>
  <inkml:trace contextRef="#ctx0" brushRef="#br0" timeOffset="27140.635">5556 7355 0</inkml:trace>
  <inkml:trace contextRef="#ctx0" brushRef="#br0" timeOffset="27874.981">5530 7422 0</inkml:trace>
  <inkml:trace contextRef="#ctx0" brushRef="#br0" timeOffset="28204.738">5530 7422 0,'0'0'0,"0"26"16</inkml:trace>
  <inkml:trace contextRef="#ctx0" brushRef="#br0" timeOffset="29324.35">5556 7461 0</inkml:trace>
  <inkml:trace contextRef="#ctx0" brushRef="#br0" timeOffset="30791.273">5556 7726 0,'0'0'0,"-26"0"62,-1 0-62,-12 0 16</inkml:trace>
  <inkml:trace contextRef="#ctx0" brushRef="#br0" timeOffset="33521.727">3651 7236 0,'0'-13'125,"13"13"-125,-13-13 15</inkml:trace>
  <inkml:trace contextRef="#ctx0" brushRef="#br0" timeOffset="34153.234">4762 6403 0,'0'13'62,"-13"-13"-15</inkml:trace>
  <inkml:trace contextRef="#ctx0" brushRef="#br0" timeOffset="34437.848">4762 6403 0,'0'0'0,"53"-13"15,-66 26 64,0 0-79</inkml:trace>
  <inkml:trace contextRef="#ctx0" brushRef="#br0" timeOffset="34637.614">4842 6416 0,'0'0'0,"13"-26"63</inkml:trace>
  <inkml:trace contextRef="#ctx0" brushRef="#br0" timeOffset="34804.637">4762 6456 0,'0'0'0,"-13"0"32,13 13-17,-119 27 1</inkml:trace>
  <inkml:trace contextRef="#ctx0" brushRef="#br0" timeOffset="35097.778">3440 7329 0,'0'0'0,"0"-13"62,-14 13 1,-12 13-63</inkml:trace>
  <inkml:trace contextRef="#ctx0" brushRef="#br0" timeOffset="35403.663">4921 6337 0,'0'0'0,"0"-13"63,-13 13-16,-27 26-47,14 0 15,-1-12-15</inkml:trace>
  <inkml:trace contextRef="#ctx0" brushRef="#br0" timeOffset="35767.458">3784 7157 0,'0'0'0,"0"-13"94</inkml:trace>
  <inkml:trace contextRef="#ctx0" brushRef="#br0" timeOffset="36019.908">5173 6244 0,'-67'-13'15,"41"26"1,-14 14 0,-13 12-16</inkml:trace>
  <inkml:trace contextRef="#ctx0" brushRef="#br0" timeOffset="36323.474">3757 6945 0,'0'0'0,"13"0"78,-13-13-78</inkml:trace>
  <inkml:trace contextRef="#ctx0" brushRef="#br0" timeOffset="41382.893">10901 11867 0,'119'0'47,"-27"0"-31,1-14-16,-14 1 15,14 13 1,-53 0-16</inkml:trace>
  <inkml:trace contextRef="#ctx0" brushRef="#br0" timeOffset="41534.936">11126 12052 0,'0'0'0,"516"-40"31,-239 0-15</inkml:trace>
  <inkml:trace contextRef="#ctx0" brushRef="#br0" timeOffset="44220.941">10041 7289 0,'-13'0'125</inkml:trace>
  <inkml:trace contextRef="#ctx0" brushRef="#br0" timeOffset="44963.619">11761 6429 0,'0'14'79,"-13"-14"-64,-1 13-15</inkml:trace>
  <inkml:trace contextRef="#ctx0" brushRef="#br0" timeOffset="45579.719">10213 7197 0,'0'0'0</inkml:trace>
  <inkml:trace contextRef="#ctx0" brushRef="#br0" timeOffset="46161.161">11840 6443 0,'0'13'93,"-13"-13"-93,-14 0 0</inkml:trace>
  <inkml:trace contextRef="#ctx0" brushRef="#br0" timeOffset="46849.466">10226 7342 0,'0'-13'203,"13"0"-203</inkml:trace>
  <inkml:trace contextRef="#ctx0" brushRef="#br0" timeOffset="47480.681">11708 6443 0,'-27'0'93,"1"0"-93</inkml:trace>
  <inkml:trace contextRef="#ctx0" brushRef="#br0" timeOffset="47993.927">10081 7316 0,'13'0'79,"0"0"-33,0-14-46,1 14 16</inkml:trace>
  <inkml:trace contextRef="#ctx0" brushRef="#br0" timeOffset="48376.728">11695 6509 0,'0'0'0,"0"13"62,-14-13-46</inkml:trace>
  <inkml:trace contextRef="#ctx0" brushRef="#br0" timeOffset="51607.417">10094 7858 0,'0'13'94,"13"-13"-78,27 0-1,26 0-15,185-26 16</inkml:trace>
  <inkml:trace contextRef="#ctx0" brushRef="#br0" timeOffset="52556.572">12343 6231 0,'13'0'63,"0"0"-48,14 0-15,79 13 16,79-13-16</inkml:trace>
  <inkml:trace contextRef="#ctx0" brushRef="#br0" timeOffset="53973.696">11576 9353 0,'13'0'172,"0"0"-156,27 0-16,39-13 15,133 0 1,-67-1-1</inkml:trace>
  <inkml:trace contextRef="#ctx0" brushRef="#br0" timeOffset="57087.91">11721 9459 0,'0'13'110,"13"-13"77,1 0-171,12 0-16,14 0 16,105-13-1,14 0 1</inkml:trace>
  <inkml:trace contextRef="#ctx0" brushRef="#br0" timeOffset="57814.784">12105 9472 0,'0'0'0,"0"-53"63</inkml:trace>
  <inkml:trace contextRef="#ctx0" brushRef="#br0" timeOffset="58534.529">13269 7607 0,'0'0'0,"13"0"78,14 0-78,12 0 15</inkml:trace>
  <inkml:trace contextRef="#ctx0" brushRef="#br0" timeOffset="59750.589">11139 6681 0,'0'0'0,"13"13"125,0-13-109</inkml:trace>
  <inkml:trace contextRef="#ctx0" brushRef="#br0" timeOffset="59875.627">11245 6668 0,'0'0'0</inkml:trace>
  <inkml:trace contextRef="#ctx0" brushRef="#br0" timeOffset="60599.738">12171 8162 0,'0'0'0,"13"0"79,0 0-64,14 0 1,-14 14-16</inkml:trace>
  <inkml:trace contextRef="#ctx0" brushRef="#br0" timeOffset="60771.109">12237 8070 0,'0'0'0,"93"0"47,-1 39-32</inkml:trace>
  <inkml:trace contextRef="#ctx0" brushRef="#br0" timeOffset="63130.937">19275 11655 0,'0'-13'47,"26"13"0,384 66-16,-185-26-31,212-1 15,13-52 1</inkml:trace>
  <inkml:trace contextRef="#ctx0" brushRef="#br0" timeOffset="70043.912">17105 6548 0,'0'0'0</inkml:trace>
  <inkml:trace contextRef="#ctx0" brushRef="#br0" timeOffset="70856.102">16378 7263 0,'0'-13'63,"0"26"-16,-14 0-32</inkml:trace>
  <inkml:trace contextRef="#ctx0" brushRef="#br0" timeOffset="71091.056">16378 7263 0,'-14'0'78</inkml:trace>
  <inkml:trace contextRef="#ctx0" brushRef="#br0" timeOffset="71277.594">16325 7289 0,'-13'0'62</inkml:trace>
  <inkml:trace contextRef="#ctx0" brushRef="#br0" timeOffset="71448.511">16325 7289 0,'0'0'0,"-13"-13"16,13 0 15</inkml:trace>
  <inkml:trace contextRef="#ctx0" brushRef="#br0" timeOffset="71637.301">16298 7289 0</inkml:trace>
  <inkml:trace contextRef="#ctx0" brushRef="#br0" timeOffset="72808.566">17105 6469 0,'0'0'0,"-13"0"63,0 0-47,0 0-16</inkml:trace>
  <inkml:trace contextRef="#ctx0" brushRef="#br0" timeOffset="73964.683">18124 6429 0</inkml:trace>
  <inkml:trace contextRef="#ctx0" brushRef="#br0" timeOffset="74127.491">18124 6429 0,'0'0'0,"-66"53"15</inkml:trace>
  <inkml:trace contextRef="#ctx0" brushRef="#br0" timeOffset="75309.131">18891 5755 0,'0'-40'63,"-13"40"-63</inkml:trace>
  <inkml:trace contextRef="#ctx0" brushRef="#br0" timeOffset="76405.57">18375 6032 0,'80'27'47,"-67"-27"-47,13 13 15,27 14 1,-26 26 0,-14-14-1</inkml:trace>
  <inkml:trace contextRef="#ctx0" brushRef="#br0" timeOffset="76586.887">18481 6046 0,'0'0'0,"66"26"47,14 14-32</inkml:trace>
  <inkml:trace contextRef="#ctx0" brushRef="#br0" timeOffset="77483.887">19037 5980 0,'0'0'0,"0"-14"62,0 28 1,0-1-63,0 0 15,0 53 1,-27 14 0,-26 12-1,-13 1 1,-106 26 0,53-66-1,40-40 1,13 13-1,26-12 1,27-14-16,0 0 16,-1-14 77</inkml:trace>
  <inkml:trace contextRef="#ctx0" brushRef="#br0" timeOffset="78085.264">18640 6376 0,'0'0'0,"0"-13"63,-13 26-1,-1 1-62,-12-1 16,-27 27 0,13-1-1,1-12 1,25-14-16,1 0 15,13 14 1,0-14 0,27 0-1,39 0 1,-13 1 0,-27-1 15,-13 0-16,-13-26 32,0 0-47,-13-14 16,0-13 0,13 1-16,-26-27 15,-1 13 1</inkml:trace>
  <inkml:trace contextRef="#ctx0" brushRef="#br0" timeOffset="81095.918">18838 5741 0,'14'0'63,"-28"0"-32</inkml:trace>
  <inkml:trace contextRef="#ctx0" brushRef="#br0" timeOffset="81591.971">18058 6165 0,'0'0'0</inkml:trace>
  <inkml:trace contextRef="#ctx0" brushRef="#br0" timeOffset="81882.987">18468 5768 0,'0'0'0,"0"13"78,-27 0-62,14 1-16,-13-14 0</inkml:trace>
  <inkml:trace contextRef="#ctx0" brushRef="#br0" timeOffset="82202.35">17899 6231 0,'0'0'0,"0"-13"94</inkml:trace>
  <inkml:trace contextRef="#ctx0" brushRef="#br0" timeOffset="82424.925">18481 5794 0,'0'0'0,"-66"27"47</inkml:trace>
  <inkml:trace contextRef="#ctx0" brushRef="#br0" timeOffset="82734.75">18058 6165 0,'0'0'0,"0"-13"78,0-1-63</inkml:trace>
  <inkml:trace contextRef="#ctx0" brushRef="#br0" timeOffset="82981.038">18627 5755 0,'-66'39'62,"26"-25"-62</inkml:trace>
  <inkml:trace contextRef="#ctx0" brushRef="#br0" timeOffset="83230.675">18018 6310 0,'0'0'0,"0"-13"62,0 0-62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39:58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6932 11390 0,'0'-13'79,"13"13"-33,-13 13-46</inkml:trace>
  <inkml:trace contextRef="#ctx0" brushRef="#br0" timeOffset="793.743">9869 11298 0,'13'-40'62,"-26"40"-31</inkml:trace>
  <inkml:trace contextRef="#ctx0" brushRef="#br0" timeOffset="1227.702">9287 10279 0,'0'0'0,"0"-26"47</inkml:trace>
  <inkml:trace contextRef="#ctx0" brushRef="#br0" timeOffset="2414.259">17912 8996 0,'0'0'0,"14"0"47,-28 0 0</inkml:trace>
  <inkml:trace contextRef="#ctx0" brushRef="#br0" timeOffset="3554.661">16867 6919 0,'0'0'0,"27"-27"63,-14 27-32</inkml:trace>
  <inkml:trace contextRef="#ctx0" brushRef="#br0" timeOffset="4043.901">17105 5913 0</inkml:trace>
  <inkml:trace contextRef="#ctx0" brushRef="#br0" timeOffset="4316.988">17211 4908 0,'0'0'0,"13"-40"63</inkml:trace>
  <inkml:trace contextRef="#ctx0" brushRef="#br0" timeOffset="6460.982">16986 6879 0,'0'0'0,"0"-13"47</inkml:trace>
  <inkml:trace contextRef="#ctx0" brushRef="#br0" timeOffset="7147.109">16999 5887 0,'0'0'0,"27"-26"47</inkml:trace>
  <inkml:trace contextRef="#ctx0" brushRef="#br0" timeOffset="7910.127">17224 5027 0,'0'0'0,"40"-53"47,-40 40-31,-13 13-16</inkml:trace>
  <inkml:trace contextRef="#ctx0" brushRef="#br0" timeOffset="13872.361">16828 6919 0,'0'0'0,"13"0"62,-26 0-31,-1 0-31,1 0 0</inkml:trace>
  <inkml:trace contextRef="#ctx0" brushRef="#br0" timeOffset="15087.237">16960 6906 0,'-13'0'79,"-1"0"-64</inkml:trace>
  <inkml:trace contextRef="#ctx0" brushRef="#br0" timeOffset="15464.131">16933 5622 0,'0'0'0,"-13"0"78</inkml:trace>
  <inkml:trace contextRef="#ctx0" brushRef="#br0" timeOffset="16219.861">17158 4961 0,'0'0'0,"-13"0"79,0 0-79,0 13 15</inkml:trace>
  <inkml:trace contextRef="#ctx0" brushRef="#br0" timeOffset="16469.827">17158 5040 0,'0'0'0,"13"-13"47,-26 26-32,0-13-15</inkml:trace>
  <inkml:trace contextRef="#ctx0" brushRef="#br0" timeOffset="16959.144">17119 5966 0,'0'-13'63,"-14"13"-48</inkml:trace>
  <inkml:trace contextRef="#ctx0" brushRef="#br0" timeOffset="17308.761">17238 4855 0,'0'13'63,"0"1"-48,0-1-15,-27 13 16</inkml:trace>
  <inkml:trace contextRef="#ctx0" brushRef="#br0" timeOffset="17799.887">17039 5953 0,'-13'0'78</inkml:trace>
  <inkml:trace contextRef="#ctx0" brushRef="#br0" timeOffset="18351.717">16999 6892 0,'0'0'0,"0"14"63,-13-14-48,0 0-15</inkml:trace>
  <inkml:trace contextRef="#ctx0" brushRef="#br0" timeOffset="18601.961">16920 6932 0,'0'0'0,"0"-13"47,13 13-16,-13 13-31,14-13 0</inkml:trace>
  <inkml:trace contextRef="#ctx0" brushRef="#br0" timeOffset="18767.714">16801 6945 0,'0'0'0,"-13"-53"31</inkml:trace>
  <inkml:trace contextRef="#ctx0" brushRef="#br0" timeOffset="20717.098">17079 6165 0,'0'0'0,"66"0"15,0 0-15,159-13 32,93-1-17</inkml:trace>
  <inkml:trace contextRef="#ctx0" brushRef="#br0" timeOffset="22032.113">20227 5715 0,'0'0'0,"14"-40"62,-28 54-30,-12 12-17,-14 27-15,-13 40 16,-13 78-1,79-38 1,120-54 0,-67-52-16,13-14 0</inkml:trace>
  <inkml:trace contextRef="#ctx0" brushRef="#br0" timeOffset="22214.8">21537 5755 0,'0'0'0,"66"132"15,-26 66 1,-67-79 0,-343 159-1</inkml:trace>
  <inkml:trace contextRef="#ctx0" brushRef="#br0" timeOffset="27044.218">6337 11152 0,'0'0'0,"0"13"93,-13 1-93</inkml:trace>
  <inkml:trace contextRef="#ctx0" brushRef="#br0" timeOffset="28264.839">6231 11192 0,'0'0'0,"-13"0"94</inkml:trace>
  <inkml:trace contextRef="#ctx0" brushRef="#br0" timeOffset="29470.794">5411 11099 0,'0'0'0,"13"0"94,-13 13-94</inkml:trace>
  <inkml:trace contextRef="#ctx0" brushRef="#br0" timeOffset="29786.804">5768 10967 0,'0'0'0,"-13"-13"62</inkml:trace>
  <inkml:trace contextRef="#ctx0" brushRef="#br0" timeOffset="30044.067">5120 11046 0,'0'0'0,"13"14"63,0-1-48</inkml:trace>
  <inkml:trace contextRef="#ctx0" brushRef="#br0" timeOffset="30262.037">5927 11086 0,'0'0'0,"-93"-26"47</inkml:trace>
  <inkml:trace contextRef="#ctx0" brushRef="#br0" timeOffset="30492.796">5252 11165 0,'0'0'0,"0"-13"63,13 13-63,-13 13 0</inkml:trace>
  <inkml:trace contextRef="#ctx0" brushRef="#br0" timeOffset="31478.77">6575 11549 0,'0'0'0,"0"-13"47,13 13-31,-13 13 31</inkml:trace>
  <inkml:trace contextRef="#ctx0" brushRef="#br0" timeOffset="31708.985">7488 11496 0,'0'0'0,"-14"0"63,1 0-63,0 13 0</inkml:trace>
  <inkml:trace contextRef="#ctx0" brushRef="#br0" timeOffset="31975.108">6443 11483 0,'0'13'78</inkml:trace>
  <inkml:trace contextRef="#ctx0" brushRef="#br0" timeOffset="32207.653">7554 11589 0,'-27'-13'47,"-12"13"-31,12 0-16,1 0 0</inkml:trace>
  <inkml:trace contextRef="#ctx0" brushRef="#br0" timeOffset="32565">6575 11628 0,'0'14'125</inkml:trace>
  <inkml:trace contextRef="#ctx0" brushRef="#br0" timeOffset="33105.696">6601 11615 0,'0'0'0,"0"13"79,14-13-64</inkml:trace>
  <inkml:trace contextRef="#ctx0" brushRef="#br0" timeOffset="33323.067">7408 11576 0,'0'0'0,"-92"-14"63,52 28-47,0-14-16</inkml:trace>
  <inkml:trace contextRef="#ctx0" brushRef="#br0" timeOffset="34188.998">6509 11655 0,'0'13'94,"13"-13"-94</inkml:trace>
  <inkml:trace contextRef="#ctx0" brushRef="#br0" timeOffset="34421.095">7514 11602 0,'-66'-26'47,"40"39"-32</inkml:trace>
  <inkml:trace contextRef="#ctx0" brushRef="#br0" timeOffset="34705.38">6588 11695 0,'0'0'0,"13"0"47,1 0-31,12-14 0</inkml:trace>
  <inkml:trace contextRef="#ctx0" brushRef="#br0" timeOffset="65413.09">7607 11377 0,'-13'-13'46,"-1"0"-30,1-14 0,13 14-16,-13 0 0</inkml:trace>
  <inkml:trace contextRef="#ctx0" brushRef="#br0" timeOffset="65613.497">7488 11258 0,'0'0'16,"-53"-13"31,26 13-32,-12-27 1,-14 1-1</inkml:trace>
  <inkml:trace contextRef="#ctx0" brushRef="#br0" timeOffset="65813.666">7091 11152 0,'0'0'0,"-66"-13"46,52 13-30,1 0 0,-13-13-16,-27 13 15,0-27 1,0 14 0</inkml:trace>
  <inkml:trace contextRef="#ctx0" brushRef="#br0" timeOffset="65978.883">6773 11060 0,'-53'-14'63,"40"14"-48,-13 0 1,-1 0-16,-39 14 16,-79 38-1</inkml:trace>
  <inkml:trace contextRef="#ctx0" brushRef="#br0" timeOffset="66145.663">6376 11165 0,'-66'40'46,"0"13"-30</inkml:trace>
  <inkml:trace contextRef="#ctx0" brushRef="#br0" timeOffset="66331.562">6218 11443 0,'0'13'62,"0"1"-46,0-1 0,0 13-1</inkml:trace>
  <inkml:trace contextRef="#ctx0" brushRef="#br0" timeOffset="66546.876">6456 11748 0,'0'0'0,"53"0"31,0-14-31,-14 14 15,1 0 17,0 0-17,13 14-15</inkml:trace>
  <inkml:trace contextRef="#ctx0" brushRef="#br0" timeOffset="66728.687">7250 11721 0,'0'0'0,"26"-40"62,0 40-62,41 0 16</inkml:trace>
  <inkml:trace contextRef="#ctx0" brushRef="#br0" timeOffset="66895.072">7633 11642 0,'0'0'0,"27"-53"31,-14 40-16,13-14 1,14-13 0</inkml:trace>
  <inkml:trace contextRef="#ctx0" brushRef="#br0" timeOffset="67056.134">7779 11298 0,'0'0'0,"0"-53"62,0 40-46</inkml:trace>
  <inkml:trace contextRef="#ctx0" brushRef="#br0" timeOffset="67195.173">7607 11192 0,'0'0'0,"-53"-40"47</inkml:trace>
  <inkml:trace contextRef="#ctx0" brushRef="#br0" timeOffset="68127.488">9406 10041 0,'0'0'0,"-13"0"109,-1 0-109</inkml:trace>
  <inkml:trace contextRef="#ctx0" brushRef="#br0" timeOffset="68293.763">9313 10054 0,'0'0'0,"-53"-66"63,1 40-48</inkml:trace>
  <inkml:trace contextRef="#ctx0" brushRef="#br0" timeOffset="68443.273">9009 10001 0,'0'0'16,"-66"-13"31,39 0-47</inkml:trace>
  <inkml:trace contextRef="#ctx0" brushRef="#br0" timeOffset="68628.694">8718 10014 0,'0'0'16,"0"-13"31,-13 0-32</inkml:trace>
  <inkml:trace contextRef="#ctx0" brushRef="#br0" timeOffset="68762.149">8718 10014 0,'-53'0'16,"106"0"-16,-119 0 62,39 27-46,-12-14-16</inkml:trace>
  <inkml:trace contextRef="#ctx0" brushRef="#br0" timeOffset="68943.697">8546 10120 0,'0'0'0,"-26"14"78,-1-1-78,14-13 0</inkml:trace>
  <inkml:trace contextRef="#ctx0" brushRef="#br0" timeOffset="69109.682">8427 10292 0,'0'0'0,"53"14"62,-40-14-46,0 0-16,1 0 0</inkml:trace>
  <inkml:trace contextRef="#ctx0" brushRef="#br0" timeOffset="69297.881">8718 10438 0,'0'0'0,"26"-13"62,-12-1-62,-1 1 16</inkml:trace>
  <inkml:trace contextRef="#ctx0" brushRef="#br0" timeOffset="69509.968">9009 10464 0,'0'0'0,"66"-26"32,-53 26-17,1 0 1,-14-13-16,26 13 15</inkml:trace>
  <inkml:trace contextRef="#ctx0" brushRef="#br0" timeOffset="69714.58">9538 10451 0,'0'0'0,"13"-53"47,-13 40-31,0 0 0,14-1-1</inkml:trace>
  <inkml:trace contextRef="#ctx0" brushRef="#br0" timeOffset="69892.82">9684 10200 0,'0'0'0,"0"-53"47,0 40-47,0-1 15,-13 14 1,-14-13-16</inkml:trace>
  <inkml:trace contextRef="#ctx0" brushRef="#br0" timeOffset="70030.118">9472 10081 0,'0'0'0,"-53"-27"47</inkml:trace>
  <inkml:trace contextRef="#ctx0" brushRef="#br0" timeOffset="70974.945">10345 11099 0,'0'0'0,"0"-26"79,0 13-64,0-1-15</inkml:trace>
  <inkml:trace contextRef="#ctx0" brushRef="#br0" timeOffset="71157.687">10186 11060 0,'0'0'0,"-13"-40"46,-13 40-30,-54-13 0</inkml:trace>
  <inkml:trace contextRef="#ctx0" brushRef="#br0" timeOffset="71358.987">9869 10993 0,'0'0'0,"-13"0"62,-1 0-30,-25 0-17,-14 0 1</inkml:trace>
  <inkml:trace contextRef="#ctx0" brushRef="#br0" timeOffset="71540.946">9604 11007 0,'0'0'0,"-13"0"62,-13 13-46,-80 13 0</inkml:trace>
  <inkml:trace contextRef="#ctx0" brushRef="#br0" timeOffset="71745.538">9247 11086 0,'0'0'0,"0"13"47,-13-13-31,0 13-1,-40 40 1,-13-13-1</inkml:trace>
  <inkml:trace contextRef="#ctx0" brushRef="#br0" timeOffset="71907.643">8996 11298 0,'0'0'16,"26"13"30,-12 0-46,-14 0 16,13 1 0</inkml:trace>
  <inkml:trace contextRef="#ctx0" brushRef="#br0" timeOffset="72091.811">9366 11456 0,'0'0'0,"66"0"31,-39 0-15,-1-13-16,27 13 16,27 0-1</inkml:trace>
  <inkml:trace contextRef="#ctx0" brushRef="#br0" timeOffset="72277.725">10173 11456 0,'0'0'0,"0"-13"63,-13 13-63</inkml:trace>
  <inkml:trace contextRef="#ctx0" brushRef="#br0" timeOffset="72456.365">10345 11430 0,'0'0'0,"27"-40"63,-27 27-63</inkml:trace>
  <inkml:trace contextRef="#ctx0" brushRef="#br0" timeOffset="72634.104">10372 11152 0,'0'0'0,"-40"-40"62</inkml:trace>
  <inkml:trace contextRef="#ctx0" brushRef="#br0" timeOffset="72787.957">10173 11099 0,'0'0'0</inkml:trace>
  <inkml:trace contextRef="#ctx0" brushRef="#br0" timeOffset="73938.821">15346 5689 0,'0'0'0,"-27"0"62,14 0-62,0 0 16</inkml:trace>
  <inkml:trace contextRef="#ctx0" brushRef="#br0" timeOffset="74106.337">15346 5689 0,'0'0'0,"-80"-27"15,80 14 17,-39 13-17,12 0 1</inkml:trace>
  <inkml:trace contextRef="#ctx0" brushRef="#br0" timeOffset="74305.676">14856 5622 0,'0'0'0,"-13"0"63,0 0-63,-106 0 15</inkml:trace>
  <inkml:trace contextRef="#ctx0" brushRef="#br0" timeOffset="74472.869">14552 5649 0,'0'0'0,"-79"-13"62,52 13-62,-12 0 0</inkml:trace>
  <inkml:trace contextRef="#ctx0" brushRef="#br0" timeOffset="74654.536">14221 5689 0,'-13'0'62,"-13"0"-46,-1 0-16,14 0 15</inkml:trace>
  <inkml:trace contextRef="#ctx0" brushRef="#br0" timeOffset="74838.623">13957 5741 0,'0'0'16,"-13"0"31,-1 0-31,-25 0-16</inkml:trace>
  <inkml:trace contextRef="#ctx0" brushRef="#br0" timeOffset="75004.681">13838 5781 0,'0'0'0,"0"13"63,-14 1-63,-25 25 15</inkml:trace>
  <inkml:trace contextRef="#ctx0" brushRef="#br0" timeOffset="75174.964">13785 6059 0,'0'0'0,"13"0"63,-13 13-63,13-13 15,14 27 1</inkml:trace>
  <inkml:trace contextRef="#ctx0" brushRef="#br0" timeOffset="75355.315">14261 6178 0,'0'0'0,"66"0"47,-39 0-32,12 0-15,54 13 16</inkml:trace>
  <inkml:trace contextRef="#ctx0" brushRef="#br0" timeOffset="75537.413">15094 6257 0,'0'0'0,"40"-26"63,-40 13-63,13 13 15</inkml:trace>
  <inkml:trace contextRef="#ctx0" brushRef="#br0" timeOffset="75721.603">15333 6165 0,'0'0'0,"26"-27"63,-26 14-63,13 0 15,-13 0-15</inkml:trace>
  <inkml:trace contextRef="#ctx0" brushRef="#br0" timeOffset="75887.481">15465 5913 0,'0'0'0,"0"-52"62,0 38-46,-13 1-16</inkml:trace>
  <inkml:trace contextRef="#ctx0" brushRef="#br0" timeOffset="76053.72">15359 5768 0,'0'0'16,"-13"-27"31</inkml:trace>
  <inkml:trace contextRef="#ctx0" brushRef="#br0" timeOffset="76188.034">15266 5781 0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41:36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4802 4194 0,'13'0'78,"14"0"-78,13 0 16,158 13 0,14-13-1</inkml:trace>
  <inkml:trace contextRef="#ctx0" brushRef="#br0" timeOffset="531.757">7170 4180 0,'13'0'63,"40"14"-48,291-1 1,66-13-16</inkml:trace>
  <inkml:trace contextRef="#ctx0" brushRef="#br0" timeOffset="3413.392">13520 6046 0,'0'13'62,"13"0"-46,-13 0-1</inkml:trace>
  <inkml:trace contextRef="#ctx0" brushRef="#br0" timeOffset="3539.698">13494 6231 0,'0'0'0,"211"-27"31</inkml:trace>
  <inkml:trace contextRef="#ctx0" brushRef="#br0" timeOffset="4278.998">16536 6099 0,'0'0'15,"80"0"32,-54-14-31,14-12-16</inkml:trace>
  <inkml:trace contextRef="#ctx0" brushRef="#br0" timeOffset="4411.57">16669 6231 0,'0'0'16,"92"0"-16</inkml:trace>
  <inkml:trace contextRef="#ctx0" brushRef="#br0" timeOffset="8092.88">6959 5054 0,'0'0'0,"0"13"94,-14 13-78,-12 27-16,-54 159 15,28 52 1,52-158-1,105 119 1,134 0 0,171-40-1,-53-105-15</inkml:trace>
  <inkml:trace contextRef="#ctx0" brushRef="#br0" timeOffset="8958.889">11417 4948 0,'0'0'0,"13"0"78,-13 13-78,26 0 16,27 14 0,40 39-1,39 40 1,-52-14-16,-1 14 16,27 238-1,-106-106 1,-80 27-1,-52-1 1,-27-52 0,107-146-16,-1-26 15</inkml:trace>
  <inkml:trace contextRef="#ctx0" brushRef="#br0" timeOffset="9575.418">7594 6350 0,'0'0'0,"13"0"94,0-13-78,0 13-16</inkml:trace>
  <inkml:trace contextRef="#ctx0" brushRef="#br0" timeOffset="9857.321">10821 6218 0,'0'-14'47,"-13"14"-32,-26 27 1</inkml:trace>
  <inkml:trace contextRef="#ctx0" brushRef="#br0" timeOffset="10152.721">7779 6271 0,'13'0'110,"-13"-14"-110</inkml:trace>
  <inkml:trace contextRef="#ctx0" brushRef="#br0" timeOffset="10457.957">11139 6284 0,'-13'0'63,"13"-13"-63</inkml:trace>
  <inkml:trace contextRef="#ctx0" brushRef="#br0" timeOffset="10805.017">7739 6363 0,'0'-13'125</inkml:trace>
  <inkml:trace contextRef="#ctx0" brushRef="#br0" timeOffset="11079.03">10967 6376 0</inkml:trace>
  <inkml:trace contextRef="#ctx0" brushRef="#br0" timeOffset="12555.886">13930 6310 0,'0'0'0,"0"-26"47</inkml:trace>
  <inkml:trace contextRef="#ctx0" brushRef="#br0" timeOffset="12788.003">13970 6271 0,'0'0'0,"13"-14"63,0 14-63</inkml:trace>
  <inkml:trace contextRef="#ctx0" brushRef="#br0" timeOffset="12972.31">13970 6271 0,'0'0'0,"13"39"15,0-52 17,1 0-17,25-14 1</inkml:trace>
  <inkml:trace contextRef="#ctx0" brushRef="#br0" timeOffset="13153.84">14168 6297 0,'0'0'0,"53"-26"32,14 12-17,52-12 1</inkml:trace>
  <inkml:trace contextRef="#ctx0" brushRef="#br0" timeOffset="13421.246">16867 6152 0,'0'13'78</inkml:trace>
  <inkml:trace contextRef="#ctx0" brushRef="#br0" timeOffset="13725.487">13772 6310 0,'0'0'15,"13"0"32,0-13-31,53 0-1</inkml:trace>
  <inkml:trace contextRef="#ctx0" brushRef="#br0" timeOffset="14010.619">17039 6337 0,'-13'-13'78</inkml:trace>
  <inkml:trace contextRef="#ctx0" brushRef="#br0" timeOffset="14321.061">13772 6178 0,'0'0'0,"66"13"31,-27-13-15,1 13-1,-27-13-15,1 0 16,-1 0 0</inkml:trace>
  <inkml:trace contextRef="#ctx0" brushRef="#br0" timeOffset="14619.873">17039 6429 0,'0'0'0,"-13"0"63,0 0-63,-1 0 0</inkml:trace>
  <inkml:trace contextRef="#ctx0" brushRef="#br0" timeOffset="17418.1">8506 5900 0,'0'0'0,"-13"0"94,0 13-94,0-13 0</inkml:trace>
  <inkml:trace contextRef="#ctx0" brushRef="#br0" timeOffset="21165.634">16616 5834 0,'-40'0'62,"14"0"-46,-14 0-16</inkml:trace>
  <inkml:trace contextRef="#ctx0" brushRef="#br0" timeOffset="21647.941">13996 6072 0,'14'-26'62,"-1"26"-46,-13 13 0,0 0-1,-13 14-15</inkml:trace>
  <inkml:trace contextRef="#ctx0" brushRef="#br0" timeOffset="21932.434">16550 6324 0,'0'0'0</inkml:trace>
  <inkml:trace contextRef="#ctx0" brushRef="#br0" timeOffset="22263.593">13944 6429 0,'0'0'0,"-14"0"94</inkml:trace>
  <inkml:trace contextRef="#ctx0" brushRef="#br0" timeOffset="22535.26">16563 6509 0,'0'0'0,"-13"0"78</inkml:trace>
  <inkml:trace contextRef="#ctx0" brushRef="#br0" timeOffset="22829.687">14023 6429 0,'0'0'0,"0"-13"78,-13 13-78</inkml:trace>
  <inkml:trace contextRef="#ctx0" brushRef="#br0" timeOffset="23495.975">8467 6204 0,'0'0'0</inkml:trace>
  <inkml:trace contextRef="#ctx0" brushRef="#br0" timeOffset="23752.275">11628 6178 0</inkml:trace>
  <inkml:trace contextRef="#ctx0" brushRef="#br0" timeOffset="24028.875">8916 6244 0,'67'0'31,"-28"0"-15,27 0-1,-26 0 1</inkml:trace>
  <inkml:trace contextRef="#ctx0" brushRef="#br0" timeOffset="24398.037">11602 6324 0,'0'0'0,"0"-14"63,0 28-32,-13-14-31</inkml:trace>
  <inkml:trace contextRef="#ctx0" brushRef="#br0" timeOffset="24688.848">9102 6324 0</inkml:trace>
  <inkml:trace contextRef="#ctx0" brushRef="#br0" timeOffset="24981.657">11708 6324 0,'0'0'0,"26"-14"63</inkml:trace>
  <inkml:trace contextRef="#ctx0" brushRef="#br0" timeOffset="25261.965">10120 6271 0,'0'0'0,"66"-27"63,-52 27-63</inkml:trace>
  <inkml:trace contextRef="#ctx0" brushRef="#br0" timeOffset="25732.397">14010 6310 0,'0'0'0,"-14"0"109,1 0-109</inkml:trace>
  <inkml:trace contextRef="#ctx0" brushRef="#br0" timeOffset="26137.068">17277 6482 0,'0'0'0,"-13"0"94,0 0-94</inkml:trace>
  <inkml:trace contextRef="#ctx0" brushRef="#br0" timeOffset="26461.961">13996 6641 0,'0'0'0,"40"0"62,-40-13-46,-13 0-1</inkml:trace>
  <inkml:trace contextRef="#ctx0" brushRef="#br0" timeOffset="26665.433">16761 6575 0,'0'0'0,"-145"-53"31</inkml:trace>
  <inkml:trace contextRef="#ctx0" brushRef="#br0" timeOffset="28741.855">5331 8202 0,'0'0'0,"-13"0"93,0 0-77,0 0-16</inkml:trace>
  <inkml:trace contextRef="#ctx0" brushRef="#br0" timeOffset="29463.268">7514 8374 0</inkml:trace>
  <inkml:trace contextRef="#ctx0" brushRef="#br0" timeOffset="29750.158">9723 8387 0,'0'0'0,"14"-13"63</inkml:trace>
  <inkml:trace contextRef="#ctx0" brushRef="#br0" timeOffset="30490.213">4128 10186 0,'0'0'0,"-14"0"93,1 0-77,0-13-16</inkml:trace>
  <inkml:trace contextRef="#ctx0" brushRef="#br0" timeOffset="31359.505">7078 10319 0,'0'0'0,"0"-13"500,0-1-500</inkml:trace>
  <inkml:trace contextRef="#ctx0" brushRef="#br0" timeOffset="31845.014">4445 10160 0,'13'0'47</inkml:trace>
  <inkml:trace contextRef="#ctx0" brushRef="#br0" timeOffset="32206.158">6945 10279 0,'14'0'110</inkml:trace>
  <inkml:trace contextRef="#ctx0" brushRef="#br0" timeOffset="32957.105">12435 10332 0,'0'13'47,"-13"-13"-31,0 0-16</inkml:trace>
  <inkml:trace contextRef="#ctx0" brushRef="#br0" timeOffset="33828.3">18891 10504 0</inkml:trace>
  <inkml:trace contextRef="#ctx0" brushRef="#br0" timeOffset="35704.145">20942 7845 0,'0'0'0,"26"-53"32,-26 27-17,0-41 1,-26-12-1,-40 0 1,-1 52-16,-104-26 16,65 53-1,66 13 1,14 54 0,65 91-1,67-91 1,106-41-1,-27-79 1,-66-66 0,-40-106-1,-65 159 17,-14 26-17,0 14 1,-53 118 15,0 67-15,13-27-1,27-65 1,26 25 0,53-52-1,106-40 1,27-79-1,-120 12 1,-66 41-16,0-27 16,-26 0-1,-26 27 17,-28 26-17,14 39 1,-13 94-1,66-41 1,27-26 0,39-26-1,159-93 1,-80-53 0,-92 40-1,-26 26 1,-27 14-1,0 26 1,0 40 0,0 92-1,0-13 1,0-26 15,-27-40-15,-12-40-1,-67 0 1,-66-66 0</inkml:trace>
  <inkml:trace contextRef="#ctx0" brushRef="#br0" timeOffset="35919.222">22093 7686 0,'0'0'0,"13"66"63,-26-13-63,-1-13 15,1 13 1,-93 53-1</inkml:trace>
  <inkml:trace contextRef="#ctx0" brushRef="#br0" timeOffset="36063.004">22053 7461 0,'0'0'0</inkml:trace>
  <inkml:trace contextRef="#ctx0" brushRef="#br0" timeOffset="37403.291">22212 7898 0,'0'0'16,"39"-80"-1,-25 54 1,-1-14-16,13-52 16,-12 26-1,12 26 1,1 40-1,-1 13 1,14 66 0,-27-12-1,-13-1 17,0 0-17,0-26-15,0 13 16,0-14-1,40-12 1,39-27 0,14-14-1,26-78 1,-53-1 0,-13 14-1,-53 39 1,0 27-16,0 0 15,-14-1 1,-38 14 0,-28 40-1,14 0 1,40 13 15,26-14-15,13 1-1,13 0 1,27-27 0,-13 0-1,-27-13-15,14-13 16,12-13 0,1-14-1,-27 13 1,-13 41 31,0-1-47,0 0 15,0 0 1,0 14-16,-13 13 31,26-14-15,27-13-1,26 0 1,-40-13 0,1 0-1,-14 0 1,14-13 0,-14-13-16,0-1 15,66-184 1,-39-1-1,-13 40 1,-14 79 0,-13 80 15,-13 53-15,-1 13-1,-52 119 1,40-80-1,-14 80 1,40-106 0,13-13-1,14-26 1,12-14-16,54-13 16,26-26-1,-40-1 1,-39 27-1,-40 27 17,-13-1-17,-14 1-15,-39 25 16,-13-38 0,-53-67 15</inkml:trace>
  <inkml:trace contextRef="#ctx0" brushRef="#br0" timeOffset="37838.45">23839 7302 0,'0'0'0,"0"80"47,-13-27-47,-1 26 16,-25 93-1,12-26 1,27-80 0,27 26-16,39-39 31,27-13-16,-1-40 1,67-79 0,-66-1-1,-67 1 1,-13 39 0,-26 40-1,-66 27 1,-54 79-1,94-27 1,144 13 0,81-25-1</inkml:trace>
  <inkml:trace contextRef="#ctx0" brushRef="#br0" timeOffset="54238.04">5450 8599 0,'0'0'0,"40"0"46,13 0-30,40-13-16,12-1 16,213 14-1,-186 14 1,-105 12 0</inkml:trace>
  <inkml:trace contextRef="#ctx0" brushRef="#br0" timeOffset="54424.09">5609 8824 0,'0'0'0,"252"-27"31,-107 1-31,14 13 16,52-14-1</inkml:trace>
  <inkml:trace contextRef="#ctx0" brushRef="#br0" timeOffset="54570.508">5821 8930 0,'0'0'0,"132"0"0,53-14 15,371-38 1</inkml:trace>
  <inkml:trace contextRef="#ctx0" brushRef="#br0" timeOffset="56532.814">6112 8943 0,'0'0'0,"-13"0"63</inkml:trace>
  <inkml:trace contextRef="#ctx0" brushRef="#br0" timeOffset="56729.589">7263 8930 0</inkml:trace>
  <inkml:trace contextRef="#ctx0" brushRef="#br0" timeOffset="56896.427">7422 8930 0,'0'0'0</inkml:trace>
  <inkml:trace contextRef="#ctx0" brushRef="#br0" timeOffset="58034.936">5159 4233 0,'0'0'0,"14"0"94,-1 0-94,13 0 15,40 0 1,40 0-16</inkml:trace>
  <inkml:trace contextRef="#ctx0" brushRef="#br0" timeOffset="58253.904">5133 4405 0,'79'-13'31,"-26"0"-15,53-14-1</inkml:trace>
  <inkml:trace contextRef="#ctx0" brushRef="#br0" timeOffset="58402.746">5212 4432 0,'0'0'0,"66"-13"0,80-27 16</inkml:trace>
  <inkml:trace contextRef="#ctx0" brushRef="#br0" timeOffset="65095.049">10438 6099 0,'0'0'0,"-13"13"78,-14 13-78,1-12 0</inkml:trace>
  <inkml:trace contextRef="#ctx0" brushRef="#br0" timeOffset="65269.389">10385 6178 0,'0'0'0</inkml:trace>
  <inkml:trace contextRef="#ctx0" brushRef="#br0" timeOffset="65435.047">10358 6178 0,'0'0'0</inkml:trace>
  <inkml:trace contextRef="#ctx0" brushRef="#br0" timeOffset="65594.346">10398 6125 0</inkml:trace>
  <inkml:trace contextRef="#ctx0" brushRef="#br0" timeOffset="65761.39">10398 6125 0,'0'0'0,"27"0"15,-27-13 1</inkml:trace>
  <inkml:trace contextRef="#ctx0" brushRef="#br0" timeOffset="65916.043">10332 6138 0,'0'0'16,"-13"0"30</inkml:trace>
  <inkml:trace contextRef="#ctx0" brushRef="#br0" timeOffset="66061.6">10332 6138 0,'0'0'15,"-40"14"1</inkml:trace>
  <inkml:trace contextRef="#ctx0" brushRef="#br0" timeOffset="69744.935">7474 10927 0,'0'0'0,"-26"0"78,0 0-62,-1-13-16</inkml:trace>
  <inkml:trace contextRef="#ctx0" brushRef="#br0" timeOffset="69909.375">7514 10967 0,'0'0'0</inkml:trace>
  <inkml:trace contextRef="#ctx0" brushRef="#br0" timeOffset="70091.549">7594 10927 0,'0'0'0</inkml:trace>
  <inkml:trace contextRef="#ctx0" brushRef="#br0" timeOffset="70258.11">7660 10967 0,'0'0'0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42:53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10769 4286 0,'0'0'0,"26"-13"62,-13 13-46,0 0-16,14 13 15,13 0 1</inkml:trace>
  <inkml:trace contextRef="#ctx0" brushRef="#br0" timeOffset="755.078">14049 4696 0,'14'0'63</inkml:trace>
  <inkml:trace contextRef="#ctx0" brushRef="#br0" timeOffset="1315.208">13798 4630 0,'0'0'16,"13"0"46,0 13-46,1-13-16</inkml:trace>
  <inkml:trace contextRef="#ctx0" brushRef="#br0" timeOffset="3729.978">3545 9168 0,'-13'0'78</inkml:trace>
  <inkml:trace contextRef="#ctx0" brushRef="#br0" timeOffset="4446.029">3545 9168 0,'0'0'16,"-66"0"-16,66-13 15,0 26 63,13 0-62,1 0-16,-1 1 16,27 12-1,26 14 1,13-1-1,14 14 1,-40-26-16,53 26 16,-1-14-1,1-25 1,26-1 0,-52-13-16,105-27 15,-26 14 1,-27 0-1,-39 0 1,-27-1 15,79-12-15,-12-27 0,-41 13-1,-39 14 1,-13-1-1,-40 14 1,-13 13 62,-1 0-62,-25 0-16</inkml:trace>
  <inkml:trace contextRef="#ctx0" brushRef="#br0" timeOffset="4862.526">5384 9234 0,'0'-13'47,"0"0"-32,14 26 63,-1 0-62,13-13-16,-13 13 16,1 0-16,25 1 15,-12-1 1,-14 13-1,0-26 1,-13 27-16,13-27 31,-13 13-15,-26 0 0,-27 27-1,13-27 1,14-13-1,0-26 1,-41-67 0</inkml:trace>
  <inkml:trace contextRef="#ctx0" brushRef="#br0" timeOffset="6327.707">3559 9208 0,'0'0'0,"0"-27"62,0 40-31,0 1-31,0 12 16,-27 106 0,1-52-1,12-27 1,14-40 0,0 0-1,-13-13-15,13-26 31,-13-14-15,13-26 0,0 13 15,0 26-15,0 14-1,13 13 48,0-13-48,14 0-15,13-1 16,79-12 0,-53 13-1,-40 13 1,-12 0-1,-28 0 32,14 13-31,-13 0 0,-13 27-1,-54 26 1,-303 265-1</inkml:trace>
  <inkml:trace contextRef="#ctx0" brushRef="#br0" timeOffset="8908.979">2778 9393 0,'0'0'0,"0"-40"47,-26 66-15,12-12-32,-12 12 0</inkml:trace>
  <inkml:trace contextRef="#ctx0" brushRef="#br0" timeOffset="23744.759">5940 9353 0,'0'0'0,"-13"0"93</inkml:trace>
  <inkml:trace contextRef="#ctx0" brushRef="#br0" timeOffset="23987.042">5821 9432 0</inkml:trace>
  <inkml:trace contextRef="#ctx0" brushRef="#br0" timeOffset="24184.947">5821 9432 0,'0'0'16,"79"27"-16,-66-40 15,67-1 1</inkml:trace>
  <inkml:trace contextRef="#ctx0" brushRef="#br0" timeOffset="29647.073">18666 9221 0,'0'0'0,"14"-13"47,-41 13 16,14-14-63</inkml:trace>
  <inkml:trace contextRef="#ctx0" brushRef="#br0" timeOffset="30075.92">20704 9247 0,'13'0'63,"-53"0"-17,1 0-46,-1 0 0</inkml:trace>
  <inkml:trace contextRef="#ctx0" brushRef="#br0" timeOffset="31390.382">21775 9022 0,'0'0'0,"0"-66"47,0 53-47,-13-27 15,-40-13 1,-106 14 0,14-1-1,92 27-15,-13-14 16,0 1 0,-1-1-1,15 1 16,-81-1-15,14 27 0,27 0-1,-1 0 1,-13 14 0,-53 25-1,54-25 1,12 12-1,0-26 1,27 13 0,-13 14-1,26-1 1,26 1 0,1 12 15,0 1-16,12 0 1,1 13 0,-13 0-1,26-1 1,0 54 0,66-26-1,106 25 1,79 1-1,0-40 1,199-26 0,-132-40-1,-14-26 1,-39-54 0,-41-78 15,-144 39-31,-54-1 31,-26 1-15,-26 53-1,-27 27-15,-145-28 16,-14 14 0</inkml:trace>
  <inkml:trace contextRef="#ctx0" brushRef="#br0" timeOffset="32772.964">21868 9062 0,'0'0'0,"13"0"94,0 0-94,27-13 16,26-27-1,27-13-15,118-79 16,-25 0-1,-28-14 1,-65 53 0,-40 54-1,-13-1 1</inkml:trace>
  <inkml:trace contextRef="#ctx0" brushRef="#br0" timeOffset="33322.607">22728 8374 0,'0'-13'62,"13"13"-31,0 0-15,14 0 0,-1 0-16,1 0 15,12 0 1,14 13-16,-13 14 31,-14-14-15,-12 13-1,-14 27 1,-27 0 0,-13 0-1,-13 0 1,14-13-1,26-27 1,-1-26 0,-12-14-1,-1-52 1,-52-146 0,0 66-1,-40 53 1</inkml:trace>
  <inkml:trace contextRef="#ctx0" brushRef="#br0" timeOffset="34363.624">22569 8295 0,'0'0'0,"0"13"109</inkml:trace>
  <inkml:trace contextRef="#ctx0" brushRef="#br0" timeOffset="35122.348">17767 8718 0,'0'0'0,"0"-26"63,-13 26-48,-1 0-15</inkml:trace>
  <inkml:trace contextRef="#ctx0" brushRef="#br0" timeOffset="35371.203">17687 8731 0,'0'0'0,"0"-53"62,-13 53-46,-40 14-16</inkml:trace>
  <inkml:trace contextRef="#ctx0" brushRef="#br0" timeOffset="35542.031">17515 8744 0,'-13'0'94</inkml:trace>
  <inkml:trace contextRef="#ctx0" brushRef="#br0" timeOffset="35712.658">17423 8811 0,'0'0'0,"0"-14"62</inkml:trace>
  <inkml:trace contextRef="#ctx0" brushRef="#br0" timeOffset="38067.354">17674 5966 0,'13'-26'62</inkml:trace>
  <inkml:trace contextRef="#ctx0" brushRef="#br0" timeOffset="38417.404">20413 6125 0,'0'0'0,"13"-13"63,-26 13-47,-14 13-16,14-13 15</inkml:trace>
  <inkml:trace contextRef="#ctx0" brushRef="#br0" timeOffset="39371.072">21233 5887 0,'0'0'15</inkml:trace>
  <inkml:trace contextRef="#ctx0" brushRef="#br0" timeOffset="39963.354">17198 5887 0,'13'0'47,"-26"13"15</inkml:trace>
  <inkml:trace contextRef="#ctx0" brushRef="#br0" timeOffset="40228.139">17079 5940 0</inkml:trace>
  <inkml:trace contextRef="#ctx0" brushRef="#br0" timeOffset="40409.145">16880 5953 0,'0'0'0</inkml:trace>
  <inkml:trace contextRef="#ctx0" brushRef="#br0" timeOffset="40599.216">16880 5953 0,'0'0'0,"-66"40"15,66-53 17</inkml:trace>
  <inkml:trace contextRef="#ctx0" brushRef="#br0" timeOffset="40836.079">16708 6032 0,'0'0'0,"14"14"62,-14-1-62</inkml:trace>
  <inkml:trace contextRef="#ctx0" brushRef="#br0" timeOffset="41038.058">16708 6032 0,'0'0'0,"-52"40"16</inkml:trace>
  <inkml:trace contextRef="#ctx0" brushRef="#br0" timeOffset="41900.727">18111 5199 0</inkml:trace>
  <inkml:trace contextRef="#ctx0" brushRef="#br0" timeOffset="42265.257">20849 5212 0,'0'0'0,"0"14"63,-13-14-63,-14 13 0</inkml:trace>
  <inkml:trace contextRef="#ctx0" brushRef="#br0" timeOffset="44113.741">21762 4008 0,'0'0'16,"0"-39"31,0 52-16,0 0-15,-26 27-16,-80 105 15,-27 41 1,41-41-1,39 27 1,106-106 0</inkml:trace>
  <inkml:trace contextRef="#ctx0" brushRef="#br0" timeOffset="44333.642">22093 4101 0,'0'0'0,"-66"79"47,13-26-47,-13 40 15,-67 92 1,27-13-1,40-93-15,-26 14 16</inkml:trace>
  <inkml:trace contextRef="#ctx0" brushRef="#br0" timeOffset="44645.719">21286 4419 0,'0'0'0,"13"79"47,0 0-32,0 1-15,1-1 16,12 0-1,53-39 1,173-13 0,-40-27-16,39-27 15,437-79 1</inkml:trace>
  <inkml:trace contextRef="#ctx0" brushRef="#br0" timeOffset="55471.319">14288 10570 0,'0'0'0,"26"0"78,53 0-62,27 0-16,40 0 15,92 0 1,-185 0-16</inkml:trace>
  <inkml:trace contextRef="#ctx0" brushRef="#br0" timeOffset="55638.108">14274 10702 0,'0'0'0,"331"0"31,26 0-31</inkml:trace>
  <inkml:trace contextRef="#ctx0" brushRef="#br0" timeOffset="57881.277">8096 11324 0,'0'-13'46</inkml:trace>
  <inkml:trace contextRef="#ctx0" brushRef="#br0" timeOffset="58151.029">9591 11324 0,'0'0'0,"-40"-13"110,14-14-110,-14 14 0</inkml:trace>
  <inkml:trace contextRef="#ctx0" brushRef="#br0" timeOffset="58484.244">8070 11417 0,'-13'0'125,"-14"0"-125</inkml:trace>
  <inkml:trace contextRef="#ctx0" brushRef="#br0" timeOffset="58734.036">9935 11364 0,'-40'-27'62,"27"27"-62,-13 0 16,-40 14 0</inkml:trace>
  <inkml:trace contextRef="#ctx0" brushRef="#br0" timeOffset="59033.924">8229 11430 0,'0'0'0,"-14"0"94,1 13-78,0-13-16</inkml:trace>
  <inkml:trace contextRef="#ctx0" brushRef="#br0" timeOffset="59267.034">9948 11456 0,'-53'-52'62,"27"52"-62,-27 26 16</inkml:trace>
  <inkml:trace contextRef="#ctx0" brushRef="#br0" timeOffset="59533.382">8321 11496 0,'0'0'0,"-13"0"94,0 13-94,-1-13 15</inkml:trace>
  <inkml:trace contextRef="#ctx0" brushRef="#br0" timeOffset="59766.891">10081 11456 0,'0'0'15,"-80"-39"32,67 39-47,-13 0 16,-41 13 0</inkml:trace>
  <inkml:trace contextRef="#ctx0" brushRef="#br0" timeOffset="60653.425">2977 12118 0,'0'0'0,"-14"0"125</inkml:trace>
  <inkml:trace contextRef="#ctx0" brushRef="#br0" timeOffset="61048.95">5173 12263 0,'-27'0'141,"1"0"-141,-1 0 15</inkml:trace>
  <inkml:trace contextRef="#ctx0" brushRef="#br0" timeOffset="61565.875">9208 12263 0,'13'0'63,"0"0"-48,13 0 1,41 0-1</inkml:trace>
  <inkml:trace contextRef="#ctx0" brushRef="#br0" timeOffset="61816.277">12422 12131 0,'0'0'0,"13"-13"62,-13 0-46,-13 13-1</inkml:trace>
  <inkml:trace contextRef="#ctx0" brushRef="#br0" timeOffset="62881.32">17687 11324 0,'0'0'0,"0"-13"47,0 26-16,14 0-31</inkml:trace>
  <inkml:trace contextRef="#ctx0" brushRef="#br0" timeOffset="63130.591">19897 11430 0,'-14'-66'47,"-25"53"-47,12-1 16</inkml:trace>
  <inkml:trace contextRef="#ctx0" brushRef="#br0" timeOffset="64929.96">17555 12105 0,'13'0'110</inkml:trace>
  <inkml:trace contextRef="#ctx0" brushRef="#br0" timeOffset="65417.052">20055 12118 0,'0'0'0,"-13"0"94</inkml:trace>
  <inkml:trace contextRef="#ctx0" brushRef="#br0" timeOffset="65911.318">17634 12118 0,'14'13'110,"-1"-13"-95</inkml:trace>
  <inkml:trace contextRef="#ctx0" brushRef="#br0" timeOffset="66149.634">20333 12118 0,'0'0'0,"-66"-13"31,0 13-15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44:13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7474 6204 0,'0'0'15,"27"0"79,-14 14-94,0-14 0</inkml:trace>
  <inkml:trace contextRef="#ctx0" brushRef="#br0" timeOffset="637.554">11483 6284 0,'-13'0'94,"-1"0"-94</inkml:trace>
  <inkml:trace contextRef="#ctx0" brushRef="#br0" timeOffset="1116.518">7620 6363 0,'0'0'0,"0"13"109</inkml:trace>
  <inkml:trace contextRef="#ctx0" brushRef="#br0" timeOffset="1446.924">11298 6204 0,'0'0'0,"0"14"78</inkml:trace>
  <inkml:trace contextRef="#ctx0" brushRef="#br0" timeOffset="2038.026">7461 6337 0,'-13'0'140</inkml:trace>
  <inkml:trace contextRef="#ctx0" brushRef="#br0" timeOffset="3850.634">7422 6416 0</inkml:trace>
  <inkml:trace contextRef="#ctx0" brushRef="#br0" timeOffset="4480.719">11496 6204 0,'0'0'0,"0"14"94,-13-14-94,0 0 0</inkml:trace>
  <inkml:trace contextRef="#ctx0" brushRef="#br0" timeOffset="4940.485">7329 6429 0,'0'0'16,"-13"0"77</inkml:trace>
  <inkml:trace contextRef="#ctx0" brushRef="#br0" timeOffset="5412.733">11099 6271 0,'-13'0'78,"0"0"-78</inkml:trace>
  <inkml:trace contextRef="#ctx0" brushRef="#br0" timeOffset="6011.366">7197 6456 0,'0'-13'63,"13"13"-32,0 0-31</inkml:trace>
  <inkml:trace contextRef="#ctx0" brushRef="#br0" timeOffset="6361.675">11377 6390 0,'0'0'0,"-13"0"62,0 0-62</inkml:trace>
  <inkml:trace contextRef="#ctx0" brushRef="#br0" timeOffset="8944.085">21074 6337 0,'0'0'0,"-26"-13"46,-1-1-46</inkml:trace>
  <inkml:trace contextRef="#ctx0" brushRef="#br0" timeOffset="9790.037">18693 6390 0,'13'-14'62,"-26"14"-46</inkml:trace>
  <inkml:trace contextRef="#ctx0" brushRef="#br0" timeOffset="9975.853">18693 6390 0,'0'0'0,"-53"-14"0,53 1 16,-27-13 0</inkml:trace>
  <inkml:trace contextRef="#ctx0" brushRef="#br0" timeOffset="11058.31">18521 6376 0,'0'0'0,"13"0"63,0 27-48,27-1-15,13 41 16,92 91 0,-78-78-16,78 78 15,-39-65 1,-53-40 0,0 0 15,-40-27-16</inkml:trace>
  <inkml:trace contextRef="#ctx0" brushRef="#br0" timeOffset="11458.686">18772 6390 0,'0'0'0,"0"-53"47,0 66 0,0 0-31,13 14-16,27 26 15,79 119 1,53 0 0,-26-53-1,-67-40 1,-52-66-16,12 40 15,-39-40 1</inkml:trace>
  <inkml:trace contextRef="#ctx0" brushRef="#br0" timeOffset="12123.803">18534 6363 0,'0'0'0,"0"13"94,-13 1-78,13 12-16,-27 1 15,1 39 1,-1-13 0,27-27-16,-13 14 15,13-14 1,13-12-1,1-28 1,25-52 0,28-79-1,-15-1 1,-25 67 0,-14 39 15,0 14-16,14 26 1,79 39 0,105 54-1,54-1 1</inkml:trace>
  <inkml:trace contextRef="#ctx0" brushRef="#br0" timeOffset="17037.229">20360 6204 0,'13'14'78,"0"-1"-62,0 0-16,14 0 16,13 40-1,52 0 1,-26 0-1,14-26 1,-14-1 0,-40-26-1,1 0 1,26-26 0,-14-14-1,-12 27 1,-14-1-1,0 14 1,0 14 0,14 12-1,-1 1 1,1-14 0,13 13-1,-14-26 1,0 0-1,27 0 1,27-13 15,-14 13-15,0 0 0,-13 27-1,-13-1 1,-14-13-16,1 0 15,65 27 1,-26-27 0,14-13-1,52-53 1,-39-13 0,39-66-1</inkml:trace>
  <inkml:trace contextRef="#ctx0" brushRef="#br0" timeOffset="17819.686">21021 6615 0,'0'0'0,"13"-14"63,1 28-48,-1-1-15,13 40 16,107 211 0,-14-65-1,-27-67 1,-52-66-1,-14-26 1</inkml:trace>
  <inkml:trace contextRef="#ctx0" brushRef="#br0" timeOffset="18152.749">21167 6575 0,'0'0'16,"13"26"30,0 1-30,0 13-16,67 118 16,26 54-1,-27-67 17,-53-92-32,1 0 15</inkml:trace>
  <inkml:trace contextRef="#ctx0" brushRef="#br0" timeOffset="18586.279">20651 6945 0,'0'0'0,"79"-53"47,-39 27-31,26-53-1,13-1 1,-39 41-16,39-41 16,-12 27-1,-41 27 1,0 26 0,14 39-1,13 14 1,-13 0-1,39 40 1,0-14 0</inkml:trace>
  <inkml:trace contextRef="#ctx0" brushRef="#br0" timeOffset="22415.889">18455 6244 0,'0'0'0,"13"0"109,0 13-109,27-13 16</inkml:trace>
  <inkml:trace contextRef="#ctx0" brushRef="#br0" timeOffset="22658.633">21167 6548 0,'0'-13'63</inkml:trace>
  <inkml:trace contextRef="#ctx0" brushRef="#br0" timeOffset="22965.027">18706 6522 0,'26'0'62,"-12"0"-46,12 0 0,14-13-16</inkml:trace>
  <inkml:trace contextRef="#ctx0" brushRef="#br0" timeOffset="23164.494">20505 6734 0,'0'0'0,"-13"-53"47,0 40-31,0-1-16</inkml:trace>
  <inkml:trace contextRef="#ctx0" brushRef="#br0" timeOffset="24315.514">23984 5609 0,'0'0'0,"14"-66"63,-14 53-63,0-14 16,-14-12-1,-25-14 1,12 13-1,-12 14 1,-94-54 0,54 27-1,39 27 1,1-1 0,-28 27-1,15 0 1,-68 40-1,-51 66 1,-1 26 0,26 14-1,80-67-15,-40 106 16,53 14 0,53 26-1,146 105 16,-1-118-15,54-27 0,39-52-1,13-81 1,-26-78 0,-119-27-16,105-132 15,-25-106 1,-107-80-1,-79 120 1</inkml:trace>
  <inkml:trace contextRef="#ctx0" brushRef="#br0" timeOffset="25134.829">8189 2222 0,'-13'0'63,"-1"0"-63</inkml:trace>
  <inkml:trace contextRef="#ctx0" brushRef="#br0" timeOffset="25584.842">9221 2236 0,'0'0'16,"0"13"77,13-13-77,-13 13 0</inkml:trace>
  <inkml:trace contextRef="#ctx0" brushRef="#br0" timeOffset="28283.916">18084 6429 0,'0'0'0,"0"14"62</inkml:trace>
  <inkml:trace contextRef="#ctx0" brushRef="#br0" timeOffset="28444.329">20664 6496 0,'0'0'0</inkml:trace>
  <inkml:trace contextRef="#ctx0" brushRef="#br0" timeOffset="36603.877">13970 11880 0,'0'0'0,"13"0"78,14 0-78,-1-13 0</inkml:trace>
  <inkml:trace contextRef="#ctx0" brushRef="#br0" timeOffset="36786.682">15769 11946 0</inkml:trace>
  <inkml:trace contextRef="#ctx0" brushRef="#br0" timeOffset="37153.601">14870 10848 0,'13'-13'63,"-13"-1"-48,0-12-15</inkml:trace>
  <inkml:trace contextRef="#ctx0" brushRef="#br0" timeOffset="37371.668">16219 10980 0,'0'0'0,"-53"-66"31</inkml:trace>
  <inkml:trace contextRef="#ctx0" brushRef="#br0" timeOffset="37769.296">14737 10173 0,'14'0'63,"-14"-13"-47,-14 13-1</inkml:trace>
  <inkml:trace contextRef="#ctx0" brushRef="#br0" timeOffset="38003.83">16140 10186 0,'0'0'0,"-27"-66"47,1 53-47,-1 0 16</inkml:trace>
  <inkml:trace contextRef="#ctx0" brushRef="#br0" timeOffset="38352.52">14235 9036 0,'0'0'0,"79"66"15,-79-40-15</inkml:trace>
  <inkml:trace contextRef="#ctx0" brushRef="#br0" timeOffset="38519.796">14301 9155 0,'0'0'16,"13"-93"15,13 53-15,-26 14-1,14-1 1,-14 14-16,0 0 16,0 0-1</inkml:trace>
  <inkml:trace contextRef="#ctx0" brushRef="#br0" timeOffset="38737.67">16312 9221 0,'0'0'0,"-14"-66"32,-12 52-17,-14 1-15,-26-13 16</inkml:trace>
  <inkml:trace contextRef="#ctx0" brushRef="#br0" timeOffset="39120.638">14605 8586 0,'0'0'0</inkml:trace>
  <inkml:trace contextRef="#ctx0" brushRef="#br0" timeOffset="39368.196">16457 8705 0,'-66'-53'31,"39"53"-15,14 0-16,-13 13 15,26 0 1</inkml:trace>
  <inkml:trace contextRef="#ctx0" brushRef="#br0" timeOffset="52923.895">2963 7792 0,'66'-40'47,"-26"14"-32,13-1-15,26-12 16,41-14 0,78-27-1,67 1 1,79 0 0,-225 65-1,-14 14 1</inkml:trace>
  <inkml:trace contextRef="#ctx0" brushRef="#br0" timeOffset="53423.826">4313 7157 0,'0'0'16,"-14"-13"31,28 13-16,-1 13-31,13 0 15,-12 0-15,39 14 16,-1-1 0,-25 14-1,-14-14 1,0 14 0,-52 0-1,-1-14 16,-13-12-15,0-1 0,27-13-16,-14 0 15,0 0 1,27-13 0,-13-27-1,-14-26 1,0 0-16</inkml:trace>
  <inkml:trace contextRef="#ctx0" brushRef="#br0" timeOffset="55352.588">7197 8255 0,'0'0'0</inkml:trace>
  <inkml:trace contextRef="#ctx0" brushRef="#br0" timeOffset="55611.383">7091 8281 0,'0'0'0</inkml:trace>
  <inkml:trace contextRef="#ctx0" brushRef="#br0" timeOffset="55805.133">7091 8281 0,'0'0'0,"13"27"0,-13-40 16,13-1-1,14-12 1</inkml:trace>
  <inkml:trace contextRef="#ctx0" brushRef="#br0" timeOffset="62682.763">3400 10835 0,'26'0'62,"-12"0"-46,-14 13 15,26-13 78,14-13-93,26-14-16,159-65 16,-80 25-1,-39 41 1</inkml:trace>
  <inkml:trace contextRef="#ctx0" brushRef="#br0" timeOffset="63065.214">3995 10544 0,'0'0'0,"0"-14"62,13 28-46,1-1-16,12 13 16,14 14 15,-14 13-31,1 0 31,-27 26-15,0 14-1,-40-27 1,27-40-16,-27-26 16,-13-13-1,-13-93 1,13-238-1</inkml:trace>
  <inkml:trace contextRef="#ctx0" brushRef="#br0" timeOffset="69376.09">4180 10874 0,'14'0'109</inkml:trace>
  <inkml:trace contextRef="#ctx0" brushRef="#br0" timeOffset="70192.511">7501 10729 0,'-13'-53'62,"-1"66"-15</inkml:trace>
  <inkml:trace contextRef="#ctx0" brushRef="#br0" timeOffset="70396.602">7408 10742 0,'0'13'62</inkml:trace>
  <inkml:trace contextRef="#ctx0" brushRef="#br0" timeOffset="70576.543">7408 10742 0,'0'0'0,"14"-13"0,-14 0 31,0 26-15</inkml:trace>
  <inkml:trace contextRef="#ctx0" brushRef="#br0" timeOffset="70740.35">7541 10742 0,'0'0'0</inkml:trace>
  <inkml:trace contextRef="#ctx0" brushRef="#br0" timeOffset="70908.142">7541 10742 0,'0'0'0,"66"40"16,-66-53-1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46:29.1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10266 5900 0,'13'0'187,"0"0"-171,-13-13 62,-13 0-63,0 0 1,0-1 0,-1 1-16,-25 0 15,-1 0 1,0 13 0,14-14-1,13 14 1,-40 0-16,0 0 31,0 0-15,0 14-1,0-14 1,0 0 0,13 0-1,-12 0 1,-15 13-1,41-13-15,-27 13 16,13-13 0,-13 13-1,0 14 1,-26 39 0,13-13-1,26 0 16,-13 26-15,0 14 0,-13 52-1,40-52 1,-1-1 0,27 1-1,0 0 1,40 39-1,13-66 1,26 0 0,54-26-1,118-14 1,-105-26 0,-1-13-1,1 13 16,-41-13-15,-65 0-16,39-1 16,27-25-1,-13-14 1,13-13 0,-14-14-1,14-39 1,-66 40-1,-27-14 1,0-13 0,-39-105-1,-1 92 1,-12 66 0,-27-13-1,-14 0 16,-39-14-15,27 54 0,12-1-1,-26 14 1,-66 39 0</inkml:trace>
  <inkml:trace contextRef="#ctx0" brushRef="#br0" timeOffset="234.84">10200 5808 0,'0'0'16,"0"-14"31</inkml:trace>
  <inkml:trace contextRef="#ctx0" brushRef="#br0" timeOffset="385.413">10054 5808 0,'0'0'0</inkml:trace>
  <inkml:trace contextRef="#ctx0" brushRef="#br0" timeOffset="983.403">8361 5622 0,'0'0'0,"66"0"47,-13 0-31,39 0-16,133 0 15,-26 0 1,-67 14 15,-79-1-15,-40 0-16</inkml:trace>
  <inkml:trace contextRef="#ctx0" brushRef="#br0" timeOffset="1333.445">9128 5543 0,'0'0'15,"27"13"32,-1 0-31,-13 1-16,14 25 15,-1 1 17,-26 13-17,0-27-15,-13 14 16,-13-27 0,12-13-1,1 0 1,0-53-1,0-13 1,-1-26 0,1 12-1</inkml:trace>
  <inkml:trace contextRef="#ctx0" brushRef="#br0" timeOffset="4515.88">8692 5146 0,'0'0'0,"0"-66"32,0 53-17,0 0-15,0-1 16,0 28 15,13 52-15,0 66-1,27 14 1,-27-120 0,0-13-1,-13-26 1,0-40-16,13-13 15,-13-13 1,0-41-16,0 81 16,0 26 15,-13 13-15,-13 52-1,-1 15 1</inkml:trace>
  <inkml:trace contextRef="#ctx0" brushRef="#br0" timeOffset="4912.03">8916 5212 0,'0'0'15,"0"14"63,0-1-62,14-13-16,12 0 16,14-13-1,-14-14 1,1-26 0,-14 0-1,-13 40 1,-79 53 15,26 26-15,13 0-1,40-13 1,26 0 0,14-40-16,79 0 15,106-52 1</inkml:trace>
  <inkml:trace contextRef="#ctx0" brushRef="#br0" timeOffset="5346.335">9406 5133 0,'0'0'0,"-66"-13"31,39 26-16,-26 27 1,14 13 0,39 13-1,39-13 1,-12-40-16,105-13 16,80-93-1,-27-52 1,-79-14-1,-93 80-15,0 26 16,-13 0 0,-26 0-16,-27 13 15,-13 14 17,-27 65-17,-52 226 1,131-80-1,67-66 1,0-39 0,0-41-1,0-39-15</inkml:trace>
  <inkml:trace contextRef="#ctx0" brushRef="#br0" timeOffset="5495.034">9446 5159 0,'0'0'0,"79"0"31,14 0-31,79-13 16</inkml:trace>
  <inkml:trace contextRef="#ctx0" brushRef="#br0" timeOffset="6112.1">10041 5146 0,'0'0'0,"-40"0"63,27 0-48,13 13-15,0 27 16,40 0 0,79-1-1,-40-25 1,-26-28 0,-53-12 15,-26-27-16,-1 13-15,-39-13 16,26 14 0,27 26-1,79 13 17,159 39-17,-106 1 1,-66-14-1,-26 14 1,-14 0 0,-66-1-1,0-25 1,27-41 0,39-12 15,93-94-16,-27 54 1,-26 39 0,-40 27-1,-39 0-15,-27 13 16</inkml:trace>
  <inkml:trace contextRef="#ctx0" brushRef="#br0" timeOffset="7958.968">8361 4471 0,'0'0'0,"0"-39"63,0 52 15,0 0-78,0 14 15,0 39 1,0 13 0,0-52-16,13-14 15,-13 13 1,13-26-1,14-26 1,12-27 0,41-26-1,-54 79 1,-13 0 0,1 39 15,-1 14-16,0-13 1,0-27 0,1-13-1,-1 0 1,-13-66 0,13-13-1,-13 12 1,0 28-1,0 26 1,0-1 0</inkml:trace>
  <inkml:trace contextRef="#ctx0" brushRef="#br0" timeOffset="8343.155">8890 4445 0,'0'0'0,"0"13"62,0 0-62,13 1 16,0 52-1,1-26 1,-1-1 0,0 1-1,0-27 1,-13 0 0,14-13-1,12 0-15,27 0 31,13 0-15,40-13 0,-40 13-1</inkml:trace>
  <inkml:trace contextRef="#ctx0" brushRef="#br0" timeOffset="8542.172">9075 4564 0,'0'0'0,"13"-66"47,-13 53-47,0-40 31</inkml:trace>
  <inkml:trace contextRef="#ctx0" brushRef="#br0" timeOffset="8693.468">8916 4379 0,'0'0'0,"67"-13"16,38-1-1,-25 14 1,-54 14 0</inkml:trace>
  <inkml:trace contextRef="#ctx0" brushRef="#br0" timeOffset="9589.894">10279 6668 0</inkml:trace>
  <inkml:trace contextRef="#ctx0" brushRef="#br0" timeOffset="9760.576">10279 6668 0,'40'26'0,"-80"-52"0</inkml:trace>
  <inkml:trace contextRef="#ctx0" brushRef="#br0" timeOffset="10460.969">9776 5834 0,'0'0'0,"-66"13"47,40-13-31,13 0-1,-1 0 1,14 14 0,14-14-1,12 0-15,146 0 16,106 13-1,-80-13 1,-118 0 0,-41 13-1</inkml:trace>
  <inkml:trace contextRef="#ctx0" brushRef="#br0" timeOffset="10824.759">10253 5755 0,'0'0'0,"13"-14"62,13 28-62,-12-1 16,25 40-1,-26-27-15,1 1 16,-1 65 0,-53-52-1,1-14 1,-1-26 0,0-66-1,27-39 16,92-41-15,14-13 0</inkml:trace>
  <inkml:trace contextRef="#ctx0" brushRef="#br0" timeOffset="12535.004">10438 6456 0</inkml:trace>
  <inkml:trace contextRef="#ctx0" brushRef="#br0" timeOffset="12722.666">10504 6469 0,'0'0'0</inkml:trace>
  <inkml:trace contextRef="#ctx0" brushRef="#br0" timeOffset="13025.078">10504 6469 0,'0'0'0,"26"13"16,-12-13-1,-14 14 1</inkml:trace>
  <inkml:trace contextRef="#ctx0" brushRef="#br0" timeOffset="13502.843">10689 6548 0,'0'0'0,"27"0"47</inkml:trace>
  <inkml:trace contextRef="#ctx0" brushRef="#br0" timeOffset="14989.019">13163 6879 0,'0'0'16,"13"0"31,0 0-32,27 0-15,40 0 16,65 0 0</inkml:trace>
  <inkml:trace contextRef="#ctx0" brushRef="#br0" timeOffset="15385.946">16034 6919 0,'158'-13'47,"94"26"-32</inkml:trace>
  <inkml:trace contextRef="#ctx0" brushRef="#br0" timeOffset="18452.567">12528 5398 0,'13'-27'47,"-13"14"-31,13 0 0,1-1-1,12-12 16,27-1-15,-13 14-16,-1 0 16,-12 0-16,26 0 15,-27-1 1,-12 14 0,-1 27-1,0-14 1,13 0-1,1 14 1,13-14 0,-14 0-1,-13-13 1,14 0-16,-1 0 31,40-26-15,-39 12-1,12-12 1,1 13 0,-13 0-1,12 13 1,-25 0-16,12 0 16,0 0-16,27 0 15,14 13 1,-1 0-1,13 0 1,53 0 0,-52-13-1,-27 0 1,0-13 15,-40 0-31,0 13 16,13 0-1,-12 0 1,39 26 0,0 14-16</inkml:trace>
  <inkml:trace contextRef="#ctx0" brushRef="#br0" timeOffset="19483.325">14949 5437 0,'0'0'16,"0"-66"31,26 53-32,1-14 1,13 1 0,-14 26-16,14 0 15,-14 0-15,14 0 16,0 26-1,-14 14 1,14 13 0,52 13-1,-26-53 1,27 1 0,13-14 15,13 0-31,26-27 31,-65 1-15,-40-1-1,-14 14 1,-13 0 0,0 13-1,14 0 1,13 26-1,12 1 1,-25-14-16,39 0 16,0-13-1,14 0 1,-1-26 0,53-27 15,-52 40-16,-27 13 1,0 0 0,-1 39-1,-25 41 1</inkml:trace>
  <inkml:trace contextRef="#ctx0" brushRef="#br0" timeOffset="20152.111">16457 5265 0,'0'0'0,"13"-13"109,27 0-109,13-27 16,119-79-1,26 0 1,-132 92-16,1-12 16,-41 26-1,-13 13 1,-13-14 0,-13 14 15,-27 0-31</inkml:trace>
  <inkml:trace contextRef="#ctx0" brushRef="#br0" timeOffset="20483.335">16960 4815 0,'0'0'0,"39"0"62,-12 14-62,13-14 0,13 13 16,13 27 0,-27-14-1,-39 0 1,0 1-16,-13-14 16,-40 27-1,27-27 1,-27 14-1,40-27 1,-1-14 0,14-12-16,27-120 15,26 1 1,-40 65-16</inkml:trace>
  <inkml:trace contextRef="#ctx0" brushRef="#br0" timeOffset="21581.861">17515 4948 0,'0'0'16,"93"-27"-1,-53 1 1,26-27-16,-26-40 31,-14 14-15,-13 0-1,-13 52-15,-26 14 16,-14 13 0,-39 53-1,-1 13 1,41-13-1,39-27-15,0-13 16,26-13 0,27 0-1,13-26 1,-26 0 0,-14 65 15,-12-12-16,-1 26 1,-13 105 0,-13-25-1,-27-41 1,0-65 0,14-27-1,-14-93 1,14-26-1,26 26 1,13 14 0,40 13-1</inkml:trace>
  <inkml:trace contextRef="#ctx0" brushRef="#br0" timeOffset="22365.693">17992 4762 0,'0'0'16,"0"14"31,0-1-31,13 0-1,-13 0 1,26 1-1,14-28 1,-13-12 0,-1-27-1,-26 27 1,0 12 0,-13 14-1,-14 0 1,-79 53-1,40 0 17,40 0-17,26 0 1,79-13 0,106-40-1,40-53 1,-92 0-1,-107 40-15,-13-14 16,1 14 0,-14 26 31,-27 27-32,14 13 1,0-14-1,13-12 1,0-14 15,13-26-15,13 0 0,27-27-1,-13 14 1,-27 26-1,0 0 1,-13 13 0,27 13-1,-1 14 1,1 0-16</inkml:trace>
  <inkml:trace contextRef="#ctx0" brushRef="#br0" timeOffset="22947.25">19235 5014 0,'0'0'0,"-26"-66"31,13 39-16,-27-26 1,-40 14 0,-25 39-1,52 0-15,-27 39 16,27 1 0,53-14 15,0-12-31,27-1 15,79-13-15,-14-13 16,94-67 0,-67-52-1,-40-40 1,-53 66 0,-26 53-1,-13 53 16,0 27-31,-40 39 16,-53 106 0,40 13-1,66-132 1,0 13 0,40-13-1,132-13 1,39-67-1,1-105 17</inkml:trace>
  <inkml:trace contextRef="#ctx0" brushRef="#br0" timeOffset="23381.862">19831 4802 0,'0'0'16,"-80"0"-1,54 27 1,-1-1-1,-12 40 1,39-39-16,13 39 16,53-26-1,93-14 1,-14-26 0,-92-13-1,-13-40 1,-27 13-1,-13 27 1,0 0 15,13 13 1,0 26-17,1 1 1,12 12-1,1-12-15,-14-1 16,13 1 0,1-14-1,105-40 1,53-65 0,-52-1-1</inkml:trace>
  <inkml:trace contextRef="#ctx0" brushRef="#br0" timeOffset="23580.004">20836 4802 0,'0'0'0,"-79"-26"47,39 52-31,13 1 0,-25 26-1,52-14-15,0 14 16,26-13-1,40 0 1,106-27 0,-13-26-1</inkml:trace>
  <inkml:trace contextRef="#ctx0" brushRef="#br0" timeOffset="24030.063">21431 4855 0,'0'0'0,"-66"-53"62,13 40-62,-13 13 16,-53 0-1,66 40 1,27-14 0,26-13-16,53-13 15,118-26 1,28-67 0,-54-52-1,-52-54 1,-93 160-1,0 12 1,0 14 15,-106 132-15,14 79 0,52 1-1,27-54 1,26-65-16</inkml:trace>
  <inkml:trace contextRef="#ctx0" brushRef="#br0" timeOffset="25545.318">20717 5517 0,'0'0'0,"13"-67"31,-13 1-16,0 27 1,0-1 0,-26 40-1,-14 0 1,0 26-16,-66 54 16,27 26-1,66-14 1,39-26-1,212-26 1,-13-66 0,-79-41 15,-106 41-15,-27 13-1,-13 26 16,-13 0-15,-1 14 0,-12 39-1,13-40-15,13 1 16,0-14 0,26-26-1,1-40 1,12-66-1,-52 66 1,0 13 15,-14 27-15,14 0 0,26 13 15,27 0-16,92 13 1,67-13 0,-160 13-1,-12-13 1,-27 13 0,0 1-1,-27 38 1,1 1-1,13-13 1,13-27 0,0 1-1,13-14 1,13-27 15,14-13-15,-27 27-16,1 13 47,-1 13-32,-13 1 1,26-1 0,-26 0-16,27 0 15,-14-13 16,13-13-15,-12 0 0,-1 0-16,0 13 15,-13 13 17,40 0-17,-1 27 1,54-1-1,0-39 1,12-26 0,15-80-1,12-185 1,-119 212 0,-13 52-1,0 14 1,-53 225 15,-39 66-15,39-54-1,0-25 1,-40-14 15,40-119-31,-53 27 16,14-80-1,-1-53-15</inkml:trace>
  <inkml:trace contextRef="#ctx0" brushRef="#br0" timeOffset="25829.995">22132 5662 0,'0'0'0,"53"-66"47,-39 66-47,-1 0 16,26 13-1,-12 14 1,13 52 0,-54 14-1,-52-14 1,0-39-1,0-54 1,26-38 0,14-15-1</inkml:trace>
  <inkml:trace contextRef="#ctx0" brushRef="#br0" timeOffset="26060.985">22542 5649 0,'0'0'16,"0"26"31,-13-12-31,-13-1-16,-54 53 31,41-40-31,12 1 15,14-1-15,13 14 16,40-14 0</inkml:trace>
  <inkml:trace contextRef="#ctx0" brushRef="#br0" timeOffset="26861.964">22622 5675 0,'0'0'16,"-66"-53"15,52 40-31,41 13 47,-14 0-31,27 0-1,92 0 1,-66 13-1,-26-13 1,-40 27 0,0 13-1,-53 52 1,13-39 0,27-26-1,13-14-15,27-26 47,-1-14-47,40-13 16,-26 1-1,-27 39 1,-13-14 0,13 14-16,-13 14 31,0 12-16,14 1 1,-14 26 0,26-14-1,14 1 1,13-27 0,26 0-1,-13-26 1,53-79-1,-39 25 1,-41 14 0,-25 14-1,-28 39 17,1 0-17,-53 39-15,-13 41 31,52-54-31,14 1 16,0 52 0,79-52-1,185-27 1</inkml:trace>
  <inkml:trace contextRef="#ctx0" brushRef="#br0" timeOffset="27395.149">23865 5874 0,'-79'53'0,"158"-106"0,-39 0 31,-40 40-15,0 26 15,-13-13-15,13 13-16,-13 27 16,13-1-1,0-25 1,13 12-1,13-13 1,1 1 0,-1-1-1,-13 0 1,1-13-16,-1 0 16,27-53-1,26-92 1,13-54-1,1-105 1,-41 158 0,-26 80-1,1 40 1,-28 52 31,-52 146-32,-26 53 1,26-40 0,39-39-1,14-93-15,13 26 16,-13-39 0,13-14-1,13-65 1</inkml:trace>
  <inkml:trace contextRef="#ctx0" brushRef="#br0" timeOffset="27775.662">24143 5741 0,'0'0'0,"13"-52"31,-13 38-15,14 1 0,-1 0-1,0 13-15,93-13 31,13 13-15,0 13 0,-79-13-1,-40 13 1,0 0 15,-13 27-15,-14 13-1,1 13 1,26 13 0,-14 1-1,-25 12 1,-133-78 0,-476-120-1</inkml:trace>
  <inkml:trace contextRef="#ctx0" brushRef="#br0" timeOffset="29851.942">12872 5265 0,'0'13'78</inkml:trace>
  <inkml:trace contextRef="#ctx0" brushRef="#br0" timeOffset="30040.246">12872 5265 0,'0'0'0,"66"0"15</inkml:trace>
  <inkml:trace contextRef="#ctx0" brushRef="#br0" timeOffset="30213.333">12965 5226 0</inkml:trace>
  <inkml:trace contextRef="#ctx0" brushRef="#br0" timeOffset="30388.834">12965 5226 0,'0'0'0,"0"-14"15,-14 14 32</inkml:trace>
  <inkml:trace contextRef="#ctx0" brushRef="#br0" timeOffset="30556.296">12898 5186 0,'0'0'0</inkml:trace>
  <inkml:trace contextRef="#ctx0" brushRef="#br0" timeOffset="32388.962">11972 4736 0,'14'-13'63,"-28"13"31,1-13-79,0 13 1,0 0 0,13 13-1</inkml:trace>
  <inkml:trace contextRef="#ctx0" brushRef="#br0" timeOffset="33072.254">11972 4736 0,'0'0'0,"14"-66"16,-14 53 0,0-1-1,0-25 1,-14-14-1,-12 26-15,13 14 16,-27 0-16,-39-14 16,13 27-1,26 27 1,53 13 0,53-1-1,80 1 1,-40-27-1,-54-13 17,-25-13-17,-40 26 17,13 0-17,-27 40-15,-39 93 16,13 13-1,40-67 1,13-52 0,-13 0-1,-1-40 1,1-14-16,-13-39 16,-1-79-1,14-27 1,40 40-1,118-39 17</inkml:trace>
  <inkml:trace contextRef="#ctx0" brushRef="#br0" timeOffset="33906.332">12237 4604 0,'0'0'0,"0"39"62,0-25-62,0 12 16,0 1 0,13-1-1,0-13-15,1-13 16,-1 0-1,66-53-15,-39-13 32,-40 27-17,0 12 1,0 14-16,-13 0 16,-1 13-1,-25 0 1,-14 53-1,0-1 1,27 15 0,26-41-16,0 14 15,39-14 1,41-26 0,39-40-1,-66 1 1,-14-1-1,-26 27 1,-13 0 15,14 26 1,12 27-17,-13-14-15,1 0 16,-1 1-16,13 26 15,1-13 1,-14-14 0,-13-13-1,13-26 17,0-13-32,54-27 15,-14 0 1,-14 39 15,-26 14-15,1 14-1,12 12 1,-13 1 0,14-1-1,39 1 1,-26-14-16,-1-13 0</inkml:trace>
  <inkml:trace contextRef="#ctx0" brushRef="#br0" timeOffset="34788.748">13335 4842 0,'0'0'15,"-40"-66"32,27 39-31,-53-26-16,-13 14 15,-14 25 17,0 54-17,80 26 1,40-13-1,52-13 1,-26-27-16,26-13 16,-13-13-16,27-40 15,-27-53 1,0-92 0,-52 39-1,-14 106 1,0 40-1,-14 79 17,1 0-17,-13 27 1,12 13-16,1-14 16,13-26-16,13 0 15,14-13 1,39-13-1,66-27 1,-52-66 0,-27-26-1,-40 26 1,-13 27 0,0 12-1,-13 14-15,-1 27 16,1 12-1,0 14 1,39 14 15,27-41-15,13-13 0,1-39-1,-28-27 1,-12-13-1,-27 39-15,0 14 16,0 0 0,13 26-1,13 40 1,1 13 0,-1-13-1,1-13 1,-1-14-1</inkml:trace>
  <inkml:trace contextRef="#ctx0" brushRef="#br0" timeOffset="34954.065">14367 4815 0,'0'0'0,"119"14"47</inkml:trace>
  <inkml:trace contextRef="#ctx0" brushRef="#br0" timeOffset="36535.838">11972 5265 0,'0'0'16,"14"-39"31,-1 25-47,-13 1 15,0 0 1,-27 0 0,-52 26-1,-14 27 1,14 26 0,66-40-16,0 1 15,52-14 1,27 0-1,27-26 1,-53 0 0,13-1-16,26-39 15,-66 40 17,0 0-17,1 26 16,-14 0-15,13 14 0,0-1-1,0 1 1,14-27 0,-1-13-1,27-67 1,13 1-1,-13 39 1,-40 53 31,1 1-47,-1 39 16,0-27-1,-13 40 1,0-13-1,-26-13 1,-14-27 0,-26 0-1,39-13 1,41 0 15,12 0-15,14 0-1,13 0 1,0-26 0,13-27-1,40-159 1,-80 27 15,-26 92-15,0 67-1,0 13 1,0 39 0,-13 14-1,-14 66 1,27-1 0,0-12-1,0-40 1,14-27-1,-1 1 1,-26-14 203,-1 0-219</inkml:trace>
  <inkml:trace contextRef="#ctx0" brushRef="#br0" timeOffset="37286.125">12316 5371 0,'0'0'0,"40"-40"63,-40 27-47,0-27-1,0 14 1,-26 13-1,-14 13 1,-13 26 0,-40 54-1,80-41 1,13-25 0,27-1-1,26-26 1,-14-1-16,27-12 15,-26-1 1,-27 27 0,-13 14-1,27 39 1,-27 158 15,-27-65-15,1-67-1,-1-26 1,1-40 0,-1-26-1,14-53 1,0-93 0,53-13-1,145-79 1</inkml:trace>
  <inkml:trace contextRef="#ctx0" brushRef="#br0" timeOffset="38151.897">12607 5239 0,'0'0'0,"14"26"63,-1 1-63,-13-1 15,13 40 1,0-13 0,1-26-1,-14-14 1,13-26 0,0-1-1,53-52 1,-13 13-1,-40 40-15,1 0 16,-1 13 0,0 26-1,0 27 1,-13-26 0,13 39-1,-13-26 1,14-27-1,-1-13 1,80-53 0,-1-26-1,-39-1 1,-27 54 0,-12 12-1,-14 54 16,-14 13-15,1 13 0,0 0-1,13-52-15,0 12 32,26-13-17,67-79 1</inkml:trace>
  <inkml:trace contextRef="#ctx0" brushRef="#br0" timeOffset="39034.944">13295 5278 0,'0'0'15,"-66"-13"17,79 13 14,1 0-46,12 0 16,14-13-16,-1 0 16,94-14-1,-107 14 1,-13 26 15,-13 14-15,0-1-1,0 1-15,-39 52 16,-1-13 0,14-13-1,-14-40 1,13 1 0,14-14-1,26 0 16,14 0-15,13 0 0,13 0-1,13 0 1,13 0 0,40-67-1,-26-78 16,-40-80-15,-40 66 0,-13 93-1,0 40-15,-13 12 16,13 1 0,0 26-1,-14 14-15,1 39 16,0 13-16,-27 107 15,27-54 1,13-53 0,0-26-1,0 13 1,0-52 15,66-54-15,0-26-1,-39 53 1,-14-1 0,0 14-1,0 14 1,14 12 0,-1 27-1,-26 13 1</inkml:trace>
  <inkml:trace contextRef="#ctx0" brushRef="#br0" timeOffset="39205.663">13917 5133 0,'0'0'0,"13"0"62</inkml:trace>
  <inkml:trace contextRef="#ctx0" brushRef="#br0" timeOffset="39502.126">14235 5384 0,'0'0'0,"26"-66"32,-26 40-32,0-1 15,0 1 1,-26 39 15,-14 40-15,-13 26-1,13 27 1,54-53 0,38-27-1</inkml:trace>
  <inkml:trace contextRef="#ctx0" brushRef="#br0" timeOffset="39816.79">14618 5226 0,'0'0'0,"-26"13"62,13 0-62,-1 0 16,-12 14-1,13 12-15,-14 41 16,27-1 0,53-13-1,0-13 1,-79-40-1,-186 1 1,-39-1 0</inkml:trace>
  <inkml:trace contextRef="#ctx0" brushRef="#br0" timeOffset="40815.314">13004 6839 0,'27'0'63,"-1"14"-48,27-14-15,40 0 16</inkml:trace>
  <inkml:trace contextRef="#ctx0" brushRef="#br0" timeOffset="41100.097">12978 6932 0,'0'0'0,"53"-13"31,-14 13-15,14-13-16,80 13 15</inkml:trace>
  <inkml:trace contextRef="#ctx0" brushRef="#br0" timeOffset="41715.895">12898 7064 0,'0'0'0,"80"-53"31,-54 40-15,14 0-16,0 0 16,79 0-1,0-1-15</inkml:trace>
  <inkml:trace contextRef="#ctx0" brushRef="#br0" timeOffset="41948.803">12978 6998 0,'0'0'15,"79"0"32,-39 0-31,-14 0-16</inkml:trace>
  <inkml:trace contextRef="#ctx0" brushRef="#br0" timeOffset="42802.02">12779 6562 0,'14'0'63,"-14"13"-48</inkml:trace>
  <inkml:trace contextRef="#ctx0" brushRef="#br0" timeOffset="43031.035">13772 6337 0,'0'0'0,"-27"-13"63,14 13-63,0 0 0</inkml:trace>
  <inkml:trace contextRef="#ctx0" brushRef="#br0" timeOffset="44179.969">15214 6760 0,'0'0'0,"-14"0"78,1 0-62</inkml:trace>
  <inkml:trace contextRef="#ctx0" brushRef="#br0" timeOffset="44446.041">16457 6773 0,'0'0'0,"-26"0"78,-14 0-62,13 0-16</inkml:trace>
  <inkml:trace contextRef="#ctx0" brushRef="#br0" timeOffset="44728.724">14565 6760 0,'0'0'0,"-13"0"78,0 0-78,0 0 0</inkml:trace>
  <inkml:trace contextRef="#ctx0" brushRef="#br0" timeOffset="47361.971">14010 6694 0,'-14'13'141,"14"0"-141,-13-13 0</inkml:trace>
  <inkml:trace contextRef="#ctx0" brushRef="#br0" timeOffset="47595.189">13877 6826 0,'0'0'0,"-66"0"16,-132 53 0,39-26-1,-66-1-15</inkml:trace>
  <inkml:trace contextRef="#ctx0" brushRef="#br0" timeOffset="47811.144">12409 6363 0,'0'0'16,"13"-92"-16,27-54 31,26 14-16,13 39 1,14 14-16</inkml:trace>
  <inkml:trace contextRef="#ctx0" brushRef="#br0" timeOffset="49875.06">20002 7382 0,'0'0'15,"80"0"17,-54 0-32,-12 13 15,25 0 1,-78-13 31,-28 0-47,-38 0 15,-147 14 1,146-14-16,-13-14 16,66 1 15,27 0-16,39 13 17,0 13-17,1 0 1,-1 1 0,-13 12-1,0 27 1,-13 66-1,-40 119 1,-13 40 0,39-159-16,1 132 15,12-13 1,14-66 0,0-105 15,0-28-16,0-12 1,40-14 0,66 13-1,145-12 1,120-14 0,-226 0-16,-12 0 0</inkml:trace>
  <inkml:trace contextRef="#ctx0" brushRef="#br0" timeOffset="50441.986">23310 7792 0,'0'0'0,"66"13"47,0 0-32,53 14-15,132 39 16,-65-26 0,-94-27-1,-65 0 1,-14-13 0,-13 13 15,0 1-31,0 52 15,-26 119 17,-1-39-32,-66 145 15,1-14 1,52-52 0,40-66-1,0-80 1,-66-79-1,-423-92 1</inkml:trace>
  <inkml:trace contextRef="#ctx0" brushRef="#br0" timeOffset="51090.146">19764 8281 0,'0'14'62,"14"12"-62,-1 27 16,13 13-1,-12-13 1,12-26 0,40-27-1,13-67 16,14-52-31,-40 27 16,-53 39 15</inkml:trace>
  <inkml:trace contextRef="#ctx0" brushRef="#br0" timeOffset="51440.995">20677 8414 0,'0'0'0,"13"39"63,1-12-48,-1 13-15,27 52 16,12-65 15,28-27-15,26-40 0,0-39-1,-67 39-15,1 0 16,13-26-1,-80 66 1</inkml:trace>
  <inkml:trace contextRef="#ctx0" brushRef="#br0" timeOffset="51690.941">21630 8387 0,'26'66'62,"-26"-13"-62,13 0 16,1 27-1,52-1 1,40-13 0</inkml:trace>
  <inkml:trace contextRef="#ctx0" brushRef="#br0" timeOffset="52057.057">22304 8401 0,'27'13'47,"-14"0"-32,14 40 1,-14-13 0,13 39-16,1 0 15,-1 1 1,27-14 15,0-26-31</inkml:trace>
  <inkml:trace contextRef="#ctx0" brushRef="#br0" timeOffset="52239.162">23072 8374 0,'0'0'15,"13"13"32,0-13-31,-13 14-16</inkml:trace>
  <inkml:trace contextRef="#ctx0" brushRef="#br0" timeOffset="52455.423">23323 8612 0,'0'0'16,"26"53"30,-12-26-30,-14-1-16,26 27 16</inkml:trace>
  <inkml:trace contextRef="#ctx0" brushRef="#br0" timeOffset="52640.006">23958 8414 0,'0'0'0,"13"92"63,-39-26-63,-27 14 15,-53 26 1</inkml:trace>
  <inkml:trace contextRef="#ctx0" brushRef="#br0" timeOffset="53427.717">20399 8811 0,'0'0'0,"-39"-67"31</inkml:trace>
  <inkml:trace contextRef="#ctx0" brushRef="#br0" timeOffset="54057.55">20069 8731 0,'0'0'0,"-106"-13"47,79 0-47,14 13 16,-13-13 0,39 13 46,0 0-46,0 0-16,53 13 15,27 0 1,13 0 0,145 40-1,-65-26 1,-15-1-1,-25 1 1,-67-14 0,-26 0 15,-26 0-31,26-13 16,-40 0-1,0 0 1,14 0-1,-1 0 1,0 0 0,1 0-1,26 13 1,-13 1 0,-14-14-16,0 13 15,1-13 1,-14 0-1,53 26 1</inkml:trace>
  <inkml:trace contextRef="#ctx0" brushRef="#br0" timeOffset="54187.998">21855 8983 0,'0'0'0</inkml:trace>
  <inkml:trace contextRef="#ctx0" brushRef="#br0" timeOffset="55355.274">20002 8824 0,'0'0'0,"27"0"63,-1 13-48,14-13-15,145 40 32,-66-27-32,172 27 15,14-14 1,-41 14-1,-92-27 1,-132-13 0,0-40-1,-1-13 1,14-26 0,0-40-1,-13 40 1,-27 12-1,14 15 1,-14-15 15,-13 15-15,0 12 0,0-26-1,-13 0 1,-14 13-1,1 13-15,-54-13 16,-52 0 0,-53 0-1,-14 14 1,-118 39 0,92 39-1,-26 1 1,26 13-1,-66 53 1,92-40 0,27-13 15,40 0-15,53-27-1,12 14 1,54-14-1,53 40 1,132 53 0,92 14-1,173-27 1,-186-67 0,-118-26-1,-67-13 1,13-52 15,-26-1-31,-26 13 16,-54 13 15</inkml:trace>
  <inkml:trace contextRef="#ctx0" brushRef="#br0" timeOffset="55703.715">20717 9022 0,'0'0'0,"13"-53"47,0 53-31,-13 14-1,14 25-15,-1 14 16,26 106 0,-12-53-1,39 26 1,13-13-1,-39-79 1,0 13 0,-40-40-1</inkml:trace>
  <inkml:trace contextRef="#ctx0" brushRef="#br0" timeOffset="55853.242">20995 9631 0,'-40'0'62,"-66"40"-46</inkml:trace>
  <inkml:trace contextRef="#ctx0" brushRef="#br0" timeOffset="56203.934">20651 9631 0,'0'0'0,"79"0"31,-39 0-15,52 13 0,-12 14-1,26 12 1,-14 1-1,-12-14 1,-67-26 0,0-39-1,-13-27 1,0 39 0,0-26-1,-53-39 1,13 52-1,-39 40 1,-80 26 0,14 40-16</inkml:trace>
  <inkml:trace contextRef="#ctx0" brushRef="#br0" timeOffset="56836.1">20280 10107 0,'0'-40'47,"14"67"-31,-14-14-1,0 80 1,-14-14 0,-12-13-1,26-39-15,0-14 16,13-13-1,27-13 1,39-40 0,1 0 15,-1 13-15,-66 40-1,27 13 1,13 67-1,-14-41 1,-12 1 0,-14-40-1,14-13 1,-1-106 0,14-106-1,-27 146 1,0 26-1,-13 13 1,27 40 0</inkml:trace>
  <inkml:trace contextRef="#ctx0" brushRef="#br0" timeOffset="57153.979">21325 9948 0,'0'0'0,"0"-53"16,0 27 0,-13-1-1,0 14 1,0 13-1,-40 66 1,0 27 0,26 0-1,27-1 1,27-26 15,-1-39-31,67-1 16</inkml:trace>
  <inkml:trace contextRef="#ctx0" brushRef="#br0" timeOffset="57570.798">21577 10067 0,'-27'-66'31,"14"66"-15,-13 0-16,-27 0 15,13 27 1,27-14-16,-14 40 31,27-27-15,27-12-1,12-1 1,1-40 0,-13 1-1,-14 13 1,0 13 15,0 13-31,14 13 16,12 1-1,-12-1 1,-1-26 0</inkml:trace>
  <inkml:trace contextRef="#ctx0" brushRef="#br0" timeOffset="57739.003">21696 9935 0,'0'0'0,"53"53"32,-27 0-17,1 13-15,-41 27 16,-237 132 0</inkml:trace>
  <inkml:trace contextRef="#ctx0" brushRef="#br0" timeOffset="59255.183">22172 8969 0,'13'-66'47,"-13"53"-31,0 39 15,14 1-15,-14 52-1,0 14 1,26-27-1,0-53-15,54-13 16,65-53 0,1 0-1,-80 14 1,-13 26 15,13 13-31,-26 39 31,13 27-15,0 14 0,-40-54-16,27 27 15,-1-26 1,14-14 0,13-13-1,53-27 1,-26-12-1,-14-1 1,-26 27 0,-13 13-1,39 53 1,-13 0 15,14-1-15,-1 15-1,14-28 1,52-39 0,-39-53-1,0-79 1,-40 13 0,-106 40-1</inkml:trace>
  <inkml:trace contextRef="#ctx0" brushRef="#br0" timeOffset="60018.884">22979 10028 0,'0'0'0,"0"-14"63,0 28-48,0-1 1,-13 53-16,0 27 31,-1-27-15,14-40-1,14-39 17,12 0-32,1-14 15,52-26 1,-13 27-1,-39 13-15,12 26 16,14 13 15,0 27-31,-13 0 16,-14-26 0,-13-1-1,1-26 1,-14-13-1,13-53 1,13-80 0,14-65-1,-40 171 1,0 13 0,0 1-1</inkml:trace>
  <inkml:trace contextRef="#ctx0" brushRef="#br0" timeOffset="60271.142">23826 9790 0,'0'0'0,"-40"52"47,27-25-47,-27 26 15,14-13 1,-27 52 0,40-52-16,13 39 15,52 1 1</inkml:trace>
  <inkml:trace contextRef="#ctx0" brushRef="#br0" timeOffset="60784.834">24104 9948 0,'0'0'0,"-14"-66"31,1 40-31,-27 26 15,-13 0 17,1 26-17,25 1 1,27-1 0,13-13-1,40-13 1,-13 0-1,-27 0-15,0 0 16,14 27 0,-14 39-1,0 79 1,-66 80 0,14-145 15,12-54-16,14 1 1,-13-41 0,12-38-1,28-187 1,52 54 0,0 79-1,13 53 1,-13 14-16</inkml:trace>
  <inkml:trace contextRef="#ctx0" brushRef="#br0" timeOffset="60983.896">24448 9882 0,'0'0'0,"105"119"31,-65-26-31,-27 26 16,-79 106-1,-198-27 1,25-65 0</inkml:trace>
  <inkml:trace contextRef="#ctx0" brushRef="#br0" timeOffset="61766.949">23085 11258 0,'0'0'0,"26"-40"47,1 14-32,13-14-15,52-39 16,14-27-1,39-26 17,-78 92-32,-1-13 15,-53 27 1,-26 26 0,-93 39-1</inkml:trace>
  <inkml:trace contextRef="#ctx0" brushRef="#br0" timeOffset="62131.93">23495 10742 0,'0'0'0,"13"0"63,0 0-63,1 0 15,25 0-15,41 27 16,-27-1 15,-27 14-15,-26-1 0,0 14-1,-13-26-15,-27 12 16,1-12-1,12-14 1,1-26 0,-14-40-1,13-13 1,14-66 0,13-1-1</inkml:trace>
  <inkml:trace contextRef="#ctx0" brushRef="#br0" timeOffset="67012.867">10874 7951 0,'0'0'15,"0"13"32,-26-13-47</inkml:trace>
  <inkml:trace contextRef="#ctx0" brushRef="#br0" timeOffset="82867.021">17449 8149 0,'0'0'0,"-13"-13"63,13 0-48,-13-1 1,0 1-16,-1 0 16,-39-13-1,1-1 1,-15 1-1,41-1-15,-14 14 16,1 0-16,-41-14 16,14-12-1,-13 12 1,-14 14 0,-132 0 15,53 13-16,53 13 1,53-13 0,-27 13-1,-39 0 1,39 1 0,14-1-1,0-13 1,-54 13-1,67 0 1,13 1 0,0 12-1,-13 0 1,-26 14 0,39 0-1,0-1 1,0 14 15,-13 40-15,26-27-1,-13 27 1,0-1 0,14 1-1,25-40-15,-12 39 16,13-12-1,13-1 1,0 1 0,13 52-1,13-39 1,1-1 0,12-13-1,14 14 16,-26-40-31,13-13 0,26 66 32,0-54-17,-26-25-15,12 13 16,187 52 0,-81-65-1,1-1 1,13 1-1,-26-14 1,-94-13-16,1 0 16,66 13-1,-26-13 1,13 0 0,-13 0 15,-54 0-31,41 0 15,-14-26 1,0 12 0,13-25-1,14-14 1,-53 26-16,52-39 16,1-13-1,-27-1 1,-13-12-1,0-80 1,-27 13 0,1 27-1,-14 66 1,0-14 0,0-131-1,-13 65 16,0 67-15,0 13 0,-26-67-1,-14 41 1,0 12 0,1 14-1,-14 13 1,-26-53-1,26 67 1,0-1 0,13 14-1,-106 26 1</inkml:trace>
  <inkml:trace contextRef="#ctx0" brushRef="#br0" timeOffset="83044.624">17119 7924 0,'0'0'16,"-40"-13"30</inkml:trace>
  <inkml:trace contextRef="#ctx0" brushRef="#br0" timeOffset="83230.043">16999 8017 0,'0'0'15,"-13"0"32,0 0-31</inkml:trace>
  <inkml:trace contextRef="#ctx0" brushRef="#br0" timeOffset="83391.8">17026 8043 0,'0'0'0</inkml:trace>
  <inkml:trace contextRef="#ctx0" brushRef="#br0" timeOffset="83897.056">17198 7951 0,'-13'13'78,"-1"0"-62</inkml:trace>
  <inkml:trace contextRef="#ctx0" brushRef="#br0" timeOffset="84112.009">17264 8109 0,'13'27'63</inkml:trace>
  <inkml:trace contextRef="#ctx0" brushRef="#br0" timeOffset="84320.396">17264 8109 0,'0'0'0,"13"67"0,-13-81 16,-13 14 15</inkml:trace>
  <inkml:trace contextRef="#ctx0" brushRef="#br0" timeOffset="86423.407">17396 8440 0,'0'0'0</inkml:trace>
  <inkml:trace contextRef="#ctx0" brushRef="#br0" timeOffset="89875.986">14301 9935 0,'-53'-40'62,"40"40"-62,-1-13 16,1 0-16,-13 13 16,-1-13-16,-26-14 31,-66 14-15,-26 0-1,39 0 1,0-1-1,0 14 1,27-13 0,13 0-1,0 0 1,13 13 0,-14 0-1,1 0 1,0 0-1,-26 26 1,39 1 0,-13-1-1,26 0 17,-40 27-17,28-13 1,12 13-1,0 0 1,0 26 0,-39 54-1,53-54 1,-14 14 0,27-14-1,-14 53 1,14-26-1,0-13 1,0-14 0,-1 0 15,-25 67-31,25-53 31,1-1-15,0 1-1,-13 52 1,26-52 0,0 0-1,0-14 1,13 0 0,-13 1-1,0 52 1,0-53-1,-13 40 1,13 106 0,26-92-1,-26-14 17,13 0-17,-13-27 1,13-39-1,-13 79 1,14-52 0,-1 26-1,0 26 1,0-79-16,1 26 16,-1 1-1,0-14 1,0-27-1,0 1 1,14 13 0,-1-26-1,1 12 1,13-12 15,12 12-15,-25-12-1,13-14 1,-1 14 0,1-14-1,26 0 1,-26 0 0,13 0-1,0-13 1,39 0-1,-12 0 1,-14 0 0,13-13-1,1-13 17,-41 26-32,27-13 15,1-1 1,-1-12-1,13-1 1,40 1 0,-26-1-1,-1 1 1,1 0 0,-14-1-1,14-26 1,-27 0-1,-13-13 1,13 0 0,0-66-1,-26 39 17,13-52-32,0-1 31,-14 67-16,1-40 1,0-40 0,-14 13-1,-12 54 1,-14-27 0,0 39-16,13-39 15,-13-13 1,13 0-1,0-14 1,0 14 0,-13-53-1,0 79 1,0 26 15,14-65-15,-14 39-1,0 53 1,0-13 0,-14 0-1,1 26 1,13 14-16,-26-27 16,-14-13-1,0-1 1,-13 1-1,-13-39 1,27 38 0,12 1-1,1 13 1,-1 14 15,27 12-31,-13-13 16,-13 1-1,-14-1 1,-26-26 0,-186-66-1,54 65 1,-80 28 0</inkml:trace>
  <inkml:trace contextRef="#ctx0" brushRef="#br0" timeOffset="112121.908">14446 10689 0,'0'-66'31,"0"53"-15,-26 26 31</inkml:trace>
  <inkml:trace contextRef="#ctx0" brushRef="#br0" timeOffset="112439.77">14367 12078 0,'0'0'16,"-13"-13"30,-1 13-30,-12 0-16</inkml:trace>
  <inkml:trace contextRef="#ctx0" brushRef="#br0" timeOffset="112723.321">14182 13256 0,'0'0'0,"13"0"62,-13 13-62</inkml:trace>
  <inkml:trace contextRef="#ctx0" brushRef="#br0" timeOffset="112929.102">14182 13719 0,'0'0'0</inkml:trace>
  <inkml:trace contextRef="#ctx0" brushRef="#br0" timeOffset="113435.865">14182 13441 0,'0'0'16,"0"-13"30,0 26-30</inkml:trace>
  <inkml:trace contextRef="#ctx0" brushRef="#br0" timeOffset="113855.149">14579 12568 0,'0'0'16,"-27"0"124,14 0-124,-14 0-16</inkml:trace>
  <inkml:trace contextRef="#ctx0" brushRef="#br0" timeOffset="115154.679">16775 8731 0,'0'0'16,"26"-106"0,-26 93-1,-13 13 32,-14 13-47</inkml:trace>
  <inkml:trace contextRef="#ctx0" brushRef="#br0" timeOffset="115487.274">16907 9551 0,'0'0'0,"26"-26"47,-65 26-31,-41 40 0</inkml:trace>
  <inkml:trace contextRef="#ctx0" brushRef="#br0" timeOffset="115937.921">17079 8506 0,'0'0'0,"13"-13"62,-13 40-46,-13-14-16,0 0 16</inkml:trace>
  <inkml:trace contextRef="#ctx0" brushRef="#br0" timeOffset="116170.417">17039 9975 0,'0'0'0,"-66"-40"62,40 14-62,-1-1 16</inkml:trace>
  <inkml:trace contextRef="#ctx0" brushRef="#br0" timeOffset="116387.869">16960 8493 0,'0'0'0,"0"79"47,-27-12-32,1-1-15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48:53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6231 5543 0,'-13'-13'46,"26"0"1,-13-1-15,0 1-17,-13 13-15,13-13 16,-14-14-1,-12 1 1,-27-14 0,-13 14-1,13 13 1,-26-1 0,-1 14-1,27 0-15,-39 27 16,-41 13-1,-38 52 17,-1 14-17,-14 79 1,80-26 0,27 13-1,13 40 1,13-14-1,13 93 1,40-119 0,27-13-1,39-27 1,106 0 0,-13-79-1,13-40 16,0-39-31,13-40 32,-93 13-32,14 0 15,265-145 1,-146 52 0,-40-13-1,-40 1 1,-39-81-1,-93 41 1,-52-40 0,-54 13-1,-52 27 1,-107-41 0,133 160-1,40 26 1,-1 13-1,-131 40 17,92 40-32</inkml:trace>
  <inkml:trace contextRef="#ctx0" brushRef="#br0" timeOffset="498.24">4366 5252 0,'-14'0'62,"28"0"-62,25 0 16,14 13 0,159-13-1,39 27 1,14-1 0,-159-13-16,39 1 15,-79-14 1,-26 0-1,-27 0 17,-13-27-32</inkml:trace>
  <inkml:trace contextRef="#ctx0" brushRef="#br0" timeOffset="847.944">5530 5159 0,'0'0'0,"0"14"63,0-1-63,0 0 15,26 40 1,-13 13 0,1-26-16,-1 26 15,-13 0 1,-13-13-1,-1-13 17,-25-14-17,26-26 17,-1-66-17,-12-93 1,26 53-16,-13-105 15</inkml:trace>
  <inkml:trace contextRef="#ctx0" brushRef="#br0" timeOffset="6177.162">2289 5913 0,'0'0'0,"-14"-52"16,14 25-16,0-13 15,-13 1 1,13 52 31,0 0-31,0 40-16,-13 13 15,-27 159 1,1-26-1,25-120 1,14-39 0,27 13-1,52-40 1,93-66 0,93-66-1,-80 26 1,-119 53-1,-79 40 48,0 0-32,13-13 32,0 0-48,-14-13-15,14 12 16,-13-12 0,13 13-1,-13 13 1,-13 39-1,-14 41 1,13 12 0,27-52-16,0-14 15,40 41 1,0-54 0,-14-26 15,1-27-16,-14-53 1,-26 27 0,-14 26-1,-12 27 1,-1 40 0,13 26-16</inkml:trace>
  <inkml:trace contextRef="#ctx0" brushRef="#br0" timeOffset="6544.103">3426 6059 0,'0'0'0,"-79"-13"47,26 13-47,13 13 31,1 0-15,39 27-1,66 13 1,0-27 0,-13 14-1,-13-14 1,-27 1-1,-13 13 1,-13-14-16,-54 14 16,-25-1-1,-1-25 1</inkml:trace>
  <inkml:trace contextRef="#ctx0" brushRef="#br0" timeOffset="6844.76">3929 5927 0,'0'0'0,"-66"13"47,39 0-31,1 0-16,-27 67 15,40-1 1,92 0 0,93 1-1,-106-54-15,-13-12 16,-13-1 0,-119 26 15,-239 67-16,14-13-15</inkml:trace>
  <inkml:trace contextRef="#ctx0" brushRef="#br0" timeOffset="7708.482">5649 6945 0,'0'0'0,"13"-39"63,14 39-47,-1-14-16,14 14 15,79-13 1</inkml:trace>
  <inkml:trace contextRef="#ctx0" brushRef="#br0" timeOffset="7876.423">5609 7157 0,'0'0'0,"66"-13"15,14 0 1,92-27 0</inkml:trace>
  <inkml:trace contextRef="#ctx0" brushRef="#br0" timeOffset="9608.975">8189 5622 0,'0'0'0,"13"0"78,-13-13-78,27 0 16,-14 0-16,53-40 31,-26 13-15,-1 27 0,-12 13-1,12 26 1,-12 14-1,13-14 1,-27 1-16,53-14 16,66-13-1,53-66 1,-52-13 0,-54 26-1,-39 26 16,-14 27-31,1 0 32,12 40-17,41 13 1,-1-27 0,40-26-1,40-26 1,-14-40-1,-65 13 1,-1 13 0,-13 14-1,-26 26 1,39 53 0,-26 26-1,0 14 1,0-1-1</inkml:trace>
  <inkml:trace contextRef="#ctx0" brushRef="#br0" timeOffset="11922.098">9565 7699 0,'0'0'0,"0"-26"47,-14 26-31,14-13 0,-13 13-1,-26-27 1,12 14-1,1-13 1,-1 12 0,14 1-1,-14 0 1,-25 13 0,-28 0-1,1 0 1,-27 0-1,40 0 1,0-13 0,13-14 15,13 14-31,14 0 16,-67-27-1,27 27 1,-14 13-1,-12 13 1,-54 13 0,54 14-1,-1-13 1,-13 12 0,27-12-1,39-14-15,1 13 16,-1-12-16,-39 39 15,26-14 1,13-12 15,13 26-15,1-14 0,13 1-1,-14-13 1,-12-1-1,12-13-15,-13 0 16,-65 27 0,-1-27-1,0 1 1,-26 25 0,66 1-1,-1 13 1,1 26-1,13 1 1,0 25 15,40-65-31,0 53 16,13-14 0,40 0-1,158 67 1,14-40-1,-14-27 1,40-26 0,40-40-1,66-26 1,251-66 0,-198 13-1,-79 13 1,-93 0-1,-14-13 1,-131 26 0,-14-26-1,40-27 17,13 1-17,13-54 1,-92 67-1,-14 26 1,-26 13 0,27-26-1,-14 0 1,0 0 0,-13-14-1,-26 1 1,-252-67-1,-146 80 1,14 40 15,119-14-15,172 14-16,-26-14 16,92 13-16</inkml:trace>
  <inkml:trace contextRef="#ctx0" brushRef="#br0" timeOffset="12438.037">7183 7699 0,'80'14'47,"-54"-14"-47,14 0 15,66 26 1,172 1 0,-106-14-1,-93-13 17,-13 0-17,-53 0-15,14 0 0</inkml:trace>
  <inkml:trace contextRef="#ctx0" brushRef="#br0" timeOffset="12788.065">8030 7726 0,'0'0'16,"-13"-27"31,13 41-1,13 12-46,14 14 16,-14-1 0,-13 14-1,0 0 17,-40 0-17,27-26 1,-14-27-1,14 0 1,0-14-16,13-12 16,-13-146-1,79-13 1</inkml:trace>
  <inkml:trace contextRef="#ctx0" brushRef="#br0" timeOffset="19698.199">8784 8149 0,'0'0'0,"0"-13"63</inkml:trace>
  <inkml:trace contextRef="#ctx0" brushRef="#br0" timeOffset="20014.257">7686 9075 0,'0'0'0,"0"-13"62,13 13-46,1 0-16,-14 13 0</inkml:trace>
  <inkml:trace contextRef="#ctx0" brushRef="#br0" timeOffset="20189.163">8374 8916 0,'0'0'0</inkml:trace>
  <inkml:trace contextRef="#ctx0" brushRef="#br0" timeOffset="20369.622">8758 8824 0,'0'0'0,"0"-66"47,-14 66-31</inkml:trace>
  <inkml:trace contextRef="#ctx0" brushRef="#br0" timeOffset="22113.13">9723 8057 0,'0'0'0,"40"-27"62,-27 14-62,40-27 16,13-39 0</inkml:trace>
  <inkml:trace contextRef="#ctx0" brushRef="#br0" timeOffset="22396.292">10173 7527 0,'0'0'0,"53"14"62,-40-1-62</inkml:trace>
  <inkml:trace contextRef="#ctx0" brushRef="#br0" timeOffset="34770.327">8440 5040 0,'0'0'0,"-92"0"15,52 0 1,0 0 0,-52 27-16,12 12 15,-12 28 1,-54 52 15,-79 132-15,119-119-1,14 14 1,26 13 0,-1 13-1,54-93-15,-13 93 16,26 0 0,13-13-1,40-1 1,106 54-1,-14-93 1,1-26 0,26 13-1,13-14 1,80 1 15,-146-67-15,-40-13-1,93-13 1,198 0 0,-145-39-1,-26-27 1,-27-14 0,-67 1-1,-52 39-15,53-105 16,-13-41-1,-27-25 1,-26-1 0,-40-158-1,-40 118 17,-26 27-17,-40 1 1,-26 25-1,-14 14 1,-92-27 0,26 120-1,40 39 1</inkml:trace>
  <inkml:trace contextRef="#ctx0" brushRef="#br0" timeOffset="34953.998">8453 5093 0,'0'0'0</inkml:trace>
  <inkml:trace contextRef="#ctx0" brushRef="#br0" timeOffset="40898.088">13361 6350 0,'0'0'0,"0"-66"31,14 66-16,-28 0 17,14 26-17,-13-26-15</inkml:trace>
  <inkml:trace contextRef="#ctx0" brushRef="#br0" timeOffset="41547.008">18296 6813 0,'0'0'0,"0"13"94,-13 0-78,-1-13-16,14 14 0</inkml:trace>
  <inkml:trace contextRef="#ctx0" brushRef="#br0" timeOffset="41797.991">18217 7011 0,'0'0'0,"0"14"63,-14-1-47</inkml:trace>
  <inkml:trace contextRef="#ctx0" brushRef="#br0" timeOffset="44477.894">11404 6906 0,'0'-14'47,"-27"41"15,14-14-62,-14 14 0</inkml:trace>
  <inkml:trace contextRef="#ctx0" brushRef="#br0" timeOffset="44681.325">12197 7104 0,'0'0'0,"-26"0"47,-1 13-32</inkml:trace>
  <inkml:trace contextRef="#ctx0" brushRef="#br0" timeOffset="45194.677">15491 7091 0,'0'13'63,"0"0"-48</inkml:trace>
  <inkml:trace contextRef="#ctx0" brushRef="#br0" timeOffset="45417.659">16669 7263 0,'0'0'0</inkml:trace>
  <inkml:trace contextRef="#ctx0" brushRef="#br0" timeOffset="47443.05">14010 6112 0,'0'0'0,"0"-66"32,0 52-17,0 1-15,0-40 16,0 14 15,-14 12-15,1-12-1,-40-1 1,0 0 0,-13 14-1,0-14 1,40 27-16,-14 0 15,-66-27 1,40 13 0,-13 14-1,-1-13 1,1 12 0,26 1-1,-13 0-15,-14 13 31,14 13-15,-13 27 0,0 26-1,-27 66 1,53-39 0,26 39-1,14 120 1,13-107-1,0-13 1,-26 27 0,26-27-1,26-12 1,14-15 0,26-38-1,53 25 16,185 14-15,-105-80 0,-1 1-1,-26-27 1,-53-13 0,-26-14-1,-67 27-15,54-40 16,-1-26-1,0-79 1,14-54 0,-40 1-1,-53-14 1,-13 80 0,-27-14-1,-26 27 16,-40-13-15,40 79 0,-27 0-1,1 14 1,-41 25 0,27 54-1,27 13 1</inkml:trace>
  <inkml:trace contextRef="#ctx0" brushRef="#br0" timeOffset="47963.513">13560 5980 0,'13'-14'63,"0"-12"-47,27-14-1,92-105-15,27-41 16,0 1 15,-80 93-31,40-27 16,-92 79-1,-1 27-15,14-27 16,-14 14 0,-39 39 15,-27 0-16</inkml:trace>
  <inkml:trace contextRef="#ctx0" brushRef="#br0" timeOffset="48443.095">14327 4987 0,'0'0'0,"13"0"62,1 0-62,12 0 16,14 14 0,52-1-1,54 0 1,-93 0-1,-40 1 1,-13-1 0,0 0-16,-13 13 15,-27 27 1,0 0 0,1-13-1,-1 0 1,-13-1 15,40-39-15,0-13-1,-1-53 1,-12-172 0,-14 106-1,-26 65 1</inkml:trace>
  <inkml:trace contextRef="#ctx0" brushRef="#br0" timeOffset="51053.199">14605 7845 0,'0'0'0,"13"0"62,-26 0-15</inkml:trace>
  <inkml:trace contextRef="#ctx0" brushRef="#br0" timeOffset="51624.283">14407 8361 0,'0'-13'62,"-14"26"1,1 0-63</inkml:trace>
  <inkml:trace contextRef="#ctx0" brushRef="#br0" timeOffset="52137.968">14142 9049 0,'-13'-13'125,"0"-1"-109,-1 1-16,1 13 0</inkml:trace>
  <inkml:trace contextRef="#ctx0" brushRef="#br0" timeOffset="52539.317">14393 8295 0,'0'0'0,"0"13"125,0 0-94,-13 0-31,0 1 0</inkml:trace>
  <inkml:trace contextRef="#ctx0" brushRef="#br0" timeOffset="52954.679">14235 8956 0,'0'-13'109,"-14"0"-109,1 13 16</inkml:trace>
  <inkml:trace contextRef="#ctx0" brushRef="#br0" timeOffset="53671.443">18587 7805 0,'-13'0'125,"0"0"-125,-14 0 16,14 0-16</inkml:trace>
  <inkml:trace contextRef="#ctx0" brushRef="#br0" timeOffset="54073.001">17793 7832 0,'0'0'0,"27"0"63,-54 0-48,-12-14 1</inkml:trace>
  <inkml:trace contextRef="#ctx0" brushRef="#br0" timeOffset="54336.55">18891 7832 0,'0'0'0,"0"-14"62,0 28-62,-26 12 16</inkml:trace>
  <inkml:trace contextRef="#ctx0" brushRef="#br0" timeOffset="54569.327">18640 7951 0,'0'0'0,"0"13"47,-27-13-31,1 13-1</inkml:trace>
  <inkml:trace contextRef="#ctx0" brushRef="#br0" timeOffset="55002.39">18084 8586 0,'0'0'0,"14"-14"63</inkml:trace>
  <inkml:trace contextRef="#ctx0" brushRef="#br0" timeOffset="55157.143">18732 8705 0,'0'0'0</inkml:trace>
  <inkml:trace contextRef="#ctx0" brushRef="#br0" timeOffset="55744.427">19685 6800 0,'0'0'0,"-53"-106"31,27 80-15</inkml:trace>
  <inkml:trace contextRef="#ctx0" brushRef="#br0" timeOffset="56018.483">20360 7011 0,'79'-13'62,"-39"13"-62,13 0 16,53 106-1</inkml:trace>
  <inkml:trace contextRef="#ctx0" brushRef="#br0" timeOffset="56703.1">20598 7329 0,'0'0'0,"0"-93"16,0 27-1,0 27 16,0 25-15,-53 14 0,-79 53-1,13 13 1,79-39-16,-13 92 16,40 26-1,52-65 1,28-27-1,12 13 1,-53-40 0,-12-12-1,-14 12 1,-27 27 0,-105 13-1,39-13 16,54-27-15,52 14 0,93 53-1,-1-27 1,-25 26 0,-54 1-1,-39 66 1,-66 0-1,-40-40 1,66-53 0,-13 26-1,52 41 1,147-80 15,197-67-15,-39-65-16</inkml:trace>
  <inkml:trace contextRef="#ctx0" brushRef="#br0" timeOffset="57288.211">21074 7832 0,'0'0'16,"0"53"31,0 0-32,0 26-15,-53 106 16,-13-53 0,40-65-1,12-28 1,14-26 15,27-92-15,65-106-1,41-80 1,-28 80 0,-52 92-1,-39 80 1,12 26-1,1 93 1,12 93 0,-12-120-16,12 14 15,-12-40 1,13 0 15,-14-40-31,-13-185 31,27-66-15,-27 92 0,0 93-1,14 27 1,13 39 0</inkml:trace>
  <inkml:trace contextRef="#ctx0" brushRef="#br0" timeOffset="57736.973">21775 8136 0,'0'0'0,"13"26"62,1-12-62,12-1 16,1 0 0,12 0-16,-12 1 15,118-41 1,-79-39 0,-39-27-1,-14-26 1,-26 80-1,-27 39 1,-39 26 0,-1 53-1,41-39-15,-1 13 16,14 79 0,39-52-1,66-27 16,93-53-15,-53-80 0</inkml:trace>
  <inkml:trace contextRef="#ctx0" brushRef="#br0" timeOffset="58700.04">22384 7977 0,'0'0'0,"13"53"62,-13-26-46,0 25-16,0 28 16,-13-1-1,13-39 1,13-14 0,0-26-1,0 0 1,40-39-1,0-14 1,-13 26 0,-27 14-1,0 13 17,-13 13-17,27 14 1,-1 26-1,-12-27-15,12 40 16,14 0 0,-14-39-1,-13-14 1,14-39 0,52-173-1,-13-26 1,-13-13-1,0-53 17,-40 199-17,-13 52 1,0 13 0,-13 41-1,-53 91 1,-66 266-1,92-186 1,27-26 0,26 66-1,0-119 1,14-54 0,12 1-1</inkml:trace>
  <inkml:trace contextRef="#ctx0" brushRef="#br0" timeOffset="58883.084">22662 8043 0,'0'0'0,"105"14"46,-12 12-30,158 53 0</inkml:trace>
  <inkml:trace contextRef="#ctx0" brushRef="#br0" timeOffset="59833.305">23072 8480 0,'0'0'0,"26"-66"47,-13 26-31,27-53-1,0-12 1,-1 38-1,-25 28 1,-14 26-16,13 13 16,-13 39 15,0 1-31,0 39 31,0 14-31,0-40 31,13-13-15,53-14 0,67-13-1,184-105 1,-198 12 0,-79 41-1,-14-14 1,-26 13-1,-26 0 1,-67 53 0,-26 27-1,40 13 1,39 26 0,40-39-1,13-27 1,14 1 15,-14-14-15,40-14-1,-27 14 1,-12 27 0,25 13-1,-26-27-15,1 26 16,12-25-1,-13-14 1,80-93 0,53-105-1,12-226 1,-105 146 0,-13 120-1,-40 118 1,0 53 15,-119 159-15,-66 119-1,79-53 1,79-66 0,41-39-1,52-94 1,26-12-1</inkml:trace>
  <inkml:trace contextRef="#ctx0" brushRef="#br0" timeOffset="60049.333">24699 7713 0,'0'0'0,"0"105"15,0 120 1,-27 66 15,-65 27-15,39-146-16,-53 132 16,40-132-1</inkml:trace>
  <inkml:trace contextRef="#ctx0" brushRef="#br0" timeOffset="71455.651">15941 5490 0,'0'0'16,"66"-13"-1,-13 13 1,212-13 0,-120 13-1,-79 13 1</inkml:trace>
  <inkml:trace contextRef="#ctx0" brushRef="#br0" timeOffset="71574.972">15849 5517 0,'0'0'0,"436"39"31,-304-26-31</inkml:trace>
  <inkml:trace contextRef="#ctx0" brushRef="#br0" timeOffset="74638.961">14182 8070 0,'0'0'0,"-27"-13"47,40 13 31,40 0-78,-13 13 15,0 0-15</inkml:trace>
  <inkml:trace contextRef="#ctx0" brushRef="#br0" timeOffset="75003.67">14433 8625 0,'0'0'0,"40"27"47,-27-27-31</inkml:trace>
  <inkml:trace contextRef="#ctx0" brushRef="#br0" timeOffset="75770.311">14539 8665 0,'0'0'0,"26"0"47,1 0-31,39 13-1,-40-13-15</inkml:trace>
  <inkml:trace contextRef="#ctx0" brushRef="#br0" timeOffset="75954.697">14499 8811 0,'66'0'31,"-13"-14"-31,40-12 0</inkml:trace>
  <inkml:trace contextRef="#ctx0" brushRef="#br0" timeOffset="76085.305">14764 8996 0,'0'0'0</inkml:trace>
  <inkml:trace contextRef="#ctx0" brushRef="#br0" timeOffset="76304.502">13996 9287 0,'93'-27'32,"-27"14"-17</inkml:trace>
  <inkml:trace contextRef="#ctx0" brushRef="#br0" timeOffset="78251.251">11708 5728 0,'0'0'0,"0"-13"62,0-13-46,13-27-16,0-106 15,-13-79 17,0 26-17,0 119-15,-13-52 16,13 79 0,-13 13-1,13 0 1,0 66 15,-13 0-15,13 54-1,-14-41 1,14 14-16,-13-14 16,0 27-16,0 13 15,-1-26 1,1 0 15,0-27-15,13-26 15,26-40-15,1-13-1,-1-1 1,-12 67 15,-1 14-15,0-1-16,27 40 15,-1 0 1,1-14 0,-13 1 15,-120-40 0,-119-13-15,14 26-16</inkml:trace>
  <inkml:trace contextRef="#ctx0" brushRef="#br0" timeOffset="79883.259">17026 4392 0,'0'0'0,"0"79"47,0-26-47,13 119 15,-13-66 1,40 79-1,0 1 1,12 12 0,-12 0-1,-13-65 1,-14-80 0,-13-14-1,-13-25 1,-14-14-1,-52-80 1,39 1 0,27-14-1,0 27 1,13 40 0,0-1-1,0 40 1,0 27 15,26 39-15,14 41-1,-14-54 1,1-13 0,-27-27-1,0-13 1,0-26-1,-14-66 1,-12-27 0,13 0-1,0 27 1,-1-1 0,14 67-1,14 13 48,38-13-48,41 0 1,0-1 0,-27 14-1,-40 106 1,-105 53-1,-40 13 1,-27-13 0,40-67-1</inkml:trace>
  <inkml:trace contextRef="#ctx0" brushRef="#br0" timeOffset="80752.369">11721 5490 0,'0'-13'63,"13"13"-32,-13 13-15</inkml:trace>
  <inkml:trace contextRef="#ctx0" brushRef="#br0" timeOffset="81073.207">11853 5371 0,'0'0'0,"0"13"94,-26 14-78</inkml:trace>
  <inkml:trace contextRef="#ctx0" brushRef="#br0" timeOffset="82215.073">17066 4366 0,'0'0'0,"0"-53"31,0 79 31,-14 1-62,1 12 16,-40 80 0,0-26-1,27-40 1,26-40-16,-13 0 31,39-92-15,40-67-1,-39 94 1,-14 12 0,27-13-1,-27 40 1,0 13-1,66 39 1,120 147 0,-133-94-1,-66-52 1,-26-14 0,-186 1-1,-450-1 1,371-26-1</inkml:trace>
  <inkml:trace contextRef="#ctx0" brushRef="#br0" timeOffset="83580.692">11642 5358 0,'0'0'0,"0"-13"63,-14 13-63,1 0 47,0 0-47,-13 0 15,-1 0 1,14 0-1,0 0-15,13 13 79,0 0-64,0 14 1,0 52-1,0 0 1,0 27 0,13-53-1,13 13 1,-12-39 0,-1-14-16,-26-26 46,-14-27-46,-66-106 16,1-39 0,65 106-1,14-14 1,13 54 0,0 12-1,0 14 1,13 13-1,40 26 1,66 14 0,93 0-1,13-27 1,-93-13 0,-105 0-1,-27 13 1,-14 0-1,-131 93 1,13 13 0,-1 27-1,28 13 17,12-14-17,-26 120 1</inkml:trace>
  <inkml:trace contextRef="#ctx0" brushRef="#br0" timeOffset="103013.685">10874 7527 0,'0'0'0,"14"-26"47,-1-1-31,27 1-16,131-67 15,41-26 1,-93 66 0,-92 27-1</inkml:trace>
  <inkml:trace contextRef="#ctx0" brushRef="#br0" timeOffset="103380.226">11126 7144 0,'0'0'0,"26"-80"32,-13 67-17,27-13 1,13-1 0,26 27-1,-26 27 1,-26 39-1,-1 0 1,-13 0 0,1 13-1,-1-52 17,-13-14-17,-13-13 1,-14-26-1,-39-27 1,-79-106 0</inkml:trace>
  <inkml:trace contextRef="#ctx0" brushRef="#br0" timeOffset="104797.768">15703 7408 0,'13'0'63,"14"-13"-48,52-13-15,133-67 16,-27 27 0,-106 26-1,-52 14 1,-40 13 0,-40-1-16</inkml:trace>
  <inkml:trace contextRef="#ctx0" brushRef="#br0" timeOffset="105263.181">15994 7051 0,'13'-13'47,"1"13"-31,12 0-1,40 13 1,27 0 0,-14 14-1,-13-14 1,-26 14-1,-27 25 1,-39-12 0,-14 13-1,-13-13 1,-13-14 0,13-26-1,27-40 1,-1-26-1,27-79 1,13-80 0</inkml:trace>
  <inkml:trace contextRef="#ctx0" brushRef="#br0" timeOffset="108049.167">17185 7197 0,'0'0'0</inkml:trace>
  <inkml:trace contextRef="#ctx0" brushRef="#br0" timeOffset="108379.016">18957 8123 0,'0'0'0,"0"13"62,-26-13-46,-1 0-16,-12-13 15</inkml:trace>
  <inkml:trace contextRef="#ctx0" brushRef="#br0" timeOffset="109526.412">12039 7051 0</inkml:trace>
  <inkml:trace contextRef="#ctx0" brushRef="#br0" timeOffset="109738.133">12131 7038 0</inkml:trace>
  <inkml:trace contextRef="#ctx0" brushRef="#br0" timeOffset="109918.479">12131 7038 0,'0'0'16,"53"53"-1</inkml:trace>
  <inkml:trace contextRef="#ctx0" brushRef="#br0" timeOffset="110067.266">12158 7117 0</inkml:trace>
  <inkml:trace contextRef="#ctx0" brushRef="#br0" timeOffset="127563.075">13216 10835 0,'0'0'0,"13"0"47,0 0-32,14 0-15,118 0 16,-52 13 0,-14 0-1,54 14 1</inkml:trace>
  <inkml:trace contextRef="#ctx0" brushRef="#br0" timeOffset="127727.067">13348 10927 0,'0'0'0,"543"0"31</inkml:trace>
  <inkml:trace contextRef="#ctx0" brushRef="#br0" timeOffset="130250.015">13242 9988 0,'0'0'0</inkml:trace>
  <inkml:trace contextRef="#ctx0" brushRef="#br0" timeOffset="130462.469">14195 10279 0,'0'0'0,"-119"-53"46</inkml:trace>
  <inkml:trace contextRef="#ctx0" brushRef="#br0" timeOffset="131373.201">13084 12211 0,'39'-40'63,"-39"53"-16,-13-13-47</inkml:trace>
  <inkml:trace contextRef="#ctx0" brushRef="#br0" timeOffset="131606.507">14261 12435 0,'-66'0'31,"39"0"-31,-25 0 16,12-13-1</inkml:trace>
  <inkml:trace contextRef="#ctx0" brushRef="#br0" timeOffset="132158.546">13256 12052 0,'0'0'0,"-14"0"94,1 0-94,0 0 0</inkml:trace>
  <inkml:trace contextRef="#ctx0" brushRef="#br0" timeOffset="132907.538">13282 12012 0,'0'-13'63,"13"13"-48,-13 13-15,-13 0 16,0-13-16</inkml:trace>
  <inkml:trace contextRef="#ctx0" brushRef="#br0" timeOffset="134237.203">13229 12052 0,'27'-13'63,"-41"13"-32</inkml:trace>
  <inkml:trace contextRef="#ctx0" brushRef="#br0" timeOffset="134621.248">14102 12237 0,'-13'0'141,"0"0"-125,0 0-16</inkml:trace>
  <inkml:trace contextRef="#ctx0" brushRef="#br0" timeOffset="135680.065">18031 9631 0,'27'-13'63,"-14"13"-48</inkml:trace>
  <inkml:trace contextRef="#ctx0" brushRef="#br0" timeOffset="137251.624">18058 9485 0,'0'0'15,"-66"-66"32,52 53-47,1 0 16,13-1-1,-13-12-15,-13 0 16,-14-14 0,0 13-1,-13 1 1,0 13 0,-66-14-1,27 14 1,-1 0-1,0 0 1,-39-1 0,79 14-1,-13 14 1,0 12 15,0 14-15,-27 13-1,40 0 1,-13-1 0,-13 15-1,-40 78 1,53-39 0,-14 53-1,1 13 1,26-27-1,-27 67 1,41-80 0,12 0-1,1 14 1,26 52 15,26-79-15,14-26-1,0-40 1,26-13 0,26 13-1,94 26 1,-1-26 0,-13 0-1,53 13 1,-66-53-1,12 0 1,28 1 0,26-1-1,0 0 17,79-13-17,-132 0 1,-27 0-1,1-13 1,-67 13-16,80-27 16,-27 1-1,-26-14 1,-53 14 0,13-27-1,40-26 1,-53 26-1,13-14 1,-13 1 0,-26 13-1,12-39-15,1-1 16,0 1 15,-27-14-15,0 13-1,-13-39 1,-26 53 0,-54-54-1,-39-12 1,-79-27 0,66 79-1,26 40 1,40 0-1,-1 0 1,-118-39 0,-13 12-1,13 14 1,26 27 0,-79-28 15,79 28-16,-13 12 1,-13 14 0,39 0-16</inkml:trace>
  <inkml:trace contextRef="#ctx0" brushRef="#br0" timeOffset="139606.041">18547 10107 0,'0'0'0,"0"13"94,-13-13-94</inkml:trace>
  <inkml:trace contextRef="#ctx0" brushRef="#br0" timeOffset="139803.635">18547 10107 0,'0'0'0,"14"0"47,-14 13-47</inkml:trace>
  <inkml:trace contextRef="#ctx0" brushRef="#br0" timeOffset="139987.693">18587 10107 0,'0'0'0</inkml:trace>
  <inkml:trace contextRef="#ctx0" brushRef="#br0" timeOffset="140162.342">18587 10107 0,'0'0'0,"-26"-40"0,26 27 15</inkml:trace>
  <inkml:trace contextRef="#ctx0" brushRef="#br0" timeOffset="140325.595">18521 10054 0</inkml:trace>
  <inkml:trace contextRef="#ctx0" brushRef="#br0" timeOffset="140528.518">18653 10094 0,'0'13'78</inkml:trace>
  <inkml:trace contextRef="#ctx0" brushRef="#br0" timeOffset="142386.261">14724 10954 0,'0'0'0,"-53"-13"47,27 13-47,-1 0 16,-52-14-1</inkml:trace>
  <inkml:trace contextRef="#ctx0" brushRef="#br0" timeOffset="143632.271">5953 9379 0,'0'0'0,"0"14"93,0 12-77,0 40-16,-13 146 16,-40 13-1,40-106 1,13-66-1,0-40 1,0-92 0,13-159-1,13-40 17,-12 132-17,-14 120-15,0-1 16,13 14-1,0 66 1,27 132 0,-1 119-1,-25-224 1,12-40 0,1-14-1,12-39 1,14-40-16,93-119 15,-40 40 1,-80 105 0,-13 1 15,-13 39-15,14 40-1,-14 53 1,-14-1-1,14-38 1,0 25 0,27-65-1</inkml:trace>
  <inkml:trace contextRef="#ctx0" brushRef="#br0" timeOffset="145029.986">6866 9723 0,'-66'80'63,"39"-41"-47,1 41-1,26-1 1,13-39-1,40-53 1,-27-93 0,-26-13-1,-13 39 1,-13 41-16,13 12 16,-67-39-1,67 66 1,13 13-1,26 27 1,93-13 0,40-80-1,-13-93 17,-80-13-17,-53 93-15,-13-13 16,-13 39-1,0 14 1,-1 26 0,-38 172-1,-54 238 1,92-212 0,14-66-1,14-65 1,12-41-1,1-26 1,78-79-16,81-159 16,-54-40-1,-92 119 17,-40 93-17,0 39 1,-14 54 15,1 13-15,-13 26-16,-27 145 15,26 14 1,14-66 0,0-53-1,13-40 1,0-26-1,0-93 17,13-80-17,14 67 1,-1-13 0,0 52-1,-12 27 1,12 14-1,14 39 1,0 66 0,-27-53-1,13 0 1,1-40 0,65-65-1,1-80 1,0-40-1,-67 93 1,-26 39 0,0 14-1,0 26 17,-53 80-17,13 26 1,27-40-1,13-52-15,27 39 16,12-40 0,27-39-1,67-119 1,39-106 0,-146 198-1,-26 27 1,13 13-1,-13 172 1,-79 13 0,-40-53 15</inkml:trace>
  <inkml:trace contextRef="#ctx0" brushRef="#br0" timeOffset="145195.67">6932 9618 0,'0'0'16,"384"53"15,-318-27-31</inkml:trace>
  <inkml:trace contextRef="#ctx0" brushRef="#br0" timeOffset="145847.086">6165 10663 0,'0'0'0,"-119"-106"47,79 106-47,-26 53 15,-13 106 17,65-80-32,41-13 31,39-26-16,0-40 1,-26-13-16,26-67 16,0 1-1,-26 13 1,-14 52 0,14 94-1,-14 65 1,-12 14-1,-1-66 1,0-54 0,-13 1-1,0-80 17,13-105-17,27-54 1,-14 107-16,1-14 15,-14 53 1</inkml:trace>
  <inkml:trace contextRef="#ctx0" brushRef="#br0" timeOffset="147093.429">6575 10742 0,'0'0'0,"0"-26"62,0 39-46,13 13-16,-13 40 16,0-26-1,0 40 1,0-14-1,0-40 1,13-13 0,27-79-1,0-13 1,13 13 0,-40 26-1,13 40 1,-12 26-1,-1 1-15,13 26 16,1 13 0,-14-13-1,27 0 17,-1-53-17,41-80 1,39-78-1,-66 39 1,-53 66 0,0 39-16,-27-25 15,-26 39 1,-13 92 0,0 67-1,53 26 1,39-132-1,40 0 1,67-26 0,-1-41-1,-79-25 1,26-41-16,-13-12 31,-39 26-15,-27 26-1,-13 27 1,-14 39 0,-13 54-1,27-1 1,0 0 0,26-39-16,14 0 15,52-14 1,40-66-1,27-79 1,-14-26 0,-119 118-1,-13 1 1,0 39 15,-13 27-15,-13 92-1,26-39 1,0-27 0,26-26-1,14-27 1,-1-66 0,14-40-1,-13 27 1,-27 40-1,14 39 1,-14 40 0,0 13-1,0 13 1,27-13 15,-14-39-15,41-40-1,12-53-15</inkml:trace>
  <inkml:trace contextRef="#ctx0" brushRef="#br0" timeOffset="151513.378">8308 10941 0,'0'0'0</inkml:trace>
  <inkml:trace contextRef="#ctx0" brushRef="#br0" timeOffset="151996.48">8744 11417 0,'0'0'0</inkml:trace>
  <inkml:trace contextRef="#ctx0" brushRef="#br0" timeOffset="153805.129">9697 9816 0,'0'0'0,"26"-93"31,-12 27-31,-14-26 16,-14-94 0,-25 120-1,-27 53 1,-225 172-1,132 39 1,119-118 0,40-54-1,172-105 17,-13-40-32,198-146 15,-185 53 1,-106 107-1,-66 65 1,0 27 15,-53 52-15,-79 107 0,0 66-1,92-120-15,40-12 16,13 118-1,14-132 1,12-26 0,27-1-1,54-52 1,38-132 0</inkml:trace>
  <inkml:trace contextRef="#ctx0" brushRef="#br0" timeOffset="155022.002">10438 9538 0,'0'0'0,"13"-66"31,-13 40-15,-13-14-1,-14 40-15,-65 0 16,-14 66 0,27 13-1,52 27 1,40-53-1,53-40 1,27-26 0,-27-40 15,-13-13-15,-26 26-1,-14 40 16,0 40-15,0-13-16,14 12 16,-1-12-1,14-14 1,0-53 0,-1-39-1,1-27 1,-40 80-1,0 52 17,0-13-17,-13 53-15,-1-13 32,14-39-17,0-1 1,14-40 15,-1 1-15,0-1-1,0 27 1,1 0 0,12 40-1,-13-13 1,14-1-1,-14-13 1,0 1-16,80-1 16,-14-26-1,14-40 17,13-27-17,-1-12 1,-65 52-1,-40 27 1,-13 13 15,0 0-31,-27 39 16,-13 14 0,27 27-1,26 39 1,39 145-1,-25-118 1,-28-40 0,-12-53 15,13-27-15,-27-26-1,-53-119 1,67-79-1,52-41 1,54 28 0,118-14-1,-105 172 1</inkml:trace>
  <inkml:trace contextRef="#ctx0" brushRef="#br0" timeOffset="155987.372">11576 9102 0,'0'79'31,"-14"-13"-15,-12 14 0,-27 131-1,26-65 1,14-80-1,13-26 1,0-27-16,40-13 16,0-27-1,-14 1 1,1-1 0,-14 27-1,13 27 1,1-1-1,-1 1 1,14-27 0,66-66-1,13-106 17,-27-66-17,-52 92 1,-27 93-1,-13 27 1,0 39 0,-53 93-1,-26 79 1,39 53 0,40-172-1,0 0 1,13 0-1,27-13 1,0-66 0,66-66 15,13-67-15,-66 54-1,-40 52 1,-13 27-1,-27 39 1,-39 93 0,0 40-1,66-106 1,13 0 0,40-13-1,66-54 1,53-92-1,-13-39 1,-132 119 0,-14-1-1,0 54 17,-13 39-17,-13 53 1,-27-27-1,-79-12 1</inkml:trace>
  <inkml:trace contextRef="#ctx0" brushRef="#br0" timeOffset="156136.283">11999 9274 0,'0'0'0,"198"92"32</inkml:trace>
  <inkml:trace contextRef="#ctx0" brushRef="#br0" timeOffset="157554.566">8520 12568 0,'0'0'0,"0"-80"15,0 54 1,-27-14 0,1 14-16,-14 26 15,-39 53 1,-1 79-1,54 27 1,92-53 0,66-27-1,14-13 1,-80-39 0,-40-1 15,-171-13-16,-107-13 1,67-26 0,93 13-1,65-14 1,226-39 0</inkml:trace>
  <inkml:trace contextRef="#ctx0" brushRef="#br0" timeOffset="157804.91">8718 12832 0,'0'0'0,"0"-53"32,-13 53-17,13-13-15,-27 40 16,1 26 15,-1 13-15,27 0-1,14-66 1,25-13-16,27-54 16</inkml:trace>
  <inkml:trace contextRef="#ctx0" brushRef="#br0" timeOffset="158235.098">8758 12607 0,'0'0'0,"-27"27"63,40-14-63,93 14 15,27-27 1,-41 0 15,-26-14-15,-52 14-1,-14 40 1,0 13 0,0 0-1,0-13-15,13-1 16,-13-12-1,13-67 17,40-79-17,13 53 1,-13 39 0,13 27-1,-13 53 16,-26 0-31,12 53 16</inkml:trace>
  <inkml:trace contextRef="#ctx0" brushRef="#br0" timeOffset="158370.321">9842 13070 0,'0'0'0,"0"53"31,-13-26-31,-53 12 16,0 1-16,-13 0 16</inkml:trace>
  <inkml:trace contextRef="#ctx0" brushRef="#br0" timeOffset="159118.142">5530 12528 0,'0'0'0,"0"-119"47,0 106-47,0-1 16,26 28-1,14 52 1,0 119 15,-14 40-15,-26-146-16,13 1 15,1-41 1,-1-25 0,-26-80 15,13-1-31,0-105 15,0 40 1,26 92 0,14 27-1,39 0 1,-26 53 0,-53-1 15,-13 27-16,-67-26 1,1-13 0,53-14-16,-14-13 15,40 13 1,53 14 0,79 25-1,-39-12 1,-27-13-1,13-27 1</inkml:trace>
  <inkml:trace contextRef="#ctx0" brushRef="#br0" timeOffset="159986.974">6138 12647 0,'0'0'0,"53"66"32,-40-53-17,1 14 1,-14-14-16,13 14 16,-13-14-16,0 0 15,0 0 1,-13-13-1,-1-13 1,1-13-16,13-1 16,13-13-1,14 27 1,13 13 0,-1 13-1,14 40 16,-26-13-15,-1 0 0,-13-27-1,1 0 1,-1-13 15,0 0-15,40-13-1,-27 13-15,54 0 16,52-13 0,67-14-1,-67-12 1,-40-14 15,-25-13-31,-54 13 31,0 26-15,-26 133 15,0 53-15,-1-14 0,14-26-1,0-92-15,-13 26 16,13-27-1,-40-13 1,-12-26 0,-68-106-1,15-132 1,65 92-16,13-119 16,27 119-1,0 93 16,-13 40-15</inkml:trace>
  <inkml:trace contextRef="#ctx0" brushRef="#br0" timeOffset="160234.78">8030 13031 0,'0'0'0,"-119"53"31,-119 52-16,53-12 1</inkml:trace>
  <inkml:trace contextRef="#ctx0" brushRef="#br0" timeOffset="161853.5">5278 9499 0,'0'0'0,"-66"0"16,-26 0-1,-14 13-15,-119 53 16,-13 40-1,53-14 1</inkml:trace>
  <inkml:trace contextRef="#ctx0" brushRef="#br0" timeOffset="162697.948">3863 11483 0,'0'0'0,"0"79"46,0-65-46,0-28 32,0-39-32,-40-52 31,-13 12-15,0 66-1,-52 160 1,52 158-1,39 40 1,67-120 0,-13-105-1,-27-53 1,-13-27-16,-26-12 16,-159-54-1</inkml:trace>
  <inkml:trace contextRef="#ctx0" brushRef="#br0" timeOffset="162847.82">3585 11748 0,'0'0'0,"251"-27"31,-171 27-15,-14 13-1,13 1 1</inkml:trace>
  <inkml:trace contextRef="#ctx0" brushRef="#br0" timeOffset="163446.944">4352 11642 0,'0'0'0,"-79"-40"31,0 27-15,-1 52 0,-12 28 15,52-14-15,27-27-16,26 14 15,27-14 1,-1-13-1,14-39 1,27-27 0,-41 53-1,1 13 1,13 27 0,40 52-1,-27-52 1,-13-40-1,0-53 1,-14-119 15,-39-225-15,-53 186 0,27 78-1,13 107 1,-1 39-1,41 186 1,-1 92 0,-12-53-1,12-132 1,0-53 0,-26-40-16,-39 13 15</inkml:trace>
  <inkml:trace contextRef="#ctx0" brushRef="#br0" timeOffset="163613.266">4339 11430 0,'0'0'0,"80"-13"31,-41 13-15,67 0-1,66-40 1</inkml:trace>
  <inkml:trace contextRef="#ctx0" brushRef="#br0" timeOffset="164346.8">4868 11218 0,'40'106'62,"-40"-13"-62,0 132 16,0-40 0,13-66-1,0-40 1,1-52 0,12 12-1,-13-12 1,14-40-1,-1-40 1,14-13 0,-14 13-1,1 53 1,-1 13 0,41 53-1,12 27 1,-13-27-1,13-40 1,14-26 0,26-79 15,40-199-15,-146 146-1,-13 92 1,-13 27-1,-27 53 1,-13 105 0,27 27-1,26-93 1,39-52 0,-12-14-16,39 0 15,40-79 1,53-119-1,-54 40 1,-52 92 0,-26 53 15,26 53-15,26 92-1,-26 67 1,13-54-1,-39-118-15,12 0 0</inkml:trace>
  <inkml:trace contextRef="#ctx0" brushRef="#br0" timeOffset="164716.605">11761 11999 0,'0'0'16,"-40"0"30,14 0-46</inkml:trace>
  <inkml:trace contextRef="#ctx0" brushRef="#br0" timeOffset="164863.938">12515 12647 0,'0'0'0</inkml:trace>
  <inkml:trace contextRef="#ctx0" brushRef="#br0" timeOffset="165762.312">18309 10821 0,'0'0'0,"-26"0"94,-1 0-94,-12 0 0</inkml:trace>
  <inkml:trace contextRef="#ctx0" brushRef="#br0" timeOffset="165952.045">18455 10808 0,'0'0'0,"-27"0"47</inkml:trace>
  <inkml:trace contextRef="#ctx0" brushRef="#br0" timeOffset="166177.876">19024 10782 0,'0'0'0,"52"39"62</inkml:trace>
  <inkml:trace contextRef="#ctx0" brushRef="#br0" timeOffset="166495.144">20360 9327 0,'0'0'0</inkml:trace>
  <inkml:trace contextRef="#ctx0" brushRef="#br0" timeOffset="167144.861">20466 9485 0,'0'-66'62,"-14"53"-62,1-14 16,-13 27-16,-67-13 15,-26 40 1,40 26 0,39-14-16,13-12 15,41 92 1,52-40 15,13 1-15,-13 12-1,-13 40 1,-53-65 0,-13-14-1,-13-14 1,-14 1 0,-26 26-1,39-26 1,1 26-1,26 13 1,0 54 0,26-41-16,40 107 31,-52-41-31,-67-52 31,0-40-15,-27 0-1,-39 67 1,106-54 0,132-13-1,80-26-15</inkml:trace>
  <inkml:trace contextRef="#ctx0" brushRef="#br0" timeOffset="167728.318">21114 9856 0,'0'0'0,"0"-27"63,0 14-63,-13-27 15,-54 1 16,-105 12-15,-13 40 0,119 1-16,13 12 15,27 27 1,65 53 0,133 26-1,159-39 1,-172-120-1</inkml:trace>
  <inkml:trace contextRef="#ctx0" brushRef="#br0" timeOffset="168743.582">21418 9803 0,'0'0'0,"-66"0"47,39 13-31,-65 27-1,12 13 1,41 0 0,39-27-16,0 14 15,39-14 1,14-13-1,0-39 1,0-27 0,-26 27-16,12-27 15,-25 26 1,-1 27 15,-13 13-15,13 27-1,13 0 1,14-14 0,0 14-1,13-27 1,0-13 0,-27-40-1,1-12 1,-14-1-1,0 26-15,-13-13 16,0 14 0,13 26 15,27 53-15,39 66-1,-26-26 16,-13-27-15,-14-53 0,14-39-1,-13-27-15,25-106 16,-12-26 0,-40 52-1,0 67 1,0 40-1,-13 26 1,13 13 15,0-39 16,13-1-47,0-26 16,1 13 15,-14 40-15,0 172-1,-40 106 1,0-13 0,40-40-1,0-133-15,13 14 16,-13-53-1,-79-26 1</inkml:trace>
  <inkml:trace contextRef="#ctx0" brushRef="#br0" timeOffset="169026.005">22106 9631 0,'0'0'0,"79"-80"16,-26 54 0,27 13-1,-14 66 1,-53 79 0,-39-39-16,-54 39 15,14-66 1,0-40-1,0-12 1,-14-80 0,54-93-1</inkml:trace>
  <inkml:trace contextRef="#ctx0" brushRef="#br0" timeOffset="169660.228">22357 9697 0,'0'0'0,"27"66"31,-14-26-15,0-1 0,14 1-1,-1-13 1,14-27-1,26-93 1,-26 27 0,-40 26-1,0 27 1,-27 26 0,-52 40-1,13 26 1,52-12 15,14-14-15,67-14-1,52-52 1,0-40 0,-40 0-1,-39 13 1,-27 27-16,-13 26 31,-13 14-15,-27 26-1,-13 39 1,53-65 0,13-1-1,14-26 1,26-13 15,-27 0-31,14 0 16,-14 13-16,14-14 15,-27 14 1,-13 14-16</inkml:trace>
  <inkml:trace contextRef="#ctx0" brushRef="#br0" timeOffset="170608.181">23323 9565 0,'0'0'0,"0"-14"62,13 14-46,-13 14 0,27 78-1,-14 14-15,-26 145 16,-40-39 0,13-53-1,27-93 1,-27-39-1,1-54 1</inkml:trace>
  <inkml:trace contextRef="#ctx0" brushRef="#br0" timeOffset="170857.974">23283 9763 0,'0'0'0,"80"13"47,-41 40-32,-25 27 1,-41-1 0,-26-39-1,0-27 1,27-13-1,-53-53-15</inkml:trace>
  <inkml:trace contextRef="#ctx0" brushRef="#br0" timeOffset="171073.845">23614 9763 0,'0'0'0,"0"53"32,0-27-17,-13 41 1,0-14 0,52-27-1</inkml:trace>
  <inkml:trace contextRef="#ctx0" brushRef="#br0" timeOffset="171424.144">23773 9816 0,'0'0'16,"0"-13"31,-13 26-32,-14 13-15,-13 14 16,-12 66-1,52-53 1,52-13 0,67-27-1,173-132 1,-187 26 0,-78 40-1,-14 27 1,-26 118 31,-53 107-32,0 13 1,-54-40 0</inkml:trace>
  <inkml:trace contextRef="#ctx0" brushRef="#br0" timeOffset="172458.124">21590 10544 0,'0'-14'47,"0"1"-15,0 0-32,-13 0 15,-67-27 1,-78 40-1,12 53 1,93 0 15,53 0-15,13-27-16,80 27 16,92-40-1,-13-92 1,-66-80-1,-13-132 1,-67 172 0,-26 93-1,-13 52 17,0 27-32,-53 159 15,39-53 1,27-93 15,27 13-15,12 0-1,-26-65 1,14-28 0,26-25-1,13-41 1,-53 67-1,-13 26 17,0 27-17,0 39 1,0-12 0,13-15-1,-13-12 1,14-53-1,-1-14 1,27-52 0,-27-14-1,0 27 1,-26 13 0,-14 27-1,-65 52 1,26 27-1</inkml:trace>
  <inkml:trace contextRef="#ctx0" brushRef="#br0" timeOffset="172939.792">22516 10570 0,'0'0'15,"-66"-26"32,13 52-31,-40 40 0,54-13-16,-1 40 15,53-14 1,67-26-1,92-40 1,172-198 0,-225-27-1,-80 40 1,-39 80 0,0 79-16,-13-1 15,-13 1-15,-80 66 16,-27 132-1,41 53 1,92-66 15,26-39-15,1-94 0,-1-52-1</inkml:trace>
  <inkml:trace contextRef="#ctx0" brushRef="#br0" timeOffset="173090.222">22595 10702 0,'0'0'0,"119"0"47,53 40-31,-66-13-1</inkml:trace>
  <inkml:trace contextRef="#ctx0" brushRef="#br0" timeOffset="173606.477">23191 10769 0,'-53'-14'62,"13"41"-46,-26 12 0,13 28-1,53-28-15,0-12 16,0 12-16,40 14 16,-1-39-1,14-28 1,14-91-1,-15-147 1,-52 186 15,0 40-15,0 12 0,14 120-1,52 53 1,-27-53-1,-25-53 1,12-14 0,-26-25-1,-13-41 1,0-26 0,26-26-1,80-80 1,118-39-1,-118 132 1</inkml:trace>
  <inkml:trace contextRef="#ctx0" brushRef="#br0" timeOffset="174123.009">24448 9644 0,'0'0'0,"92"-40"31,-65 27-15,-1 13-16,27 0 15,-13 40 1,-1 26-1,-39 93 1,-79 52 15,-40 54-15,92-159 0,27-40-1,27 0 1,52 80-1,14-27 1,-14 53 0,-52 13-1,-67-13 1,-92 13 0,66-66-1,-1 40 1,-25 0-1,-160 79 1,173-199 0</inkml:trace>
  <inkml:trace contextRef="#ctx0" brushRef="#br0" timeOffset="174872.924">20796 11695 0,'0'0'0,"40"13"62,-27 13-62,0 1 16,-13 26 0,-13 26-16,-27 40 15,14-53 1,13-26 0,0-40-1,52-225 1,54-66-1,13 66 1,-67 146 0,-25 52 15,39 67-15,13 119-1,-27 92 1,-12-66-1,-1-92 1,1-67 0,-14-52-1,40-146 1,0-93 0,-27 146-16,1-13 15,-14 92 1,-13 27-1,-79 92 1</inkml:trace>
  <inkml:trace contextRef="#ctx0" brushRef="#br0" timeOffset="176172.235">21471 11708 0,'0'0'0,"40"-13"62,-27 13-46,-13 13-16,0 40 16,0 0-1,-13-14 1,-1-25-1,14-1 1,27-40 0,13-39-1,12 0 1,1 26 15,-13 40-15,-13 27-1,12 26 1,-12-14 0,-14-12-16,0-14 15,-13 0-15,27 14 16,-27-14 0,13-39-1,0-1 1,53-145-1,-26 80 1,-14 39 0,1 26-1,-1 27 17,-13 0-32,40 66 15,0 27 1,-53 13-1,-13-27 1,-40 40 0,40-66-1,13-13 1,26-27 0,93-53-1,-39-13 1,131-132-1,-131 119 1,-40 13 0,12-13-1,-52 53 17,0 52-1,-26 41-16,0-27-15,-1 39 16,1 14 0,-1-13-1,-13-40 1,-12-14 0,12-52-1,27-13 1,-1-27-1,14 13 1,27 27 0,-1 26-1,1 27 17,12-1-17,67-12 1,53-40-1,26-67 1,-66-52 0,-66 0-1,-53 52 1,-13 41 0,-27 52-1,-65 80 1,-1 105-1,92-13 1,120-105 0,93 12-1,26-92 1</inkml:trace>
  <inkml:trace contextRef="#ctx0" brushRef="#br0" timeOffset="176890.217">21722 11073 0,'0'0'0,"80"13"62,12 27-46,1-14-16,39 27 15</inkml:trace>
  <inkml:trace contextRef="#ctx0" brushRef="#br0" timeOffset="177152.894">21008 12118 0,'0'0'0,"66"0"47,-13 13-47,66-13 16,-26 13-1,-14-13 1</inkml:trace>
  <inkml:trace contextRef="#ctx0" brushRef="#br0" timeOffset="177520.037">21180 10411 0,'0'0'0,"13"-39"62,0 39-62,27-14 16,238 14 0,132 67-1,-198-28 1</inkml:trace>
  <inkml:trace contextRef="#ctx0" brushRef="#br0" timeOffset="-3181.779">17859 12766 0,'0'0'0,"67"13"31,-15 1-16,41 12 1,-27-13-16,27 14 16,-1-1-1,80 27-15,-66-26 32,-26-14-17</inkml:trace>
  <inkml:trace contextRef="#ctx0" brushRef="#br0" timeOffset="-2916.022">18653 12859 0,'0'0'16,"0"53"31,0-27-32,0 40 1,-26 0-1,-67 27 1,14-67 0,13-12-1,26-28 1,27-38 0,39 12-1,80-106 1,0 14-16</inkml:trace>
  <inkml:trace contextRef="#ctx0" brushRef="#br0" timeOffset="-1316.39">16722 11919 0,'0'0'0,"13"-66"32,0 40-17,0-1 1,-13 1 0,-13 52 15,-13 27-31,-80 119 15,40-66 1,52-79 0,1-14-16,13 0 15,13-26 1,54-93 0,52-92-1,-53 65 16,-40 80-15,-26 80 15,-26 79-15,-1-27-16,1 14 16,13-27-16,13 0 15,26-26 1,27-14-1,0-26 1,66-93 0,-26 1-1,-40 26 1,-27 39 15,-39 80 0,-14 0-31,-79 93 16,54-54 0,38-39-1,41 13 1,52-53 0,93-52-1,40-54 1,-120 40-1,-25 0 1,-54 27 0,-26 13-1,-54 13 1,-171 39 0,132 14 15,80-13-16,13 13 1,39 13 0,40-26-1,27-40 1,-14-27 0,1-26-1,-41 0 1,-12 14-1,-54 78 17,-12 14-17,25-13-15,-12 13 16,26-27 0,26-12 15,14-14-16,26-27 1,27-52 0,-53 52-1,-27 27 1,-13 27 15,0-1-31,-13 14 16,13 0-1,0-14 1,13-26 15,13 0-15,14-13 0,-27 13-1,0 0 1,-13 13-1,14 0 1,-1 14 0,0-1-1,14-13 1,39 1 0</inkml:trace>
  <inkml:trace contextRef="#ctx0" brushRef="#br0" timeOffset="-150.215">18203 12382 0,'0'0'0,"0"-39"62,-13 12-62,0-12 16,-27-27 0,-26 26-1,-13 27 1,-14 39-1,53 1-15,-13 65 16,67 1 0,92-40-1,118-53 1,-131-40 0,-14-13-16,-12-13 15,-1-119 1,-40 39-1,-26 67 1,-13 52 0,-53 41-1,-80 144 1,1 41 0,105-80-1,40-93-15,0 1 16,13 52-1,53-66 1,93-26 0,40-66-1,-94-1 1,-91 41 0,-14 12 15,-27 14-16,-26 13 1,27 13-16,-27 27 16,40 0-1,-1-1 1,28 1 0,39-14-1,-14-26 1,-12 0-1,-14-13 1,-13 26 47,0 1-63,0-1 15,40 27 16,13-40-15,13-14 0,26-52-1,14-93 1,-53-26 0,-40 106-16,-13 13 15,0 26 1,-13 27-1,-13 79 1,-41 106 0,28 0-1,26-53 1,13-26 0,0-14 15,13-39-16,0-27-15</inkml:trace>
  <inkml:trace contextRef="#ctx0" brushRef="#br0" timeOffset="565.221">19010 12330 0,'66'13'47,"-39"0"-31,26 0-1,0-13 1,-27 0 0,-26-13 15,-13 13-16,0 0-15,-14 0 16,1 13 0,-14 0-16,0 27 15,27 0 1,13-14 0,27 1-1,52-14 1,-13-66-1,-13-26 1,-40 13 0,1 26-1,-14 13 1,13 54 15,27 26-15,26 39-1,-13-65 1,-40-1 15,0-26-15,-26 0 0,0 0-1,-14-26 1,27-1-1,27-12 1,-1 25-16,53-38 16,-26 25-1,-26 14 1,-27 39 0</inkml:trace>
  <inkml:trace contextRef="#ctx0" brushRef="#br0" timeOffset="886.127">19711 12356 0,'0'0'15,"14"0"32,-14 13-47,0 14 16,13 12-1,0 1 1,14-27-16,39 1 16,13-28-1,-13-39 1,0 0 0,-66 40-1,-119 79 16,-211 80-15</inkml:trace>
  <inkml:trace contextRef="#ctx0" brushRef="#br0" timeOffset="2163.747">16179 13070 0,'0'0'0,"-26"-79"31,26 53-15,-13-27-16,-1-93 31,54 14-15,92 79 0,-13 53-1,-52 53 1,-15 26-1,-52 14 1,0-40-16,-26-14 16,-27 67-1,53-66 1,53-27 0,159-39-1,-80-14 1,-66 14 15,13-14-15,-26-26-1,-26 0 1,-27 39-16,-27-26 16,-26 40-1,-26 26 1,-40 106-1,106-26 1,26-14 0,80-13-1,92-39 1,-66-27-16,0 0 16,93-93-1,-173 40 1,-25 0 15,-41-13-15,-66 40-1,1 52 1,13 27 0,52 13-1,67 14 1,26-41-1,-13-39 1,-14-13 0,-12-13-1,-1-1 1,-26 41 15,0 12-15,0-13-1,0 0-15,14 40 32,12-13-17,27-27 1,13-13-16</inkml:trace>
  <inkml:trace contextRef="#ctx0" brushRef="#br0" timeOffset="2562.917">17886 13070 0,'0'0'0,"0"-66"31,0 40-15,-27 26-16,-39-13 16,-26 39-1,-27 67 1,105-27-1,41-27 17,39-25-17,27-41 1,12-79 0,-38 14-16,-1-107 15,-40 120 1,-26 53-1,-40 65 1,-65 120 0,25 13-1,54-106 1,39-26 0,27-14-1</inkml:trace>
  <inkml:trace contextRef="#ctx0" brushRef="#br0" timeOffset="2729.221">18190 12885 0,'0'0'16,"-66"66"30,53-52-30</inkml:trace>
  <inkml:trace contextRef="#ctx0" brushRef="#br0" timeOffset="2852.912">18269 12951 0,'0'0'0,"-119"0"47</inkml:trace>
  <inkml:trace contextRef="#ctx0" brushRef="#br0" timeOffset="3330.583">16166 11655 0,'13'13'47,"-13"0"-31,-39 1-16,-28 25 15</inkml:trace>
  <inkml:trace contextRef="#ctx0" brushRef="#br0" timeOffset="3437.399">15954 11734 0,'0'0'16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52:08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13375 5212 0,'0'0'16,"13"-39"31,-13 25-47,-27 14 47,1 14-32,-14-1-15</inkml:trace>
  <inkml:trace contextRef="#ctx0" brushRef="#br0" timeOffset="166.844">12991 5252 0,'0'0'0,"-106"26"63,40 27-63,-40 14 16,-53 65-1</inkml:trace>
  <inkml:trace contextRef="#ctx0" brushRef="#br0" timeOffset="337.165">12290 6032 0,'0'0'0,"0"80"47,13-14-31,0 40-1,-26 79 1</inkml:trace>
  <inkml:trace contextRef="#ctx0" brushRef="#br0" timeOffset="515.785">12316 7236 0,'0'0'0,"133"66"31,-41-13-15,27 40-1,-66-67 1</inkml:trace>
  <inkml:trace contextRef="#ctx0" brushRef="#br0" timeOffset="666.029">13203 7726 0,'0'0'0,"66"0"16,-26 0-1,79 0 1,-66 0-16,52 0 16,-25 13-1</inkml:trace>
  <inkml:trace contextRef="#ctx0" brushRef="#br0" timeOffset="849.281">14155 7355 0,'0'0'0,"53"-53"16,-13 14-1,13-54 1,-27-52-1,-65-41 1,-14 54-16</inkml:trace>
  <inkml:trace contextRef="#ctx0" brushRef="#br0" timeOffset="1181.92">14301 6059 0,'0'0'0,"66"-185"15,-40 13 1,-26 106-16,-79-80 15,-40 14 1,-13 13 0,26 39 15,40 41-15,52-1-16,-25-26 15,12 0 1,-12 0-1,-28-14 1,14 40 0,1 27-1,12 0 1,-26 13 0,-93 40-1</inkml:trace>
  <inkml:trace contextRef="#ctx0" brushRef="#br0" timeOffset="1764.907">17714 5490 0,'0'0'0,"106"-26"16</inkml:trace>
  <inkml:trace contextRef="#ctx0" brushRef="#br0" timeOffset="1868.935">17859 5424 0,'0'13'0,"0"-26"16,-105-27 15,-1 80-15,-93 26-1</inkml:trace>
  <inkml:trace contextRef="#ctx0" brushRef="#br0" timeOffset="2049.002">17238 6125 0,'0'0'0,"0"79"16,26 14-1,-13-40 1,1 93-16,-54 39 31,-13-53-31</inkml:trace>
  <inkml:trace contextRef="#ctx0" brushRef="#br0" timeOffset="2230.898">17410 7382 0,'0'0'0,"105"40"15,54-14 1,-27 14-1,-52 13 1,-14 0 0</inkml:trace>
  <inkml:trace contextRef="#ctx0" brushRef="#br0" timeOffset="2414.886">18799 7739 0,'0'0'0,"132"-40"16,-53 27-1,-39-13 1,-14-93 0</inkml:trace>
  <inkml:trace contextRef="#ctx0" brushRef="#br0" timeOffset="2613.88">19248 6469 0,'0'0'0,"53"-265"31,-53 199-31,-119-145 16,-53 92 15,-13 0-15</inkml:trace>
  <inkml:trace contextRef="#ctx0" brushRef="#br0" timeOffset="2768.673">18587 5384 0,'0'0'0,"-40"-79"15,1 26 1,-1 40 0,-92 26-1,-226 146 1</inkml:trace>
  <inkml:trace contextRef="#ctx0" brushRef="#br0" timeOffset="2929.601">17833 5530 0,'0'0'0,"-66"13"47,-67 13-32</inkml:trace>
  <inkml:trace contextRef="#ctx0" brushRef="#br0" timeOffset="7728.14">19526 2077 0,'0'0'0,"27"-66"16,-1-14 0,1 14-1,-14 40 1,-13 13 0,0 26 15,-13 13-31,-54 93 15,-25 53 1,65-92 0,14-54-1,13 14 1,0 0 0,40-14-1,26-13 1,80 14-1,26-1 1,-146-13 0</inkml:trace>
  <inkml:trace contextRef="#ctx0" brushRef="#br0" timeOffset="8027.663">20029 2447 0,'0'0'0,"26"14"63,-12-1-63,-1 13 16,-13 1-1,0 12-15,-40 41 16,-13-14-1,14-40 1,39-12 0,105-1-1,319-26 1,-226-14 0</inkml:trace>
  <inkml:trace contextRef="#ctx0" brushRef="#br0" timeOffset="8396.855">21974 2051 0,'0'0'0,"-40"79"47,0-13-32,-39 80 1,39-80 0,27-13-1,26 13 1,53-40-1,120 1 1,65-27 0,-119 0 15,-105 0-31,-14 0 16</inkml:trace>
  <inkml:trace contextRef="#ctx0" brushRef="#br0" timeOffset="9325.919">22410 2593 0,'66'-53'47,"-26"27"-32,-14-1-15,1 1 16,13-1-1,-40 67 17,-14 52-17,-25 54 1,25-93 0,-12 26-1,13-26 1,-14-13-1,1-14 1,-40-39 0,53 13-1,-1 0 1,41 0 0,171 27-1,133 12 1</inkml:trace>
  <inkml:trace contextRef="#ctx0" brushRef="#br0" timeOffset="10008.483">18812 1535 0,'0'0'0,"13"0"47,-13 13-47,0 0 16,-66 40-1,26-27-15</inkml:trace>
  <inkml:trace contextRef="#ctx0" brushRef="#br0" timeOffset="10151.966">18904 1693 0,'0'0'0</inkml:trace>
  <inkml:trace contextRef="#ctx0" brushRef="#br0" timeOffset="10436.886">19275 1667 0,'0'0'0</inkml:trace>
  <inkml:trace contextRef="#ctx0" brushRef="#br0" timeOffset="10973.796">23006 1865 0,'0'0'0,"-27"0"62,1 0-62,-1 14 0</inkml:trace>
  <inkml:trace contextRef="#ctx0" brushRef="#br0" timeOffset="11123.427">23310 2037 0,'0'0'0,"-80"14"16,-78-1 0</inkml:trace>
  <inkml:trace contextRef="#ctx0" brushRef="#br0" timeOffset="12089.467">13666 6998 0,'0'0'0,"13"0"78,0 13-78,0-13 0</inkml:trace>
  <inkml:trace contextRef="#ctx0" brushRef="#br0" timeOffset="12330.312">18362 7011 0,'0'0'15,"-40"-52"16</inkml:trace>
  <inkml:trace contextRef="#ctx0" brushRef="#br0" timeOffset="12672.459">14155 6879 0,'0'0'0,"-26"-40"63,-1 27-48,1 13-15</inkml:trace>
  <inkml:trace contextRef="#ctx0" brushRef="#br0" timeOffset="17201.684">13018 6972 0,'0'0'16,"-53"39"15</inkml:trace>
  <inkml:trace contextRef="#ctx0" brushRef="#br0" timeOffset="17346.907">13295 7183 0,'0'0'0</inkml:trace>
  <inkml:trace contextRef="#ctx0" brushRef="#br0" timeOffset="17951.7">13295 7818 0,'0'0'0,"27"14"62,-1-14-62,27 13 16,40-13-1</inkml:trace>
  <inkml:trace contextRef="#ctx0" brushRef="#br0" timeOffset="18518.053">13996 8665 0,'53'-26'62,"-26"12"-46,-14 14-16,14 0 15,39 14 1</inkml:trace>
  <inkml:trace contextRef="#ctx0" brushRef="#br0" timeOffset="18700.285">14089 8692 0,'0'0'0,"66"0"16,0-14-1,14 41 1</inkml:trace>
  <inkml:trace contextRef="#ctx0" brushRef="#br0" timeOffset="39168.724">23627 5345 0,'0'0'0,"14"0"109,12 0-93,27 0-16,13 0 15,-13 0 1,79 13 0,-79-13-1,-40 0 1,-39 0 0</inkml:trace>
  <inkml:trace contextRef="#ctx0" brushRef="#br0" timeOffset="39533.035">23865 5265 0,'0'0'16,"14"13"140,-14 1-156,13-1 15,-13 13-15,26 41 16,-26-1 0,0-13-1,-39 66 17</inkml:trace>
  <inkml:trace contextRef="#ctx0" brushRef="#br0" timeOffset="39716.151">24342 5252 0,'0'0'16,"0"132"30,-14-66-30,-12 1-16</inkml:trace>
  <inkml:trace contextRef="#ctx0" brushRef="#br0" timeOffset="41531.754">22754 3929 0,'0'0'15,"13"-13"32,-26 26 31,0-13-62,-14 13-16</inkml:trace>
  <inkml:trace contextRef="#ctx0" brushRef="#br0" timeOffset="44332.984">21974 4022 0,'0'0'0,"0"-53"31,13 40-15,0-14 0,-13 14-16,13 0 15,27 13 1,0 39 15,-1 41-15,-39 52-1,0-79 1,0-40 0,0-26 15,0-27-31,0 1 16,40-81-1,-13 94 1,-14 13-1,0 26 1,27 53 0,-27-13-1,0-13 17,-13-14-17,0-13 1,0-26-1,13-40 1,14 27 0,-27-1-1,13 27 1,0 0 0,14 27-1,-1-1 1,14 1-1,-27-14-15,0 0 16,1-13 0,-1 0-1,13-13 17,1 0-17,-14 13 1,27 26 15,13 14-15,52 0-1,1-27 1,-13-13 0,-14-53-1,-26-26 1,-40 26-16,1-14 15,-41 41 1,1 13 0,-14 26-1,-13 27 1,13 26 0,40-26 15,0-14-16,27-13 1,-14-13 0,0 0 15,14 0-15,-14 0-1,0 0-15,27 0 16,0 13-1,13-13 1,-27 14-16,0-14 16,-12 0-16,25 0 15,-12-14 1,-1 1 15,14-26-31,0 12 31,-1-13-15,-12 14 0,-14 13-1,-13-1 1,0 1 15,-13 0-15,0 0-1,-14 13 1,-13 0 0,14 0-1,13 0 1,13 26 0,26 1-1,1-1 1,26 14-1,-14 0 1,1-14 0,-27 14-1,0 13 1,-13-1 0,0 1-1,0 0 1,0 27-1,0-54 1,0-13 0,-26-52 15,13 12-15,-1-26-16,-25-119 15,39 80 16,39 12-31</inkml:trace>
  <inkml:trace contextRef="#ctx0" brushRef="#br0" timeOffset="44946.821">22397 4207 0,'0'0'0,"0"-53"31,13 53-15,106-13 0,212 13-1,39 0 1,-184 13-1</inkml:trace>
  <inkml:trace contextRef="#ctx0" brushRef="#br0" timeOffset="45114.829">22648 4154 0,'0'0'0,"331"0"47,132 26-31,-185-26-16</inkml:trace>
  <inkml:trace contextRef="#ctx0" brushRef="#br0" timeOffset="47426.488">22225 4604 0,'0'13'94,"-13"0"-94</inkml:trace>
  <inkml:trace contextRef="#ctx0" brushRef="#br0" timeOffset="47622.175">22225 4604 0,'0'0'0,"0"39"0,0-25 62</inkml:trace>
  <inkml:trace contextRef="#ctx0" brushRef="#br0" timeOffset="47795.204">22318 4657 0</inkml:trace>
  <inkml:trace contextRef="#ctx0" brushRef="#br0" timeOffset="47960.623">22318 4657 0,'0'0'15,"26"13"1,-13-13-1,1 0-15</inkml:trace>
  <inkml:trace contextRef="#ctx0" brushRef="#br0" timeOffset="48102.83">22384 4643 0</inkml:trace>
  <inkml:trace contextRef="#ctx0" brushRef="#br0" timeOffset="48259.791">22384 4643 0,'0'0'0,"0"14"15</inkml:trace>
  <inkml:trace contextRef="#ctx0" brushRef="#br0" timeOffset="48419.126">22357 4683 0,'0'0'0</inkml:trace>
  <inkml:trace contextRef="#ctx0" brushRef="#br0" timeOffset="52227.027">21471 4617 0,'0'0'16,"13"0"47,0 0-48,14 13-15,-1 14 16,14 26-1,-14 13 1,-26 0 0,0-40-16,0-12 15,0-1 1,0-53 15,0-13-15,14-26-1,-1 52 1,13 1-16,-12 26 16,12 0-1,14 13 17,-1 53-17,-25-13 1,-14-26-1,0-14 1,0-26 15,0-1-15,0 1 0,13 13 30,0 0-46,14 13 16,39 14 0,13 13-1,-26-27 1,40 0 0,12-13-1,-12-40 1,-14-26-1,-39-66 1,-53 66 0,0 39-1,-27 14 1,0 26 0,1 1-16,-14 65 15,13-13 1,40-13-1,13-27 1,14-12 0,-1-14-1,1-14 17,-1 1-17,-13 0 1,1 13 15,-1 13-15,26 0-1,1 1 1,26-1 0,-26-13-1,-27-13-15,14-14 16,12-79-1,1-105 1,-40 158 0,0 26-1,-13 1 17,13 66-1,-13 79-16,-1 13 1,28-66 0,25-13-1,-12-13-15,52 13 16,14-27 0,-1-52-1,-12-41 1,-14-38-1,-66 65 1,-13 27 0,-14 13 15,-26 66-31,27 0 31,26 0-15,53 0-1,53-39 1,-1-41-16</inkml:trace>
  <inkml:trace contextRef="#ctx0" brushRef="#br0" timeOffset="53189.762">23548 5001 0,'0'0'16,"13"-40"31,0-13-32,1 0 1,12-66-1,-13 53 1,1 39-16,-14 1 16,13 26-1,0 13 1,13 27 0,41 52-1,-54-25 1,-13-14-1,-27-14 1,-39-12 0,53-27-1,26-14 48,14 14-48,39-26 1,13-14 0,-13-13-1,-39 14-15,-1 12 16,-13-52 0,-13 66-1,-13 13 16,0 13-31,-27 40 16,14 0 0,26 13-1,26-13 1,14-14 15,0-39-31,66-26 16,39-67-1,-52 1 1,-93 65 0,0-26-1,0 40 1,0 0 0,-27 26-1,-12 27 1,12-14-16,1 40 15,26 1 1,13-14 0,27-1-1,12-25 1,-12-27 15,26-66-15</inkml:trace>
  <inkml:trace contextRef="#ctx0" brushRef="#br0" timeOffset="53689.727">24699 4842 0,'0'0'0,"-27"-80"47,14 54-47,-40-14 16,-13 27 0,0 13-1,13 40 1,13 39 15,54 1-15,39-28-1,13-38 1,13-41 0,-39-39-16,52-119 15,-65 13 1,-27 106-1,0 53 1,-13-1 0,-14 120-1,1 93 1,12-27 0,54-80 15</inkml:trace>
  <inkml:trace contextRef="#ctx0" brushRef="#br0" timeOffset="54039.623">24963 4657 0,'0'0'0,"-66"-40"31,53 40-15,-40 26 0,53 14-1,13 13 1,54 26 15,-15-12-15,-12-41-16,-13 14 15,-14-1 1,-198 28 0</inkml:trace>
  <inkml:trace contextRef="#ctx0" brushRef="#br0" timeOffset="56003.527">13930 6059 0,'0'0'0,"0"13"78,0 0-63,-13-13-15</inkml:trace>
  <inkml:trace contextRef="#ctx0" brushRef="#br0" timeOffset="56186.014">14116 6152 0,'0'0'0</inkml:trace>
  <inkml:trace contextRef="#ctx0" brushRef="#br0" timeOffset="56378.574">14274 6337 0,'0'0'0</inkml:trace>
  <inkml:trace contextRef="#ctx0" brushRef="#br0" timeOffset="56568.246">14486 6522 0</inkml:trace>
  <inkml:trace contextRef="#ctx0" brushRef="#br0" timeOffset="58574.828">24725 5106 0,'0'0'0,"-39"0"62</inkml:trace>
  <inkml:trace contextRef="#ctx0" brushRef="#br0" timeOffset="59650.827">21511 5437 0,'0'0'0,"0"-92"16,13 25-1,0 28 1,-13 12 0,0 54 31,0 118-32,-26 54 1,12-93-1,28-80-15,12 0 16,1 1 0,-1-40-1,14-27 1,-1-39 0,-25 65-1,-1 14 1,13 14-1,27 12 17,0 27-32,0-13 31,-40-27-15,1-40-1,-1-52 1,-13 26-16,13-92 15,-13 52 1,0 67 0,-13 12-1,0 54 1,-14 53 0</inkml:trace>
  <inkml:trace contextRef="#ctx0" brushRef="#br0" timeOffset="60217.378">22132 5636 0,'0'0'16,"14"-67"-1,-14 41 1,-14 0 15,-12 12-15,-14 14-1,-13 40 1,27 13 0,39 13-1,40-39 1,0-27 0,-13-40-1,-27 0-15,-13 0 16,0-79-1,-13 80 17,13 12-32,13 27 31,53 40-15,0 26-1,-26-13 1,-14-13-1,-26-14 1,-13-39 15,-13-14-15,12 1 0,14 0-1,0 12-15,14 1 16,12 13 15,27 0-31</inkml:trace>
  <inkml:trace contextRef="#ctx0" brushRef="#br0" timeOffset="61018.945">22834 5715 0,'0'0'16,"13"-66"-1,-13 26 1,-13 0 0,-27-26-16,-40 0 31,1 40-15,13 26-1,26 66 1,40-26-16,0 65 15,66-25 1,27-27 0,0-53-1,26-172 1,-93 0 0,-26 79-1,-13 53 1,13 27 15,0 40-31,-13 105 16,-1 13-1,14-92 17,40 27-17,-13-67 1,12-13-1,1-53 1,13-13 0,-27 0-1,-12 53 1,-1 26 0,27 26-1,26 81 1,-27-41-1,-39-13 1,-39-13 0,-239 26-1</inkml:trace>
  <inkml:trace contextRef="#ctx0" brushRef="#br0" timeOffset="64313.461">22212 7567 0,'0'0'15,"13"-53"16,0 40-15,-13 0-16,0-14 16,0 14-1,0 0 1,13 13 15,-13 79-15,14 1-1,-1-14 1,13-13 0,-26-40-16,27 13 15,-1-26 1,1-13 0,12-40 15,1 0-16,0 14 1,-27 25 0,13 28-1,14 25 1,13 27 0,-26-26-1,-14-27 1,0-66 15,0-158-15,0 118-1,-13 53 1,-13 1 0,0 25-1,-13 28 1</inkml:trace>
  <inkml:trace contextRef="#ctx0" brushRef="#br0" timeOffset="65395.714">23151 6853 0,'0'0'0,"13"-53"47,-13 40-47,-13 13 94,0 26-94,-14-13 0,1 14 16,-1 12-1,-12 80-15,12 1 16,27-41 15,40 27-15,79 26-1,-13-92 1,-14-27 0</inkml:trace>
  <inkml:trace contextRef="#ctx0" brushRef="#br0" timeOffset="66012.511">23521 7064 0,'0'0'0,"0"-53"62,-13 40-62,0 13 16,0 0-1,-40 0 1,0 27 0,26 12-1,14-25-15,13 25 16,27-12-1,26-14 1,-14-13 0,1-26-1,-14-1 1,-12 27 15,-1 13-15,40 67 15,-27-1-15,-12 14-1,-28-1 1,-25-26 0,25-52-16,-39-1 15,14-13 1,-1-66-1,27-93 1,105-145 0,28 158-1</inkml:trace>
  <inkml:trace contextRef="#ctx0" brushRef="#br0" timeOffset="66227.557">23892 6932 0,'0'0'0,"106"53"32,-40 0-17,13 119 1,-105 53-1,-331 119 1</inkml:trace>
  <inkml:trace contextRef="#ctx0" brushRef="#br0" timeOffset="67511.585">24276 8520 0,'0'0'0,"66"-27"31,-53 14-31,0 0 16,0-14-16,14-39 15,-27 0 1,-66 13 15,-67 40-15,80 26-16,-26 53 15,39 93 1,80 79 0,39-53-1,-52-132-15,-1-13 16,-12-14-16,-1 14 15,-40-27 1,-131-26 0,-94-80-1</inkml:trace>
  <inkml:trace contextRef="#ctx0" brushRef="#br0" timeOffset="67643.869">23932 8599 0,'0'0'0,"105"-27"15,-38 14 1,38 0 0,-52 0-1,27 26 1,-1 0-16</inkml:trace>
  <inkml:trace contextRef="#ctx0" brushRef="#br0" timeOffset="68260.531">24712 8520 0,'-26'-53'32,"12"53"-17,-12 0-15,-1 0 16,-12 13-16,-27 27 31,26-1-15,27 14-1,39 0 1,54 13 0,-14-53-1,-13-26 1,-14-53-1,-25-66 1,-28 66 0,-12 26-1,26 27 1,26 39 15,14 1-31,26 39 16,0-13-1,-26 13 17,-27-26-17,0-27-15,-13 0 16,-26-13 0,-14-26-1,14-14 1,39-26-1,93-53 1,0 79 0,-27 40-1,-39 53 1</inkml:trace>
  <inkml:trace contextRef="#ctx0" brushRef="#br0" timeOffset="70092.612">23283 9909 0,'0'0'0,"14"-27"63,-14 14-48,13 13 1,0 13 15,-13 14-15,13-1-16,-13 27 15,0-13 1,0-14 0,0-39 31,27-53-32,12-14 1,14 14-1,13 40 1,-26 26 0,0 39-1,0 14 1,-14 14 0,-26-15-1,0-38-15,0 12 16,0-13-1,13-26 32,27-27-47,39 1 32,-13 12-17,-13 27 1,-26 0-16,12 27 15,1 26 1,-27-14 0,14 14-1,13 0 1,26 0 0,-27-40-1,-12-26 1,13-40-1,-27 14-15,13-41 32,-26 14-17,0 40 1,0 12 0,-13 14-1,0 27 1,-14 26-1,14 0 1,13-14 0,13-12-1,1-14 1,25-13 0,14 0-1,-13 0 1,-14 0-1,-12 0-15,-14 13 16,13-26 31,-13-13-47,13-14 16,27-119-1,-1-39 1,-12 39-1,-27 93 1,0 39 0,-13 133 15,-27 79-15,13 67-1,27-213 1,0 1-16,0 13 15,27 13 17,-1-13-17,14-40 1,13-52 0,53-80-1,-27-1 1,-52 68-1,-27 25 1,0 14 0,-14 26-1,-25 40 1,-1 26 0,40-39-16,0 26 15,26-26 1,14-14-1,-13-39 1</inkml:trace>
  <inkml:trace contextRef="#ctx0" brushRef="#br0" timeOffset="71057.797">23627 10848 0,'0'-40'62,"0"27"-46,0 0-16,-39 0 16,12 13-1,-52 13 1,26 40 0,40 0-1,105 26 1,80 14-1,-40-27 1,-92-40 0,-27 1-1,-26-27 1,-159 0 0,53 0-1,53-27 1</inkml:trace>
  <inkml:trace contextRef="#ctx0" brushRef="#br0" timeOffset="71707.458">23958 10967 0,'0'0'0,"13"13"62,0 0-46,1 1-16,-1-1 15,0 0-15,0 0 16,1-13 0,-1-26-1,0-27 1,-13-13-1,-13 39 1,-14 14 0,-12 13-1,-14 40 17,13 39-17,27-13 1,53 0-1,26-26 1,66 0 0,-53-40-16,93-53 15,-92 0 1,-41 0 0,-25 0-1,-28 14 1,1 25-1,0 28 1,-13 25 0,12 27-1,14 27 17,27-40-17,12-27 1,1-26-1,0-26-15</inkml:trace>
  <inkml:trace contextRef="#ctx0" brushRef="#br0" timeOffset="72224.485">24871 11179 0,'0'0'0,"26"-80"16,-26 27-1,-26-13 1,-40 27 0,-14 12 15,14 40-16,40 14-15,-14 39 16,40 13 0,26-13-1,27-26 1,27-40 0,-1-93-1,1-65 1,-54 65-1,-26 67 1,0 26 15,0 92-15,0 27 0,0-53-1,0-26 1,0 0-1,40-14 1</inkml:trace>
  <inkml:trace contextRef="#ctx0" brushRef="#br0" timeOffset="72494.773">25069 11073 0,'0'13'63,"-13"0"-63,13 53 15,0 14 1,0-41 0,13 1-1,0 0 1,-13-27-1,-13 0 1,-198 14 0,12-40-1</inkml:trace>
  <inkml:trace contextRef="#ctx0" brushRef="#br0" timeOffset="74340.051">21577 8255 0,'0'0'0,"-13"-79"16,13 26 15,0 13-31,0 0 16,13 27 15,-13 40-15,13-1-1,0 133 1,-13 79 0,13-40-1,27-39 1,-27-132-1,1-1-15,-1 14 16</inkml:trace>
  <inkml:trace contextRef="#ctx0" brushRef="#br0" timeOffset="74588.538">21828 8057 0,'0'0'0,"27"52"63,-14 54-63,-13 27 16,0 131-1,0-145-15,0 66 16,0-39-1</inkml:trace>
  <inkml:trace contextRef="#ctx0" brushRef="#br0" timeOffset="75205.147">22079 8242 0,'0'0'0,"0"-40"62,0 53-62,14 1 16,-14 52-1,0 79 1,-14 1 0,1-40-1,13-67 1,13-12 0,1-41-1,-1-12 1,27-106-1,13 13 1,-40 79 0,13 53 15,-26 14-31,27 65 16,-1 1-1,-13-27 1,1-26-1,-14-67 1,13-105 0,0-93-1,-13 66 1,0 80 0,0 52-1,-53 80 16</inkml:trace>
  <inkml:trace contextRef="#ctx0" brushRef="#br0" timeOffset="75487.203">22635 8189 0,'0'0'16,"0"26"31,-26 27-31,-1 0-16,-13 40 15,40-1 1,0 1 15,14-53-31,92 13 16</inkml:trace>
  <inkml:trace contextRef="#ctx0" brushRef="#br0" timeOffset="75953.577">22834 8295 0,'0'0'16,"-27"-27"31,-26 54-32,0 26 1,27-14 0,26 1-1,13-14 1,0-26-1,27 0 1,-14 0 0,1-13-1,-14 13 1,-13-13 0,13 53-1,-13 13 1,0 52-1,-13 28 1,-13-67 0,-1-40-1,1-26 1,12-53 0,1-198 15,53 66-31,0 92 15</inkml:trace>
  <inkml:trace contextRef="#ctx0" brushRef="#br0" timeOffset="76187.127">23072 8242 0,'92'79'32,"-39"1"-17,0 105 1,-79 13 0,-40-105-16,-159 79 31</inkml:trace>
  <inkml:trace contextRef="#ctx0" brushRef="#br0" timeOffset="76637.133">23402 8043 0,'0'0'0,"14"119"47,-14 106-31,0 27-1,-27-27 1,14-80 0,0-105-16,13 13 15,0-40 1</inkml:trace>
  <inkml:trace contextRef="#ctx0" brushRef="#br0" timeOffset="76887.503">23667 7911 0,'0'0'15,"13"93"1,-13 12-1,-13 160 1,-53 132 0,0-159-1,39-106 1</inkml:trace>
  <inkml:trace contextRef="#ctx0" brushRef="#br0" timeOffset="77702.886">23865 7818 0,'67'27'62,"-67"-14"-46,13 0 0,-13 14-1,-13-14 1,-14-13 0,1 0-1,12-26 1,14-14-1,40-26 1,0 26 15,-1 40-15,28 27 0,-41 25-1,-13 15 1,-52-1-1,-14-13 1,-13-14 0,26-25-1,66-14 17,27-14-32,0 14 15,0-13-15,40 0 16,-14 13-1</inkml:trace>
  <inkml:trace contextRef="#ctx0" brushRef="#br0" timeOffset="77952.715">24461 7805 0,'0'0'0,"53"-13"47,-14 26-31,-25-13-16,-1 13 0</inkml:trace>
  <inkml:trace contextRef="#ctx0" brushRef="#br0" timeOffset="78134.493">24448 7964 0,'0'0'0,"66"0"47,-27-13-47,1-14 15</inkml:trace>
  <inkml:trace contextRef="#ctx0" brushRef="#br0" timeOffset="78668.311">24831 7594 0,'0'13'141,"-13"0"-141,0-13 0</inkml:trace>
  <inkml:trace contextRef="#ctx0" brushRef="#br0" timeOffset="79384.463">24725 7766 0,'14'-14'63,"-1"1"62,0 0-125,13 0 15,1-27-15,39-26 32,-26 0-17,-27 26 1,-13 27-16,13 13 31,-13 13-15,0 0-1,0 14-15,0 39 16,0 53 0,0 40-1,13-27 1,-13-66-1,0-40 1,0 14-16,0-13 31,-13-27-15,-26-27 0,-1-13-1,0 1 1,80 39 15,26 0-31,40 13 16,198 27-1,-277-27-15</inkml:trace>
  <inkml:trace contextRef="#ctx0" brushRef="#br0" timeOffset="79820.646">24580 7355 0,'0'0'0,"53"-13"63,0 13-63,-14 0 15,14 0 1,53 0-1</inkml:trace>
  <inkml:trace contextRef="#ctx0" brushRef="#br0" timeOffset="80004.391">24633 7236 0,'0'0'0,"13"80"47,0-14-47,-13 93 16,-40-54-1</inkml:trace>
  <inkml:trace contextRef="#ctx0" brushRef="#br0" timeOffset="80200.304">24950 7183 0,'0'67'32,"-26"12"-17,-40 40-15,-67 79 16</inkml:trace>
  <inkml:trace contextRef="#ctx0" brushRef="#br0" timeOffset="81916.207">24646 7302 0,'40'-79'15,"-27"53"1,27-40-1,12-27 1,-38 80 0,12 26-1,1 80 1,-27 78 0,-53-65 15,39-79-31,-25 12 15,12-25 1,1-41 0,-54-145-1,54 0 1,26 14 0</inkml:trace>
  <inkml:trace contextRef="#ctx0" brushRef="#br0" timeOffset="83132.79">24236 7977 0,'0'0'0,"0"-53"31,0 40-16,0-13 1,0 12 0,-53 41-1,-13 13 1</inkml:trace>
  <inkml:trace contextRef="#ctx0" brushRef="#br0" timeOffset="83267.941">24117 7977 0,'0'0'16,"-66"-53"31</inkml:trace>
  <inkml:trace contextRef="#ctx0" brushRef="#br0" timeOffset="84579.464">23230 7951 0,'14'0'157,"12"0"-157,14-27 15,52-12 1,27-14-16,14 0 16,-1 0-16,146-40 15,-14 14 1,-131 39-1,-107 40 1,-13 0 0,-26 0 31,0 0-16,-66 13-31</inkml:trace>
  <inkml:trace contextRef="#ctx0" brushRef="#br0" timeOffset="85013.711">24395 7329 0,'0'0'16,"13"13"47,0-13-63,14 0 15,39 27 1,13 12-16,-39 1 31,-27 13-15,-53 26-1,-13-26 1,-13-26 0,13-1-1,40-26 1,0-13-1,13-40 1,0-53 0,0-39-1,-27 78-15,-12 1 16</inkml:trace>
  <inkml:trace contextRef="#ctx0" brushRef="#br0" timeOffset="86078.949">24778 7964 0,'0'0'0,"27"-53"62,-27 66-46,-14-13-1,1 14-15</inkml:trace>
  <inkml:trace contextRef="#ctx0" brushRef="#br0" timeOffset="87411.529">21603 9829 0,'0'-13'47,"13"13"63,27 0-110,40-13 15,52 13 1,225-27 0,225 14-1,-331 26 1,-158-13-1,-93-13 126,0 0-125,0 0-1,0-1 1,-26-12 0,-14-14-1</inkml:trace>
  <inkml:trace contextRef="#ctx0" brushRef="#br0" timeOffset="88684.948">23019 9538 0,'0'0'16,"0"-26"31,13 39 15,0 0-46,14 0 0,12 40-1,28-13 1,-15 13 0,1-13-1,-26-1 1,-14-25-16,-13-1 15,0 13 1,-40-13 0,1 14-1,-67-1 1,40-12 0,13-1-1,13 0 1,27 0 15,13-26 94,0 0-109,0 0-1,0-1-15,0-25 16,13-27 0,0-53-1,-13 39-15,14 14 16,-14-27-1,0 67 1,0 39 47,0 0-48,0 1 1,-14-1-1</inkml:trace>
  <inkml:trace contextRef="#ctx0" brushRef="#br0" timeOffset="89577.707">21497 9578 0,'0'0'0,"53"-79"31,-39 65-15,-1-12 0,0 26-1,-13 26 1,13 120-1,-13 79 1,-26 0 0,26-27-1,13-39 1,0-119-16,-13-1 16,0-12-1,-39-27 1</inkml:trace>
  <inkml:trace contextRef="#ctx0" brushRef="#br0" timeOffset="90278.874">24368 10583 0,'-79'-13'47,"-54"0"-31</inkml:trace>
  <inkml:trace contextRef="#ctx0" brushRef="#br0" timeOffset="91390.216">21511 9869 0,'-14'0'187,"-12"0"-171,-1 0-1,-92-13-15,-132 13 16,-133-27 0,-52 1 15,-14-14-16,238 14-15,-158-14 16,132 14 0,132 12-1,93 14 17,26 0-17,0 0 1,0 0-1,1 0 32,12 0-47</inkml:trace>
  <inkml:trace contextRef="#ctx0" brushRef="#br0" timeOffset="91858.907">19235 9565 0,'0'0'15,"-13"0"63,0 0-62,0 13-16,-54 13 16,1 14-1,27-13 1,25-14 0,1 26-1,13-12 1,0-1-1,40 1 1,13 12 0,-27-25-16,27 12 15,-26-13 1,-14-13 0,-13-53-1,-13-145 1,-40 13-1,0 66 1,0 66 0</inkml:trace>
  <inkml:trace contextRef="#ctx0" brushRef="#br0" timeOffset="92194.474">18534 9181 0,'0'0'0,"27"0"47,-1 0-31,14 0-16,52 0 31,-12 0-15,-14 13-1</inkml:trace>
  <inkml:trace contextRef="#ctx0" brushRef="#br0" timeOffset="92424.941">19143 8996 0,'0'79'62,"-14"1"-46,-12 25-16,-40 107 16,13-93-1</inkml:trace>
  <inkml:trace contextRef="#ctx0" brushRef="#br0" timeOffset="93468.922">19143 9737 0,'0'0'0</inkml:trace>
  <inkml:trace contextRef="#ctx0" brushRef="#br0" timeOffset="93789.397">19156 9525 0,'0'0'0,"13"0"63,-13 13-63,0 0 16,0 27-16</inkml:trace>
  <inkml:trace contextRef="#ctx0" brushRef="#br0" timeOffset="94472.737">19182 9578 0,'0'0'0,"-13"0"62,0 0-46,-27 26 0,-13 14-1,0-13 1,0 12 0,40-26-1,13 1 1,13-14 31,1 0-47,12 0 15,1 13 1,25 13 0,-25-12-1,13 12 1,79 53-1,-53-39 1,-26-27 0,-27 1-1,-26-54 1,-1-13 0,-12-13-1,13 13 1,13 0-1,-14-40 1,14 14 0,0 26-1,0 0 1,14 27 15,-28 52 0,-25 27-15</inkml:trace>
  <inkml:trace contextRef="#ctx0" brushRef="#br0" timeOffset="95187.281">19275 9485 0,'0'-13'62,"-13"13"-30,13 13-17,-14 1-15,1-1 16,0 0 46,0-13-46,0 0-16,-14 13 16,-105 40-1,52-13 1,14-14-1,27 1 1,25-27 0,14 13-16,14-13 15,12 0 1,0 0 0,-12 0 15,12 0 0,27 26-15,13 14-1,14 13 1,-54-40-16,14 14 16,13 12-1,-40-25 1,-13-28 15,0-12-15,0-1-1,0 1-15,-13-27 16,-1 0 0,14 27-1,-26-27 1,13 13-16</inkml:trace>
  <inkml:trace contextRef="#ctx0" brushRef="#br0" timeOffset="95353.627">19182 9578 0,'0'0'0,"0"13"62,-13 0-46</inkml:trace>
  <inkml:trace contextRef="#ctx0" brushRef="#br0" timeOffset="95503.698">19182 9578 0,'0'0'0,"53"13"16</inkml:trace>
  <inkml:trace contextRef="#ctx0" brushRef="#br0" timeOffset="96053.726">20307 9962 0,'0'0'15,"-13"0"64,-14 13-64,1-13-15,-1 13 0</inkml:trace>
  <inkml:trace contextRef="#ctx0" brushRef="#br0" timeOffset="96406.259">22172 10081 0,'0'0'0,"0"-27"62</inkml:trace>
  <inkml:trace contextRef="#ctx0" brushRef="#br0" timeOffset="96836.174">20227 10160 0,'0'0'16,"0"-13"31,14 13-16,-28 0 0</inkml:trace>
  <inkml:trace contextRef="#ctx0" brushRef="#br0" timeOffset="97119.592">22225 10332 0,'0'0'0,"0"-13"62,-13 13-46,-14-13-16,-12 13 15</inkml:trace>
  <inkml:trace contextRef="#ctx0" brushRef="#br0" timeOffset="97418.728">20413 10253 0,'26'-27'63,"-26"40"-48</inkml:trace>
  <inkml:trace contextRef="#ctx0" brushRef="#br0" timeOffset="97591.701">22437 10491 0,'0'0'0</inkml:trace>
  <inkml:trace contextRef="#ctx0" brushRef="#br0" timeOffset="104218.245">7858 12158 0,'0'13'141</inkml:trace>
  <inkml:trace contextRef="#ctx0" brushRef="#br0" timeOffset="105495.957">7858 12158 0,'0'0'0,"0"13"0,0 0 78,13-13-62,1 13-16,-1-13 16,0 14-1,14-1-15,12 0 16,1 0-1,13 0 1,13-13 0,-26 0-1,-1 0 1,1 0 15,-14-13-31,-12 13 16,39-13-1,-14 0 1,-12 0 0,-14-1-1,27-12 1,-27-1 0,13 14-1,-12-13 1,-1-1-1,0-12 1,-13-1 0,13 13-1,-13-12 1,0-27 15,0 13-31,0 26 31,0 1-15,-13-1 0,0-26-1,-14 27 1,14-1 0,-13 1-1,-1 13 1,1-14-1,13 14 1,-14 0 0,14 0-1,-27-1 1,14 14 0,-14-13-1,14 13 16,-14 0-15,-26 0 0,13 13-1,0 14 1,0-1 0,13 14-1,1 13 1,12-27-1,14 14 1,0-13 0,-1 12-1,1-12 1,0 12 0,13-12 15,0-1-16,0-13-15,0 14 16,0-14 0,13 27-1,0-14 1,40 54 0,-13-41-1,0 1 1,-14-13-1,14-14 1,-27 0-16,40-13 16,26 0-1</inkml:trace>
  <inkml:trace contextRef="#ctx0" brushRef="#br0" timeOffset="109881.436">8467 12211 0,'-14'0'93</inkml:trace>
  <inkml:trace contextRef="#ctx0" brushRef="#br0" timeOffset="110037.082">8427 12250 0,'0'0'16</inkml:trace>
  <inkml:trace contextRef="#ctx0" brushRef="#br0" timeOffset="111823.764">13679 7898 0,'0'0'0,"-27"13"94,-12 0-78,-1 14-16</inkml:trace>
  <inkml:trace contextRef="#ctx0" brushRef="#br0" timeOffset="112106.509">13123 8427 0,'0'0'0,"14"-26"62,-28 26-62,1 13 16</inkml:trace>
  <inkml:trace contextRef="#ctx0" brushRef="#br0" timeOffset="112339.816">14235 8387 0,'0'0'0,"-93"-13"62,53 13-62</inkml:trace>
  <inkml:trace contextRef="#ctx0" brushRef="#br0" timeOffset="112569.014">13414 8969 0,'14'0'63</inkml:trace>
  <inkml:trace contextRef="#ctx0" brushRef="#br0" timeOffset="112789.82">14565 9128 0,'0'0'16,"-66"-13"31,26 26-47</inkml:trace>
  <inkml:trace contextRef="#ctx0" brushRef="#br0" timeOffset="113633.994">8467 12607 0,'0'0'0,"13"0"93,0 0-93</inkml:trace>
  <inkml:trace contextRef="#ctx0" brushRef="#br0" timeOffset="118186.806">13097 12594 0,'13'0'156,"0"0"-156,1 0 16,-1 13-16,13-13 15,1 0 1,12-13 15,-12 0-15,13 13-1,12-13 1,-38-1-16,-1 14 16,13 0-1,-12-13 1,-1 13-1,13-13 1,-12-13 0,-1-1-1,0 1 1,-13-1 0,0 1-1,0 12 1,-13-12 15,0 13-15,13 0-1,-14-1 1,1 1 0,-13 13-1,12-13 1,-12 13-1,13-13 1,-27 13 0,14-14-1,-1 14 1,-13 0 0,14 0-1,13 0 1,-1 0-1,1 0 17,-13-13-17,-14 13 1,0 0 0,14-13-1,-14 13 1,27 0-16,-40 0 15,13 0 1,1 0 0,12 0-1,1-13 1,-1 13 0,1 0-1,-1 0 1,1 0 15,-14 13-15,14-13-1,-14 13 1,0 0 0,14 14-1,0-1 1,-1-12-1,14-1 1,0 13 0,-14 1-1,14-14 1,13 13 0,0-12-1,0 12 1,0 1 15,0-1-15,13-13-1,0 14 1,27-1 0,-13 1-1,12-1 1,14 1-1,-13-1 1,13-13 0,13 0-1,0 1 1,0-14 0,-13 13-1,-40-13 1,27 0-16,-13 0 15,12 0 17,1-13-17,13 13 1,-14-14-16,14 1 16,0 0-1,-26 0 1,12 0-1,-25-1 1,25 1 0,-12 0-1,-1 0 1,1-1 15,-54 14-15</inkml:trace>
  <inkml:trace contextRef="#ctx0" brushRef="#br0" timeOffset="119650.423">14354 12158 0,'13'0'265,"0"-14"-249,14 14-16,12 0 16,27 0-1,1-13 17,-41 13-32,27-13 15,-27 13 1,-12 0-1,-14-13 48,-14 13-63</inkml:trace>
  <inkml:trace contextRef="#ctx0" brushRef="#br0" timeOffset="120237.731">14473 12237 0,'13'0'63,"0"-13"-63,14 13 16,-1 0-16,27-13 15,-13-1 1,-1 14-1,-12 0 1,-14 0-16,14 0 31</inkml:trace>
  <inkml:trace contextRef="#ctx0" brushRef="#br0" timeOffset="120551.548">14592 12263 0,'0'0'0,"79"0"31,-52-13-31,39 13 16,13 0 15,-66 0-31</inkml:trace>
  <inkml:trace contextRef="#ctx0" brushRef="#br0" timeOffset="120732.763">14830 12330 0,'0'0'16,"13"-14"31</inkml:trace>
  <inkml:trace contextRef="#ctx0" brushRef="#br0" timeOffset="120909.726">14803 12343 0,'0'0'0</inkml:trace>
  <inkml:trace contextRef="#ctx0" brushRef="#br0" timeOffset="121133.713">14658 12356 0,'0'0'0</inkml:trace>
  <inkml:trace contextRef="#ctx0" brushRef="#br0" timeOffset="121340.439">14552 12396 0,'0'0'0,"0"-14"62</inkml:trace>
  <inkml:trace contextRef="#ctx0" brushRef="#br0" timeOffset="121582.727">14949 12409 0,'0'0'0,"0"-13"62,-13 13-62</inkml:trace>
  <inkml:trace contextRef="#ctx0" brushRef="#br0" timeOffset="121857.397">14499 12422 0,'0'0'0,"27"0"63</inkml:trace>
  <inkml:trace contextRef="#ctx0" brushRef="#br0" timeOffset="122088.28">15028 12409 0,'0'0'0,"-66"-13"62,53 13-62</inkml:trace>
  <inkml:trace contextRef="#ctx0" brushRef="#br0" timeOffset="122344.709">14486 12435 0,'0'0'0,"0"14"47</inkml:trace>
  <inkml:trace contextRef="#ctx0" brushRef="#br0" timeOffset="122586.996">15015 12528 0,'0'0'0,"-53"0"46</inkml:trace>
  <inkml:trace contextRef="#ctx0" brushRef="#br0" timeOffset="122803.596">14870 12502 0,'0'0'0</inkml:trace>
  <inkml:trace contextRef="#ctx0" brushRef="#br0" timeOffset="122949.375">14870 12502 0,'0'0'0,"-14"26"0,1-26 47,0-13-47</inkml:trace>
  <inkml:trace contextRef="#ctx0" brushRef="#br0" timeOffset="124926.319">13824 12078 0,'0'0'0,"-13"0"94</inkml:trace>
  <inkml:trace contextRef="#ctx0" brushRef="#br0" timeOffset="125213.12">14751 11946 0,'0'0'0,"-27"-27"63,-13 41-63,-26-1 15</inkml:trace>
  <inkml:trace contextRef="#ctx0" brushRef="#br0" timeOffset="125784.761">13824 12039 0,'0'0'0,"-13"0"79,0 0-79</inkml:trace>
  <inkml:trace contextRef="#ctx0" brushRef="#br0" timeOffset="126296.314">13719 11734 0,'13'0'62,"0"0"-46,0 0-1,14 0-15,26 0 16,0 0 0,0-13-1</inkml:trace>
  <inkml:trace contextRef="#ctx0" brushRef="#br0" timeOffset="126712.884">13877 11655 0,'0'0'0,"14"13"63,-1-13-48,0 13-15,0 14 16,1-1 0,-1 1-1,0-14 16,-13 0-31,-13-13 63,0-13-47,-1 0-1,1 13-15,13-13 16,-13-1-16,0 1 15,-1-13-15,1 12 16</inkml:trace>
  <inkml:trace contextRef="#ctx0" brushRef="#br0" timeOffset="128304.856">13851 12105 0,'0'0'0</inkml:trace>
  <inkml:trace contextRef="#ctx0" brushRef="#br0" timeOffset="128920.564">14605 11986 0,'0'0'16,"-13"-14"31,0 14 312</inkml:trace>
  <inkml:trace contextRef="#ctx0" brushRef="#br0" timeOffset="130346.726">15399 11496 0,'-13'-13'109</inkml:trace>
  <inkml:trace contextRef="#ctx0" brushRef="#br0" timeOffset="130543.463">15121 11443 0,'0'0'0,"-66"-13"32,0 13-17,-1-13 1,-52 13 0</inkml:trace>
  <inkml:trace contextRef="#ctx0" brushRef="#br0" timeOffset="131626.378">14248 11404 0,'0'0'16,"-80"0"-1,54 0 1,13 0-16,-40 0 15,0 13 1,0 0 0,-13 13-1,-40 27 1,40-13 0,0 13-1,13-13 1,13-1-1,-13 1 1,40-27 0,13 1-1,-13-1 32,13 0-31,-13-13-16,-1 40 15,1 26 1,0 40 0,13-53-16,13 39 15,14 1 1,25-40 0,-12 13-1,0-27 1,13 14-1,-14-26-15,28 26 16,25 0 0,14 13-1,26 13 17,-39-39-17,-14-14 1,14-12-1,13-14 1,39 0 0,-52 0-1,-14-14 1,1 1 0,-41 0-16,1 0 15,66-27 1,-53 14-1,0-14 1,-27 13 0,-13-26 15,1-13-15,12 13-1,-13-13 1,14 0-1,-14-40 1,0 14 0,-13-1-1,-13 0 1,0 1 0,-14-54-1,-12 67 1,-1 0-1,-26 26 1,-159-27 15,79 54-31</inkml:trace>
  <inkml:trace contextRef="#ctx0" brushRef="#br0" timeOffset="135523.126">13057 13044 0,'0'13'63,"-13"-13"15,13-13-78,0 0 15,-13 0-15,13-1 16,-13-12 0,-14-80-16,-13-40 31,14 41-16,26 65 1,-13 13 0,13 14-1,0 26 32,-14 1-31,14-1-1,-13 13 1,0 1 0,0-14-16,13 0 15,-13 14 1,-14-14 15,27 0-31,-13-13 31,26-13 1,-13 0-17,13-14 1,14-12 0,-27 25-16,13 1 15,0 13 16,14 0-15,12 27 0,28-1-1,-28-13 1,-12 1 0,-27-1-1,-14-13 32,-12 0-31,-14 13-1,-118 66 1,-1 1-16</inkml:trace>
  <inkml:trace contextRef="#ctx0" brushRef="#br0" timeOffset="138369.284">13322 12621 0,'13'0'47,"0"0"-16,0 0-31,14 0 16,39 0 0</inkml:trace>
  <inkml:trace contextRef="#ctx0" brushRef="#br0" timeOffset="138518.685">13176 12819 0,'0'0'0,"106"-13"47,198-53-31</inkml:trace>
  <inkml:trace contextRef="#ctx0" brushRef="#br0" timeOffset="139741.899">13944 12211 0,'0'13'110</inkml:trace>
  <inkml:trace contextRef="#ctx0" brushRef="#br0" timeOffset="140032.898">13983 12303 0,'0'0'0,"-13"0"63,0 0-63</inkml:trace>
  <inkml:trace contextRef="#ctx0" brushRef="#br0" timeOffset="140227.983">13983 12369 0,'0'0'0</inkml:trace>
  <inkml:trace contextRef="#ctx0" brushRef="#br0" timeOffset="140431.634">13983 12369 0,'0'0'0,"27"13"0,-27-26 31</inkml:trace>
  <inkml:trace contextRef="#ctx0" brushRef="#br0" timeOffset="140994.697">14248 12396 0,'0'-14'63</inkml:trace>
  <inkml:trace contextRef="#ctx0" brushRef="#br0" timeOffset="141166.989">14248 12396 0,'0'0'0,"-27"26"32,1-39-32</inkml:trace>
  <inkml:trace contextRef="#ctx0" brushRef="#br0" timeOffset="143236.158">13930 12224 0,'14'-13'47</inkml:trace>
  <inkml:trace contextRef="#ctx0" brushRef="#br0" timeOffset="143399.627">13877 12343 0</inkml:trace>
  <inkml:trace contextRef="#ctx0" brushRef="#br0" timeOffset="143586.465">13877 12343 0,'0'0'15,"14"53"1,-1-53 15</inkml:trace>
  <inkml:trace contextRef="#ctx0" brushRef="#br0" timeOffset="144491.879">16695 12290 0,'-13'0'109</inkml:trace>
  <inkml:trace contextRef="#ctx0" brushRef="#br0" timeOffset="145808.039">16735 11655 0,'0'-13'63</inkml:trace>
  <inkml:trace contextRef="#ctx0" brushRef="#br0" timeOffset="146012.502">16735 11655 0,'0'0'0,"0"-13"16,-27 26-1</inkml:trace>
  <inkml:trace contextRef="#ctx0" brushRef="#br0" timeOffset="146807.481">16656 11642 0,'13'0'94,"0"0"109,53 0-171,27-14-17,-14 14 1,-26 0-1,-40 0 1,-26 0 47,0 0-32</inkml:trace>
  <inkml:trace contextRef="#ctx0" brushRef="#br0" timeOffset="147810.334">16907 11523 0,'13'13'234,"0"-13"-234,1 13 16,-1-13-16,26 27 15,1-14 1,-27 0-1,-13 0 79,0 0-78,-13 1-1,0 12 1,0 1 0,13-14-1,0 0 1,-14-13-16,14-13 250,0-14-219,-13-12-31,-13-1 0</inkml:trace>
  <inkml:trace contextRef="#ctx0" brushRef="#br0" timeOffset="151424.873">17515 12131 0</inkml:trace>
  <inkml:trace contextRef="#ctx0" brushRef="#br0" timeOffset="151578.383">17515 12131 0,'0'0'0,"53"40"16,-13-40-1,66 13 1,-40-13-1</inkml:trace>
  <inkml:trace contextRef="#ctx0" brushRef="#br0" timeOffset="151758.652">17462 12277 0,'0'0'0,"93"0"32,79 13-17</inkml:trace>
  <inkml:trace contextRef="#ctx0" brushRef="#br0" timeOffset="151912.879">17648 12290 0,'79'-13'16</inkml:trace>
  <inkml:trace contextRef="#ctx0" brushRef="#br0" timeOffset="155598.574">15928 12541 0,'13'0'47,"-13"13"-32,13-13 1,1 0-1,-14 14 1,26-14-16,14 0 16,13 13-1,0-13 1,13 0 0,-27 0-1,1-13 1,-27-1-1,14 1 1,-14 0 0,0 0-16,-13 0 15,13-27 1,-13 13 15,0 1-15,0-14-1,-26 14 1,13-1 0,-14 1-1,1 13 1,-27-1 0,-13 1-1,26 0 1,0 13-1,-12 0 1,-41-13 0,53 13-1,-13-13 1,14 13 15,-1-14-15,13 1-1,-25 0 1,12 13 0,0 0-1,-26 0 1,13 0 0,13 13-1,1 0 1,-1 14-1,0-14 1,14 0-16,-1 14 16,1-1-1,0-13 1,-1 27 0,27-14 15,-13 1-16,13-1 1,0 14 0,13-13-1,27 25 1,-1-25 0,1-1-1,13-12 1,26 12-1,-12-13 1,-1 1 0,-13-1-1,0-13 1,26 13 0,-26-13 15,13 0-16,13 0 1,27-26 0,-53 12-1,-26 1 1,-1 0 0,-13 0-1,14-14 1,-14 14-1,13 0 1,-12-14 0,-1 1-1,0 13 1,-13-1 0,0 1 15,0 0 0,-26 13-15,12 0-1,1 0 1,13-13 0,0-1 15</inkml:trace>
  <inkml:trace contextRef="#ctx0" brushRef="#br0" timeOffset="156503.75">16272 12065 0,'0'0'0</inkml:trace>
  <inkml:trace contextRef="#ctx0" brushRef="#br0" timeOffset="156824.674">16814 12250 0,'0'0'0,"0"-13"63,0 0-63,14 13 15,-14-13 1,13-1-16</inkml:trace>
  <inkml:trace contextRef="#ctx0" brushRef="#br0" timeOffset="157036.475">18164 12078 0,'0'0'0,"-93"-39"63</inkml:trace>
  <inkml:trace contextRef="#ctx0" brushRef="#br0" timeOffset="157919.613">14698 12211 0,'0'0'0,"0"-14"62,-14 28-30,1-1-17,0-13-15</inkml:trace>
  <inkml:trace contextRef="#ctx0" brushRef="#br0" timeOffset="158368.652">17052 12131 0,'-39'0'141,"12"0"-141,-12 0 0</inkml:trace>
  <inkml:trace contextRef="#ctx0" brushRef="#br0" timeOffset="158847.977">14870 12237 0</inkml:trace>
  <inkml:trace contextRef="#ctx0" brushRef="#br0" timeOffset="159268.296">17317 12197 0,'0'-13'62,"-26"13"1,-27 0-48,-14 13 1</inkml:trace>
  <inkml:trace contextRef="#ctx0" brushRef="#br0" timeOffset="161533.528">8586 10954 0,'0'0'0,"39"106"32,1 26-32</inkml:trace>
  <inkml:trace contextRef="#ctx0" brushRef="#br0" timeOffset="162866.138">6681 13004 0,'0'0'0,"13"-92"15,0 52 1,14-53 0,-14 67-16,-13-14 15,0 1 1,0 52 15,0 26-15,-13 28-16,-40 131 15,40-132 1,13-26 0,0-14 15,0-12-15,0-41-1,-14-13-15,-12-79 16,13-13-1,13 92 1,0 1 0,0 25-1,39 41 1,27 26 0,1 26-1,-1-13 1,0 14-1,-53-54 1,-13-13 0,0-39 15,13-27-15,14 0-1,12 13 1,-25 40-1,12 0 1,1 14-16,12 25 16,1 28-1,-14-1 1,1-27 0,-14 1-1,-13-66 16,13 12-15,1-12-16,-1-1 16,0 14-16,13-26 15,-12 39 17,12 13-17,14 26 1,26 54-1,-53-40 1,-39 0 0,-27-27-1</inkml:trace>
  <inkml:trace contextRef="#ctx0" brushRef="#br0" timeOffset="163048.421">7355 12898 0,'0'0'0,"27"67"47,-27-14-32</inkml:trace>
  <inkml:trace contextRef="#ctx0" brushRef="#br0" timeOffset="163664.679">7567 13070 0,'0'0'0,"53"27"63,-40-14-48,0 14-15,1-1 16,-1 0 0,-13-12-1,0-28 16,0-25-15,0 26-16,13-14 16,0-13-1,1 40 1,12 14 0,40 52-1,-39 0 1,-1-26-1,-13-14 1,1-26 0,-1-26-1,0-1-15,14-52 16,12 13 15,-39 39-15,13 27-1,14 27 1,-1 26 0,14-1-1,-27-12 1,-13-27-16,-13 1 16,-27-1-1</inkml:trace>
  <inkml:trace contextRef="#ctx0" brushRef="#br0" timeOffset="163817.74">7924 12740 0</inkml:trace>
  <inkml:trace contextRef="#ctx0" brushRef="#br0" timeOffset="165117.416">8850 7250 0,'0'0'0,"106"0"31,-13 0-31,-1 0 16,67 0 0</inkml:trace>
  <inkml:trace contextRef="#ctx0" brushRef="#br0" timeOffset="165236.489">8744 7474 0,'0'0'16,"292"0"0</inkml:trace>
  <inkml:trace contextRef="#ctx0" brushRef="#br0" timeOffset="167062.642">8202 13044 0,'0'0'0,"40"-66"32,-27 53-17,13-1-15,1 1 16,-1 13 0,1 27-1,-14 26 1,-13 26 15,0-26-15,-13-14-1,26-52 17,-13-13-32,13-1 15,1-26 1,-1 40-16,0 13 31,0 13-15,14 27-1,-1-13-15,1-1 16,39 40 0,-27-39 15,-12-14-31,13-26 31,-1-40-15,1-13-1,0-1 1,-27 41 0,-13 13-1,13 13 1,0 26-1,14 14 1,-1 13 0,-13 39-1,1-39 1,12-26 0,-13-14-1,1-39 1</inkml:trace>
  <inkml:trace contextRef="#ctx0" brushRef="#br0" timeOffset="167223.633">8758 12726 0,'0'0'0</inkml:trace>
  <inkml:trace contextRef="#ctx0" brushRef="#br0" timeOffset="167578.792">9300 13044 0,'0'0'0,"79"-53"31,-39 40-15,-53 39 15,-14 14-16,-12 0-15,-41 65 16,28-52 0,38-13-1,41-27 1,79 1 0,118-67-1,-184 26 1,-40 1-1</inkml:trace>
  <inkml:trace contextRef="#ctx0" brushRef="#br0" timeOffset="168011.784">9340 12965 0,'0'0'0,"79"26"47,-52-13-31,-1 14-16,27 12 16,-13 14-1,13-26 1,-14-14-1,-25-13 1,25-53 0,1-26-1,-40 26 1,0 13 0,-27 27-1,-25 53 1,-15 79-1,28 13 1,65-66 0,265-26-1,-13-53 1</inkml:trace>
  <inkml:trace contextRef="#ctx0" brushRef="#br0" timeOffset="169723.477">14168 12766 0,'0'0'0</inkml:trace>
  <inkml:trace contextRef="#ctx0" brushRef="#br0" timeOffset="169918.454">14288 12674 0,'0'0'0</inkml:trace>
  <inkml:trace contextRef="#ctx0" brushRef="#br0" timeOffset="170959.632">2765 8493 0,'0'0'15,"40"0"32,-14-13-31,1 0-16,52-27 15,-13-26 17,13-53-17,-26 13 1,-39 79-1,-1 14 1,-13 26 0,-13 120-1,-40 78 1,26 1 0,27-119-1,0-40 1,0-27-16,-26 14 15,-1-27 1,14-13 0,0 0 15,26 0-15,80-40-1,79-26 1,-53 0-1</inkml:trace>
  <inkml:trace contextRef="#ctx0" brushRef="#br0" timeOffset="171293.968">2818 7766 0,'13'0'62,"0"13"-46,1-13 0,52 0-1,119-13 1,-66-1-16,53-12 16</inkml:trace>
  <inkml:trace contextRef="#ctx0" brushRef="#br0" timeOffset="171676.066">3215 7673 0,'0'0'16,"0"-66"15,0 53-31,13-1 31,0 41 1,-13-1-17,66 93 1,-26-13 0,-14-26-1,-26-14 1,0-40-1,0-13-15,-26 1 16,13-28 15,13-52-15,66-172 15,-53 185-31</inkml:trace>
  <inkml:trace contextRef="#ctx0" brushRef="#br0" timeOffset="175442.365">3545 8401 0,'0'0'0,"0"-27"47,-13 27-47,-13 13 16,-1-13-16</inkml:trace>
  <inkml:trace contextRef="#ctx0" brushRef="#br0" timeOffset="178669.717">5900 8414 0,'0'0'0,"0"-53"47,0 40-32,0-1 1,27 14 0,39-13-16,119 0 15,-26 0 1,-133 26 0,-26 0-1</inkml:trace>
  <inkml:trace contextRef="#ctx0" brushRef="#br0" timeOffset="178886.178">6456 7977 0,'0'0'0,"26"80"46,-26 12-30,-13 173 0,-13-54-1,26-118 1</inkml:trace>
  <inkml:trace contextRef="#ctx0" brushRef="#br0" timeOffset="179719.255">5980 7726 0,'0'0'0,"0"13"63,0 0-32,13 1-15,13-14-1,27 0-15,119-14 16,40-25-1,-146 39 1,-40-14 0,1 14-16,-14 0 15,-53-13 17,1 13-32,-27-13 15,26 0 1,13-14-1,14-12 1,13-1 0,0 0-1,0 14-15,0 12 16,0 41 15,13-1-15,14 14-1,13 26-15,26 14 32,0-14-17,0-13 1,-39-27 0,-14-13-1,-40 1 1,-26-1-1,14 13 1,-14-26 0,26 0-1,14-26 1,0-14 0,13-66-1,79-158 1,-52 105-1</inkml:trace>
  <inkml:trace contextRef="#ctx0" brushRef="#br0" timeOffset="181083.349">17687 12211 0,'0'0'0,"14"-14"47,-14 1-31,-14 13-1</inkml:trace>
  <inkml:trace contextRef="#ctx0" brushRef="#br0" timeOffset="181249.778">17568 12237 0,'0'0'0</inkml:trace>
  <inkml:trace contextRef="#ctx0" brushRef="#br0" timeOffset="181417.441">17568 12237 0,'0'0'16,"40"26"-16,-27-39 15,14 0 1,-1-53 0</inkml:trace>
  <inkml:trace contextRef="#ctx0" brushRef="#br0" timeOffset="191192.437">10213 11496 0,'0'-26'62,"0"12"-15,-13 14-31,-1-13 0,1 13-16,0 0 15,-27 0 1,-13 0-1,27 0 1,-14 0 0,27-13-1,0 13 1,0 0 0,-1 0-1,-25 0 1,12 0-1,-13 13 1,14 0 15,13-13-31,-27 14 16,14-1 0,-14 0-1,14-13 1,-14 13-1,13 1 1,14-14 0,-13 13-1,-1 13 1,14-12-16,-13 12 16,-14-13-1,27 14 1,-14-1 15,1 1-15,12-1-1,-12 14 1,-14 13 0,14 0-1,13-14 1,-1 41-1,14-41 1,-13 1 0,13 0-1,-13 13 1,13-27 0,0 1-1,0-1 1,0-13-1,0 14 17,13-14-17,-13 13 1,0-12 0,13-1-1,-13 13 1,14-13-1,-1 1 1,0-1 0,0 0-1,1 0 1,12 1 0,-13-1-1,14 0 1,-1 0-1,1 1 17,12-1-17,1-13 1,13 13 0,-27 0-1,1-13 1,13 13-1,26 1 1,-13-14 0,-14 13-1,1-13 1,-14 0 0,14 0-1,0 0 1,-1 13-1,1-13 17,26 0-17,-26 13 1,0-13 0,13 0-1,-14 0 1,14-13-1,0 13 1,-13 0 0,0-13-1,52 0 1,-13-14 0,-12 14-1,-1 0 1,-27 0-1,1 13 1,0-14 15,0 1-15,-1 0 0,1 13-1,0-13 1,-14-1-1,0 1 1,1 13 0,-1-13-1,27 0 1,-26-1 0,12 1-1,14-13 1,-39 26 15,-1-13-31,0-1 16,14 1 15,-14 0-15,0 13-1,-13-13 1,13-1-1,-13 1 1,13 0 0,1-13-1,-1-1 1,0 1 0,0-1-1,1-13 1,-14 14-1,13-14 1,-13 14 15,13-27-15,-13 0 0,0 13-1,-13 14 1,0-27-1,-1 27 1,14-1 0,-13 1-1,0-1 1,0 1 0,13 12-1,-14-12 1,1 13-1,0 0 1,13-1 15,-13 1-15,0 13 0,-1-13-1,-12 0 1,13 13-1,-14-14 1,1 1 0,-1 13-1,1 0 1,-27-13 0,13 13-1,0 0 1,-12 0-1,12-13 1,13 13 15,1 0-15,-14 0 0,14 0-1,-14 0 1,0-14-1,14 14 1,-40 0 0,26 0-1,14 0 1,-1 14 0,1-14-1,13 0 1,-1 0-1,1 0 1,0 13 47,0 0-48,-1 14 1,-25 26-16</inkml:trace>
  <inkml:trace contextRef="#ctx0" brushRef="#br0" timeOffset="191408.698">10504 11655 0,'0'0'0,"-13"0"63,0 13-63,-1-13 16</inkml:trace>
  <inkml:trace contextRef="#ctx0" brushRef="#br0" timeOffset="192119.074">10173 12052 0,'0'-13'62,"-13"26"-15</inkml:trace>
  <inkml:trace contextRef="#ctx0" brushRef="#br0" timeOffset="192923.395">11496 12052 0,'-13'0'141,"0"0"-141,-1 0 15</inkml:trace>
  <inkml:trace contextRef="#ctx0" brushRef="#br0" timeOffset="193426.213">10186 12171 0</inkml:trace>
  <inkml:trace contextRef="#ctx0" brushRef="#br0" timeOffset="193805.869">11337 11999 0,'0'-13'63,"-13"13"-32,-13 0-31</inkml:trace>
  <inkml:trace contextRef="#ctx0" brushRef="#br0" timeOffset="194291.463">9882 12158 0,'13'0'125</inkml:trace>
  <inkml:trace contextRef="#ctx0" brushRef="#br0" timeOffset="194672.375">11390 11986 0,'0'-14'110,"-13"14"-110,-13 0 0</inkml:trace>
  <inkml:trace contextRef="#ctx0" brushRef="#br0" timeOffset="195123.207">9909 12197 0</inkml:trace>
  <inkml:trace contextRef="#ctx0" brushRef="#br0" timeOffset="195483.395">11298 11959 0,'-40'0'125,"-13"0"-109</inkml:trace>
  <inkml:trace contextRef="#ctx0" brushRef="#br0" timeOffset="195926.051">9829 12237 0,'0'-13'125</inkml:trace>
  <inkml:trace contextRef="#ctx0" brushRef="#br0" timeOffset="196204.823">11324 11986 0,'0'0'0,"0"-14"62,-13 14-62</inkml:trace>
  <inkml:trace contextRef="#ctx0" brushRef="#br0" timeOffset="196895.409">8850 12237 0,'14'0'62,"-28"0"-15,1 0-47</inkml:trace>
  <inkml:trace contextRef="#ctx0" brushRef="#br0" timeOffset="197055.572">8850 12237 0,'0'0'0,"14"0"16,-14-13 0,26 13-1,-13 0-15</inkml:trace>
  <inkml:trace contextRef="#ctx0" brushRef="#br0" timeOffset="197972.638">10861 12581 0,'0'0'0,"13"13"172,-13 0-157,14 14-15,-14 26 16,13 119 0,0-66-16,-13 79 15,13-93 1,-13-39 0,0-13 15,-13-27-31,-66-92 31</inkml:trace>
  <inkml:trace contextRef="#ctx0" brushRef="#br0" timeOffset="198554.482">10769 12621 0,'0'0'15,"0"-14"32,-14 41 16,14-14-48,0 27-15,-13-14 16,0 54 0,0-27-1,13-27 1,-14-13-1,14-52 1,0-67 0,27 13-1,13 40 1,-14 27-16,27-1 16,0 14-1,13 26 1,13 27 15,14 26-15,-53-26-1,-27-27 1,-79 0 0,-265 14-1</inkml:trace>
  <inkml:trace contextRef="#ctx0" brushRef="#br0" timeOffset="199518.347">9062 11919 0,'-26'-52'62,"12"38"-46,1 1-16,0 0 16,-14 0-1,-26-14 1,-13 14-1,13 13 1,-13 13 0,13 27-1,14 0 1,-28 52 0,41-12-1,26-1 1,0-26-1,0-13-15,79 92 32,54-53-17,65-26 1</inkml:trace>
  <inkml:trace contextRef="#ctx0" brushRef="#br0" timeOffset="199652.868">9168 12158 0,'-13'92'0,"26"-184"15,-13-80-15,-53 13 16,13 80 0,1 39-1,12 27-15,-105 52 16,-1 67 0</inkml:trace>
  <inkml:trace contextRef="#ctx0" brushRef="#br0" timeOffset="200379.609">11351 12832 0,'0'0'0,"-27"-39"63,40 52-48</inkml:trace>
  <inkml:trace contextRef="#ctx0" brushRef="#br0" timeOffset="201967.577">11337 13044 0,'0'0'0,"0"-53"47,40 27-31,0 12-1,-1 14 1,1 27 0,-27-14-1,14 53 1,-27 0 0,0 0-1,-13-39 1,-1-27-1,14-40 1,14-39 0,-1 0-1,0 39 1,0 40 0,14 26-1,-1 14 1,-13 0-1,1-14 1,12 1 15,-13-41 1,1 1-17,12-13 1,14-1-1,-14 27 1,14 0 0,-14 0-1,-26 13-15,14 1 16,-1-1-16,0 13 16,0 1-1,0-14 1,1 0-1,25-13 1,1-53 15,-13 14-15,-1 25 0,-26 1-1,0 26 16,13 27-15,14 0 0,-14-14-1,0-26 17,-13-13-32,13 0 15,14 0-15,-14-1 16,0 1-16,1 13 15,-1 0 1,13 13 0,1 14 15,-27-14-31,13 13 16,0-12-1,-13-28 16,0-12-15,13 13 0,1 0-16,12-1 15,0 14 1,1 14 0,26 25-1,-27-12 1,-12-14-1</inkml:trace>
  <inkml:trace contextRef="#ctx0" brushRef="#br0" timeOffset="202144.482">12105 12885 0,'0'0'0</inkml:trace>
  <inkml:trace contextRef="#ctx0" brushRef="#br0" timeOffset="202416.896">12674 13070 0,'0'0'0,"66"27"47,-53-14-47,-13 14 16,0-1-1,-13 27 1,-14-27 0,1-26-1</inkml:trace>
  <inkml:trace contextRef="#ctx0" brushRef="#br0" timeOffset="202599.439">12568 12898 0,'0'0'0,"66"-39"47,-26 52-32,26 13 1</inkml:trace>
  <inkml:trace contextRef="#ctx0" brushRef="#br0" timeOffset="203381.896">12898 13137 0,'0'0'0,"67"26"62,-54-13-62,-13 0 16,13-13-16,-13 14 16,-13 12-1,0-26 1,-1 0-1,1-40 1,26 27 0,1 0-1,12 0 1,14 13 0,-14 0-1,-13 13-15,1 13 16,-14 14-1,0-13 1,0 12 0,0-25 15,13-1-15,27-26-1,12-27 1,15-13-1,-41 40 1,-13-1 0,1 14-1,12 14 1,0-14 0,-12 13-1,12-13 1,-13 0-1,-13 13 79,14 0-78,-14 1-16,0-1 15,26 13 1,-13-26 0,1 14-1,-14-41-15</inkml:trace>
  <inkml:trace contextRef="#ctx0" brushRef="#br0" timeOffset="203549.519">13481 12991 0,'0'0'0</inkml:trace>
  <inkml:trace contextRef="#ctx0" brushRef="#br0" timeOffset="203882.507">13851 13123 0,'0'0'0,"93"-39"16,-54 25-1,-26 1 1,-26 26 0,-132 106-1,39-39 1,66-14 15,40-26-15,27-14-1,12-26-15,-12 0 16,65-26 0,-65-27-1,-14 13-15</inkml:trace>
  <inkml:trace contextRef="#ctx0" brushRef="#br0" timeOffset="204565.639">13944 13137 0,'0'0'0,"52"-14"47,-25 14-32,-1 14-15,-12-1 16,-1 13 0,-13-13-1,13-13 1,0 0-16,14-13 16,-1-13-1,1-1 1,-14 14-16,-13 0 15,0 0 1,-53 26 15,27 0-15,-14 14 0,-13 25-1,13 28 1,53-40-1,54-14 1,52-26 0,172-119-1,-172 40 1,-80 26 0,-39 0-1,0 26 1,-52 54-1,-1 39 1,39 13 0,41 27-1,52 0 17,-66-66-17,-211-40 1</inkml:trace>
  <inkml:trace contextRef="#ctx0" brushRef="#br0" timeOffset="205180.385">10054 12211 0,'13'0'63,"1"0"-63,-1 0 16,0-14-1</inkml:trace>
  <inkml:trace contextRef="#ctx0" brushRef="#br0" timeOffset="205426.023">11324 12158 0,'0'0'0,"-40"-27"62</inkml:trace>
  <inkml:trace contextRef="#ctx0" brushRef="#br0" timeOffset="205670.679">10332 12237 0,'66'-13'31,"-39"13"-15,-1 0-16,1 0 15</inkml:trace>
  <inkml:trace contextRef="#ctx0" brushRef="#br0" timeOffset="205846.716">11787 12237 0,'0'0'0,"-66"-13"16</inkml:trace>
  <inkml:trace contextRef="#ctx0" brushRef="#br0" timeOffset="-205248.105">11351 10888 0,'0'0'0,"119"13"0,92 40 16,-118 13-1</inkml:trace>
  <inkml:trace contextRef="#ctx0" brushRef="#br0" timeOffset="-204979.988">11814 11787 0,'0'0'0,"-53"40"0</inkml:trace>
  <inkml:trace contextRef="#ctx0" brushRef="#br0" timeOffset="-202783.285">12131 12316 0,'0'-13'47,"-13"13"125,0 0-156,-1 0-1,1 0 1,0 0 0,0 0-1,13-13 1,-13 13-1,-1 0 1,1 0-16,0 0 16,-14 0-1,14-13 17,0 13-17,0 0 1,-1 0 15,1 0-15,0 0-1,0 0 1,0 13-16,-1 0 16,1 0-1,0 1 1,0-1-1,-14 26 1,14-12 0,-13-1-1,26-12 1,-14 39 15,14-27-31,-13-13 31,13 14-15,0-14 0,13 13-1,1 1 1,-14-14 0,13 0-1,0 14 1,0-1-1,14-13 1,-14 1 0,13 12-1,14-13 1,-14 1 0,1-14 15,-1 0-16,-12 0 1,-1 0-16,0 0 16,0 0-1,14-14 1,-1 1 0,-13-13-1,1 12 1,12 1-1,1-13 1,-1-1 0,1 14-1,-27-13 1,0-14 0,0 13 15,0-12-16,0-27 1,-14 39 0,1-13-1,0 14 1,0 0-16,-14-1 16,1 1-1,12 12 1,-25 1-1,-14 26 1</inkml:trace>
  <inkml:trace contextRef="#ctx0" brushRef="#br0" timeOffset="-202600.67">11999 12303 0,'40'-40'47,"-54"54"-16,1-1-31</inkml:trace>
  <inkml:trace contextRef="#ctx0" brushRef="#br0" timeOffset="-202449.369">11999 12303 0,'0'0'0,"-27"-13"0,27 0 15,-13 13 32,0 0-47</inkml:trace>
  <inkml:trace contextRef="#ctx0" brushRef="#br0" timeOffset="-201751.743">8983 11284 0,'-14'14'109,"-12"-1"-93,-27 27-16</inkml:trace>
  <inkml:trace contextRef="#ctx0" brushRef="#br0" timeOffset="-201450.713">11232 11298 0,'0'0'0,"-14"0"63,1-14-63,-66 14 16,-27 27-1</inkml:trace>
  <inkml:trace contextRef="#ctx0" brushRef="#br0" timeOffset="-201159.694">9221 11417 0,'13'0'62,"13"0"-46</inkml:trace>
  <inkml:trace contextRef="#ctx0" brushRef="#br0" timeOffset="-200912.152">11456 11576 0,'0'0'0,"-92"-53"46,26 26-30</inkml:trace>
  <inkml:trace contextRef="#ctx0" brushRef="#br0" timeOffset="-195639.944">3784 5265 0,'0'0'0,"13"0"93,13 0-93,54-13 16,290-93 0,305-79-1,-252 66 1,609-106 0,66 27-1,-79 52 1,237-26-1,-726 66 1,-306 53 0,-157 14-1,-28-28 1,1-25 0,-40 65-1,0 14 1,-40 26 15</inkml:trace>
  <inkml:trace contextRef="#ctx0" brushRef="#br0" timeOffset="-195173.27">10464 3678 0,'0'0'15,"14"-53"1,-14 40-1,13-1 1,13-12 0,-13 26-16,-13-13 15,14 13 1,12 0 0,1 13-1,12 40 1,-12 13-1,-1 79 1,1-52 0,-1 0 15,-13-27-31,-52 13 31,-28-52-15,-12-14-1,13 0 1,26-26 0,54-40-1,78-119 1,27-53 0,-66 53-1,-185 106 1,52 66-1</inkml:trace>
  <inkml:trace contextRef="#ctx0" brushRef="#br0" timeOffset="-194122.371">3823 5252 0,'0'0'0,"0"-13"47,-13 13-31,0 0-16,-53 26 15,-40 1 1,-93-1 0,-78 14-1,-67 13 1,158-14 0,-224 54-1,27 13 1,105 26-1,146-52 1,39-28 0,40-25-1,40-14 1,13-26 15,0 0-31,0-14 16,0-12-1,0 25 1,0-12 0,13-1-1</inkml:trace>
  <inkml:trace contextRef="#ctx0" brushRef="#br0" timeOffset="-193590.804">1561 5371 0,'0'0'0,"13"-13"63,-13 26-48,-26 27-15,-27 13 16,-13 26 0,-80 93-1,54-66-15,65-53 16,14 26 15,26 0-15,80 14-1,13-53 1,-1-14 0,-12-13-1,-27 1 1,-53-14-16,1 0 16,-1 0-1,-13-27 1,-40-118 15,14 52-31,-1-13 0,-52-105 16,13 39-1,-53 39 1</inkml:trace>
  <inkml:trace contextRef="#ctx0" brushRef="#br0" timeOffset="-192075.089">4432 5159 0,'0'0'15,"26"0"16,1 14-15,52 12 0,-26 1-1,-40-14 1,-26 0 0,-27-26-1,1-14 1,-14 1 15,39 13-31,-12-14 16,13 1-1,13-1 1,13-12 0,27 12-1,26 27 1,-26 13-1,-40 40 1,-14 0 0,-52 0-1,40-53 1,-1-40 0,27-13-1</inkml:trace>
  <inkml:trace contextRef="#ctx0" brushRef="#br0" timeOffset="-191742.088">4683 4934 0,'-26'-66'31,"26"53"-15,-14 0-16,1 0 15,-40-1 1,14 14-16,-80 67 16,-40 91-1,27 54 1,105-40 0,93-53 15,159-66-16,119-66 1,-79-106 0,-199 26-16,-40 0 15,-79-158 1</inkml:trace>
  <inkml:trace contextRef="#ctx0" brushRef="#br0" timeOffset="-190209.462">10570 11853 0,'0'0'0,"-66"40"32,40-27-32</inkml:trace>
  <inkml:trace contextRef="#ctx0" brushRef="#br0" timeOffset="-189276.857">10451 11906 0,'0'-13'94,"13"-13"-94,-13-14 15,27-66 1,-14-92 0,0-27-1,-13-40 1,-13 173 0,0 39-1,-14 13 1,14 13-1,13 14 1,-13 26 15,-14 27-15,1 13 0,13-13-16,-14-14 15,1 80 1,13-27-1,-14 1 1,14-41 0,0-25-1,13-28 17,13-25-17,27-80 1,26-14-1,-27 54 1,-12 26 15,-1 27-15,-12 12 0,-1 14-1,26 27 1,14 26-1,-26-27-15,-1 1 16,40 52 0,-39-39-1,-14-1 1,-13 1 0,-53-13-1,-145-14 1,-186 0 15</inkml:trace>
  <inkml:trace contextRef="#ctx0" brushRef="#br0" timeOffset="-187663.517">15161 12184 0,'0'0'0,"-14"-26"47,-12 26-32,13 0-15</inkml:trace>
  <inkml:trace contextRef="#ctx0" brushRef="#br0" timeOffset="-187313.857">17555 12118 0,'0'0'0,"-13"0"78,-14 0-62,14 0-16</inkml:trace>
  <inkml:trace contextRef="#ctx0" brushRef="#br0" timeOffset="-186901.448">14737 12449 0,'0'0'0,"0"-27"62</inkml:trace>
  <inkml:trace contextRef="#ctx0" brushRef="#br0" timeOffset="-186530.812">17277 12224 0,'27'-27'63,"-40"27"-32,-186 0-16</inkml:trace>
  <inkml:trace contextRef="#ctx0" brushRef="#br0" timeOffset="-186165.219">14539 12396 0,'0'0'0,"40"-27"62,-40 14-62</inkml:trace>
  <inkml:trace contextRef="#ctx0" brushRef="#br0" timeOffset="-185765.295">17198 12277 0,'0'0'0,"0"-14"47,-13 14 47,-1 0-94</inkml:trace>
  <inkml:trace contextRef="#ctx0" brushRef="#br0" timeOffset="-184598.194">10173 11456 0,'0'0'0,"-39"0"94,-1 0-94,13 0 0</inkml:trace>
  <inkml:trace contextRef="#ctx0" brushRef="#br0" timeOffset="-184382.881">10081 11483 0,'0'0'0,"-14"0"63,-12 0-63</inkml:trace>
  <inkml:trace contextRef="#ctx0" brushRef="#br0" timeOffset="-184191.014">10001 11470 0,'-26'0'63</inkml:trace>
  <inkml:trace contextRef="#ctx0" brushRef="#br0" timeOffset="-183982.004">10001 11470 0,'13'0'0,"-13"-14"16,0 28 31</inkml:trace>
  <inkml:trace contextRef="#ctx0" brushRef="#br0" timeOffset="-183733.117">10345 11417 0,'-26'0'62,"-1"0"-46,1 0-16</inkml:trace>
  <inkml:trace contextRef="#ctx0" brushRef="#br0" timeOffset="-183514.455">9935 11417 0</inkml:trace>
  <inkml:trace contextRef="#ctx0" brushRef="#br0" timeOffset="-183311.261">10610 11456 0,'-80'-13'47</inkml:trace>
  <inkml:trace contextRef="#ctx0" brushRef="#br0" timeOffset="-183033.551">10094 11404 0,'0'0'0,"26"0"47,-39 0-16</inkml:trace>
  <inkml:trace contextRef="#ctx0" brushRef="#br0" timeOffset="-182766.527">10769 11404 0,'0'0'16,"-53"-14"30,13 14-30,0 14-16,14-14 0</inkml:trace>
  <inkml:trace contextRef="#ctx0" brushRef="#br0" timeOffset="-182522.157">10107 11456 0,'0'0'0,"13"0"62</inkml:trace>
  <inkml:trace contextRef="#ctx0" brushRef="#br0" timeOffset="-182267.273">10954 11417 0,'0'0'0,"-80"0"47,54 0-31</inkml:trace>
  <inkml:trace contextRef="#ctx0" brushRef="#br0" timeOffset="-182059.677">10372 11377 0,'0'0'0,"26"0"47</inkml:trace>
  <inkml:trace contextRef="#ctx0" brushRef="#br0" timeOffset="-178384.066">10544 11668 0,'0'0'0,"-27"-79"31,27 52-31,-13-52 16,13-27 15,0-39-15,0 52-16,26-66 15,1 40 1,-14 13-1,-13 53 1,0 0 0,0 14-1,0 26 1,0 26 46,0 0-46,0 0-16,-13 14 16,13-1 15,0-13-31,-13 14 16,-1-1-1,-12 14 1,-14 0-1,-39 26 1,13-13 0,13 0-1,13-14 1,14-12 0,26-14-1,26-26 1,27-40-1,40-53 1,-1 0 15,-65 53-31,12 0 16,-12 14 0,-14 25-1,0 14 1,40 53-1,27 40 1,-1 13 0,-26-14-1,0-25 1,-40-28-16,0-12 16,-13-14-1,-13-13 1,-80-27-1,-158-12 17,-133 26-32</inkml:trace>
  <inkml:trace contextRef="#ctx0" brushRef="#br0" timeOffset="-177172.219">6813 2156 0,'0'0'0,"79"14"31,-26-14-15,93 13 0,-40 0-1,-67-13 1,-25 0-1</inkml:trace>
  <inkml:trace contextRef="#ctx0" brushRef="#br0" timeOffset="-176988.804">7131 1945 0,'0'0'0,"0"106"31,0-40-15,-40 106 0,-26 0-1</inkml:trace>
  <inkml:trace contextRef="#ctx0" brushRef="#br0" timeOffset="-176821.535">7646 2011 0,'0'0'0,"0"66"31,-26 13-15,-93 146-1,13-66-15</inkml:trace>
  <inkml:trace contextRef="#ctx0" brushRef="#br0" timeOffset="-176122.184">2765 2394 0,'0'0'15,"0"-13"32,26 13-16,1 0-15,13 13-16,105 14 16</inkml:trace>
  <inkml:trace contextRef="#ctx0" brushRef="#br0" timeOffset="-175954.962">3426 2262 0,'0'0'0,"-13"132"63,0-39-63,0-14 0</inkml:trace>
  <inkml:trace contextRef="#ctx0" brushRef="#br0" timeOffset="-173040.094">15280 11549 0,'39'-66'31,"-25"39"-15,-1-25 0,-13 12-1,-27 13 1,-12 1-1,-14 13 1,26-1-16,-26 1 16,0-13-1,-26-1 1,13 1 15,39 13-31,-39-14 16,13 1-1,-13 12 1,-13 14 0,13 0-1,-67 14 1,41-1 0,-1 13-1,1 14 1,-41 13-1,54 0 1,0 0 0,-1 0-1,1 0 1,-40 39 15,53-26-15,0 1-1,-1 12 1,-25 40 0,26 0-1,39-13 1,1 0 0,26 52-1,13-78-15,0-1 16,53 106-1,-26-118 1,0-1 0,92 40-1,-39-40 1,12-13 0,-12 0 15,26-14-16,53 1 1,-66-27 0,0 0-1,0-13 1,-1 0 0,28-39-1,-41 12 1,1-12-1,-14-14 1,-13 0 0,53-53-1,-39-40 1,-1-12 15,-39 25-15,26-78-1,-26 52 1,-14 0 0,-26 40-1,0 40 1,-13-27 0,-27 13-1,-13 1 1,-26-1-1,-40-26 1,40 53 0,12 0-1,14 13 1,14 13 15,-27 27-15,-14 13-1,-12 13-15</inkml:trace>
  <inkml:trace contextRef="#ctx0" brushRef="#br0" timeOffset="-172852.216">14764 11165 0,'-13'-53'47,"-1"53"-47,-12 0 16</inkml:trace>
  <inkml:trace contextRef="#ctx0" brushRef="#br0" timeOffset="-172689.374">14817 11404 0,'0'0'0,"-66"-14"47</inkml:trace>
  <inkml:trace contextRef="#ctx0" brushRef="#br0" timeOffset="-171393.328">16722 12594 0,'0'0'0,"66"-26"47,-53 12-47</inkml:trace>
  <inkml:trace contextRef="#ctx0" brushRef="#br0" timeOffset="-171191.99">18045 12713 0,'0'0'0</inkml:trace>
  <inkml:trace contextRef="#ctx0" brushRef="#br0" timeOffset="-170265.337">16470 12607 0,'14'-26'62</inkml:trace>
  <inkml:trace contextRef="#ctx0" brushRef="#br0" timeOffset="-170026.935">17873 12726 0,'0'0'0,"-14"-52"46,-52 25-30,-53-13-16</inkml:trace>
  <inkml:trace contextRef="#ctx0" brushRef="#br0" timeOffset="-169474.959">14433 12382 0,'0'-39'63,"0"26"-48,-26 13 1,-14 13-16</inkml:trace>
  <inkml:trace contextRef="#ctx0" brushRef="#br0" timeOffset="-169161.371">17859 12528 0,'0'0'0,"14"-40"63,-54 40-48,0-13-15,-13 13 0</inkml:trace>
  <inkml:trace contextRef="#ctx0" brushRef="#br0" timeOffset="-168828.415">15015 12422 0,'66'-26'47,"-66"12"-16,-13 14-31,-27 0 16</inkml:trace>
  <inkml:trace contextRef="#ctx0" brushRef="#br0" timeOffset="-168627.066">17582 12674 0,'0'0'0,"-239"-40"31</inkml:trace>
  <inkml:trace contextRef="#ctx0" brushRef="#br0" timeOffset="-168128.852">14896 12316 0,'0'0'0,"0"-13"62,-13 13-62,0 0 16</inkml:trace>
  <inkml:trace contextRef="#ctx0" brushRef="#br0" timeOffset="-167896.207">17714 12607 0,'-146'-79'31</inkml:trace>
  <inkml:trace contextRef="#ctx0" brushRef="#br0" timeOffset="-149176.27">18428 5689 0,'0'0'0,"27"-53"32,-27 39-32,13-12 15,-13 13 16,0-1-15,-13 1-16,-1 0 31,-25-13-15,-1 12-16,-13 1 16,-185-53-1,93 53 1,65 13-1,27 13 1,-53 27 0,27 13-1,-14 26 1,1 14 0,-27 52-1,-14 120 1,81-93 15,12 26-15,27 1-1,26 105 1,40-132 0,26-27-1,14-12 1,26-14-1,145 26 1,-25-79 0,52-39-1,-14-27 1,54-93 0,-146-13-1,-39-39 1,-54-54 15,-52-26-15,0-26-1,-53-119 1,-93 132 0,-146 26-1,-224 13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6:56:59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19447 7488 0,'0'0'0,"-40"-40"47,14 27-31,-1 13-16,1-13 15</inkml:trace>
  <inkml:trace contextRef="#ctx0" brushRef="#br0" timeOffset="4831.064">12250 10372 0,'0'0'0,"-66"-27"47,40 14-47,-1 13 16,-13 0-1,-12 0 1,25 0-16,-26 13 16,-39 27-1,-14 13 1,0 0 0,13 13-1,-26 26 1,53-12-16,-53 65 15,53-26 1,13 0 0,0 80 15,27-54-15,26-12-1,0-14 1,39 0-1,-26-66-15,14 13 16,-1 0-16,67 66 16,0-26-1,12 0 1,54 26 0,0-39-1,0-27 1,13-26-1,13-1 1,13-12 0,173 13-1,-107-14 17,27 1-17,-13-1 1,146-13-1,-147 0 1,-25-13 0,-1 0-1,-132 0-15,0 0 16,278-13 0,-146-13-1,1-1 1,-14 1-1,93-1 1,-133 1 0,-13-1-1,-26 14 17,0 0-17,105 0 1,-65-14-1,-1 1 1,1 13 0,105-27-1,-92-13 1,-14-13 0,0-27-1,-39-13 1,-40 14-1,-53-1 1,27-26 0,-40 27 15,26-41-15,-39 41-1,13-14 1,-27 0-1,-26 0 1,-26-39 0,-1 65-1,1 14 1,-27 13 0,-119-53-1,-92 1 1,-14 25-1,145 40 1,54 27 0,-119-26 15,-14 25-15,-39-12-1,-27-1 1,-40 14-1,160 13 1,-1 0 0,-13 13-1,-40-13 1,-13 0 0,-119-13-1,212-13 1,53 13-1,-1-1 1,-131-12 0,25-1-1,1 14 17,13 0-17,-66-14 1,93 1-1,-14 26 1,0 0 0,-26 13-1,-93-13 1,106 0 0,0 0-1,0-13 1,0 13-1,93-13-15,-93 13 16,-13-13 0,-1 13-1,14 26 17,106-26-32,-13 13 15,26-13 1,13 13-1,40 1 32,-39 12-31</inkml:trace>
  <inkml:trace contextRef="#ctx0" brushRef="#br0" timeOffset="7709.93">16695 11800 0,'66'-13'47,"-39"0"-47,39 0 15,27 0 1,-14-1 0,-66 28-1</inkml:trace>
  <inkml:trace contextRef="#ctx0" brushRef="#br0" timeOffset="7877.289">16735 11986 0,'0'0'0,"79"-14"15,146-25 1,0 39 0,-106 0-1</inkml:trace>
  <inkml:trace contextRef="#ctx0" brushRef="#br0" timeOffset="18451.023">14790 12224 0,'0'0'0,"13"-40"47,-13 27-31,0 0-1,-13 13 1,13-14 0,-13 1-1,-27 13 1,14-13-16,-27 0 15,-13 13 1,13-14 0,13 1-1,-13-13 1,-13 13 0,0 13 15,0 0-16,-14 0 1,-12 0 0,39 0-1,0 0 1,0-14 0,-40 14-1,27-13 1,27 13-1,-14-13 1,13 13 0,-13 0-1,0 26 1,14-12 0,-14 12-1,13-13 16,13 0-31,-39 14 16,27-1 0,-14 1-1,13-1 1,14 1 0,-1-1-1,14-13 1,0 14-1,-1 26 1,14 0 0,0-14-1,0 14 1,14-13 0,12 0-1,27 26 16,-13-13-15,-1 0 0,28 13-1,-15-26 1,-12-14 0,13 0-1,0 1 1,13-1-1,40 1 1,-40-14 0,-13 0-1,13 1 1,-13-1 0,-13-13-16,39 13 15,1-13 16,12 13-15,1-13 0,52 0-1,-79 0 1,-13 0 0,0 0-1,40-26 1,-27 13-1,-13-14 1,0-13 0,-14 14-1,14-53 1,-13 12 0,-13 1-1,-1-13 16,-13 13-15,-13 39-16,0-39 16,-132 0-1</inkml:trace>
  <inkml:trace contextRef="#ctx0" brushRef="#br0" timeOffset="19373.125">17132 12025 0,'-13'14'109</inkml:trace>
  <inkml:trace contextRef="#ctx0" brushRef="#br0" timeOffset="19683.446">17132 12025 0,'0'0'0,"-27"-53"0,41 53 16,-28 0 62,1 0-78</inkml:trace>
  <inkml:trace contextRef="#ctx0" brushRef="#br0" timeOffset="19950.485">17185 11933 0,'0'0'0</inkml:trace>
  <inkml:trace contextRef="#ctx0" brushRef="#br0" timeOffset="20355.518">17185 11933 0,'0'0'0,"0"39"0</inkml:trace>
  <inkml:trace contextRef="#ctx0" brushRef="#br0" timeOffset="20717.906">17410 12025 0,'0'0'0,"26"-39"62,-39 39-62,-14 0 16,1 0-16</inkml:trace>
  <inkml:trace contextRef="#ctx0" brushRef="#br0" timeOffset="20950.861">17317 12012 0,'0'27'62,"-13"-27"-62</inkml:trace>
  <inkml:trace contextRef="#ctx0" brushRef="#br0" timeOffset="21189.525">17132 12078 0,'0'0'0,"0"-13"47,-13 13-31</inkml:trace>
  <inkml:trace contextRef="#ctx0" brushRef="#br0" timeOffset="21469.692">17423 12078 0,'-13'0'63</inkml:trace>
  <inkml:trace contextRef="#ctx0" brushRef="#br0" timeOffset="21738.221">16894 12091 0,'-14'0'63</inkml:trace>
  <inkml:trace contextRef="#ctx0" brushRef="#br0" timeOffset="21998.398">17396 12131 0,'-26'-13'63,"13"13"-48</inkml:trace>
  <inkml:trace contextRef="#ctx0" brushRef="#br0" timeOffset="22248.126">16880 12105 0,'0'0'0</inkml:trace>
  <inkml:trace contextRef="#ctx0" brushRef="#br0" timeOffset="22467.137">17370 12144 0,'-66'0'31</inkml:trace>
  <inkml:trace contextRef="#ctx0" brushRef="#br0" timeOffset="23156.492">16788 11774 0,'0'0'16,"0"13"30</inkml:trace>
  <inkml:trace contextRef="#ctx0" brushRef="#br0" timeOffset="23363.445">17449 11761 0,'0'0'0,"-132"0"47</inkml:trace>
  <inkml:trace contextRef="#ctx0" brushRef="#br0" timeOffset="23629.101">16669 11827 0,'0'0'0</inkml:trace>
  <inkml:trace contextRef="#ctx0" brushRef="#br0" timeOffset="23881.457">17304 11840 0,'0'0'0,"-13"0"47,-14 13-32,1-13-15</inkml:trace>
  <inkml:trace contextRef="#ctx0" brushRef="#br0" timeOffset="24112.7">16828 11919 0,'0'0'0,"26"-13"63,-13 13-63</inkml:trace>
  <inkml:trace contextRef="#ctx0" brushRef="#br0" timeOffset="24280.391">17066 11972 0,'0'0'15,"-40"-53"16</inkml:trace>
  <inkml:trace contextRef="#ctx0" brushRef="#br0" timeOffset="27382.968">16232 11840 0,'0'0'0,"-13"0"78</inkml:trace>
  <inkml:trace contextRef="#ctx0" brushRef="#br0" timeOffset="31307.527">16484 11787 0,'0'0'0,"-40"0"62,53 0 63,0 0-93,14 13-32,-14-13 15,40 14 1,-27-1-16,41 0 16,25 0-1,67 1 1,26-14 15,0 13-15,-119-13-1,-13 0 1,13-13 0,-26-1-1,0-12 1,-14 26-16,14-27 15,0 1 1,-1 0 0,1-14-1,-27 13 1,14 1 0,-14-14-1,0 1 1,0-14-1,1-14 17,-1 41-17,0-14 1,0 14 0,1-40-1,-14 13 1,0 0-1,-27 13 1,1 0 0,-40-26-1,13 40 1,0-14 0,0 14-1,-40-14 1,40 14 15,14 12-15,-14 1-1,0 13 1,-53 0 0,13 0-1,14-13 1,-14 13-1,-12 0 1,38 0 0,28 0-1,-1 13 1,-13 0 0,-26 40-1,26-26 1,13-1 15,0 1-15,-26 12-1,27 1 1,12-14 0,-13 14-1,14 0 1,-27 13-1,40-14 1,-14 14 0,14 0-1,-13 40 1,12-40 0,14-13-1,0-1 1,0 14-1,40 0 17,-13 0-17,12-13 1,1-14 0,13 27-1,-13-40 1,-1 14-1,14-1 1,13 1 0,53-1-1,-26-13 1,-14 1 0,-12-1-1,12-13 1,27 0-1,-14 0 17,1 0-17,0 0 1,-1-13 0,-26-1-1,-53 1 1,1 13-1,-14-13 1,-14 13 109,-12 0-109,0-13-16</inkml:trace>
  <inkml:trace contextRef="#ctx0" brushRef="#br0" timeOffset="36137.066">14340 12144 0,'0'-13'47,"-13"13"-16,13-13-31,-13 0 32,0 13-1,0-14-16,-1 14 1,1 0-16,-13-13 16,12 0-1,1 13 1,-27-13 0,27 13-1,-13-13 1,13 13-1,-14-14 1,-13 14 0,14-13-1,-14 0 1,-13 13 0,14-13-1,12 13 1,14 0-1,-14-14 1,-12 14 0,-14 0-1,0-13 17,0 13-17,-26-13 1,39 13-1,0 0 1,1 0 0,12 0-1,1 13 1,-14 0 0,0 1-1,14 12 1,-27-13-1,26 1 1,1-1 0,0 0 15,-14 0-15,13 0-1,-25 14 1,25-1-1,14-12 1,0 12 0,-1-13-1,1 14 1,0-14 0,0 13-1,-1 1 1,1 13-1,13-14 1,0-13 0,0 14-1,0-1 17,0 1-17,0-14 1,0 13-1,0-12 1,13 25 0,1-26-1,-1 14 1,0-1 0,0 14-1,14-13 1,-14-1-1,14 0 1,-1-12 0,-13 12-1,0-13-15,27 27 16,0 0 15,13-14-15,0 1-1,-14-1 1,1-13 0,0 14-1,13-14 1,13 0 0,66 14-1,-26-14 1,-66 0-1,26 0 1,53 14 0,-27-14-1,1 0 1,13 1 15,-14-14-15,41 13-1,-41-13 1,-12-13 0,12-14-1,54-13 1,-67 1 0,-13-1-1,-13 0 1,-26 1-1,-1-27 1,1 13 0,-14 0-1,-13 13 1,13-26 15,-13 26-15,0 0-1,0 1 1,-13-14 0,-14-13-1,1 39 1,-14-12 0,14 12-1,-40-13 1,39 27-1,1-13 1,-1 13 0,1-14-1,-54-13 1,14 27 0,-13 0 15,0 13-16,-14-13 1,40-1 0,0 1-1,27 0 1,12 13 15,1 13 94,-13 0-109,-1 1-16</inkml:trace>
  <inkml:trace contextRef="#ctx0" brushRef="#br0" timeOffset="48260.279">3201 7448 0,'0'0'0,"0"-93"32,0 40-32,0-158 15,0-54 1,0 107 0,0-1-16,-26-423 31,13 198-16,-14 80 1,1 145 0,-1 93-1,27 39 1,-13 27 0,13 40-1,-26 92 1,-1-26-16,-12 79 15,-28-39 1,1-14 0,13-26-1,27-53 1,26-40 0,13-52-1,53-186 16,27-106-15,-67 199-16,-12-1 16,-1 94-1,-13 25 1,13 14 0,106 106-1,53 66 1,-13-26-1,-106-80 1,-40-26 0,-13-14-16,-53 27 15,-132-27 1,-146-12 0,-53-1-1,133 0 1</inkml:trace>
  <inkml:trace contextRef="#ctx0" brushRef="#br0" timeOffset="49796.416">3863 4762 0,'0'0'0,"0"-66"31,0 27-31,-27-27 16,-25-1-1,-28 28 1,-26 39 15,53 26-31,-13 14 0,27 13 16,52 0 15,106-27-15,26-13-1,-26-39 1,-79-1 0,-40 54 15,-40 39-31,-26 132 15,13 1 1,53-93 0,0-53-1,-26-14 1,-1-25-16,-39-1 16,-26-66-1,-1-66 1,67-27 15,92 14-15</inkml:trace>
  <inkml:trace contextRef="#ctx0" brushRef="#br0" timeOffset="50009.177">4035 4696 0,'0'0'0,"0"53"63,0-26-47,13-1-16,80 14 15</inkml:trace>
  <inkml:trace contextRef="#ctx0" brushRef="#br0" timeOffset="51057.331">4326 4591 0,'0'0'15,"-27"-53"1,-12 26 0,-80 107-1,39 25 1,67-12-1,40 0 1,39-14 0,-27-53-16,94-12 15,78-54 1,-65-53 0,-93 40 15,-40 14-31,-13 25 31,-13 14 0,13 14-31,-13-1 16,13 40 0,0-27-1,0-12 1,13-14-1,26-53 1,-12 39 0,-14 1-1,0 26 1,1 27 0,39 39-1,-1-39 1,15-13 15,12-14-15,40-53-1,-66-26 1,-13 0 0,-27 26-1,-13 27 1,-27 26 15,1 27-15,26 26-1,53 13 1,26-39 0,1-27-1,12-13 1,1-53-1,-53 27 1,-1-1 0,-12 1-16,-14-27 15,0 40 1,-13 0 0,13 26 30,1 0-46,12 0 16,40 27 0,0-14-1,-39-12-15,12-1 16,-12 0 0,-1 0-1,-12-13 1,-1 14-1,27-1 17,-1 13-32</inkml:trace>
  <inkml:trace contextRef="#ctx0" brushRef="#br0" timeOffset="53188.914">3334 7501 0,'0'0'0,"-27"-27"46,14 27-30,13-13 15,-13 13-15,13-13 0,-13 13-1,26 0 188,0 0-187,0 0-16,27 0 16,26-13-1,13 13-15,14-13 16,-14-1-16,67 14 15,-40 0 1,-40 0 0,27 0-1,171-26 1,-65-1 0,-1 14-1,0-13 1,-12-1-1,-107 27 1,-13-13-16,-26 13 31,0 0-15,-1 0 0,67 0-1,0-13 1,66 0-1,-27-1 1,-105 14-16,-13 0 16,-1 0-16,14 0 15,-14 0 1,-26-13 0,13 13-1,1 0 32,-1 0-31,-26 0 109,-1 0-125,1 13 15</inkml:trace>
  <inkml:trace contextRef="#ctx0" brushRef="#br0" timeOffset="53740.505">6019 7064 0,'0'0'16,"0"-13"31,27 26 15,-14-13-62,13 14 16,14-1-16,53 13 16,-27 14-1,-13-14 1,-40 14-1,0-13 1,-39 12 0,-27 1 15,13 0-15,14-14-1,-1-13 1,14-13-1,0-13 1,-14-40 0,1-13-1,13 26-15,-14-52 16,-65-67 0</inkml:trace>
  <inkml:trace contextRef="#ctx0" brushRef="#br0" timeOffset="54372.024">4789 8401 0,'0'0'0,"13"-93"31,14 0-15,-1 27 0,1 40-1,-27 12-15,13 14 16,-13 27-1,13 92 1,0 13 0,27-66 15,0-26-15,-1-27-1,1-13 1,13-39-1,0-14 1,-13 40 0,-1 13-1,14 13 1,-13 0 0,-27-13-1,-13-13 1,0-80-1,0-105 1,0 26 0,0 132-1,0 0 1,13 107 15</inkml:trace>
  <inkml:trace contextRef="#ctx0" brushRef="#br0" timeOffset="54639.388">5702 7951 0,'0'0'0,"-13"-66"47,-1 79-31,-12 27-16,-54 79 15,28 13 1,38-66 15,14-26-31,66 39 16,14-13-1</inkml:trace>
  <inkml:trace contextRef="#ctx0" brushRef="#br0" timeOffset="54872.211">5927 8083 0,'0'0'0,"-66"-26"62,52 52-46,-25 0-16,25 1 15,-12-1-15,13 54 32,92-80-17</inkml:trace>
  <inkml:trace contextRef="#ctx0" brushRef="#br0" timeOffset="55006.412">5927 8202 0,'0'0'15,"66"-66"1,-66 53 0,13 13-1,0 13 1,14 13 0,12 14-1,-25-27-15,25 1 16</inkml:trace>
  <inkml:trace contextRef="#ctx0" brushRef="#br0" timeOffset="55204.04">6204 7898 0,'0'0'0,"67"92"31,-28-25-16,1 105 1,-53 0 0,-80-14-1</inkml:trace>
  <inkml:trace contextRef="#ctx0" brushRef="#br0" timeOffset="55855.432">7078 8109 0,'0'0'0,"0"-66"31,0 53-31,0-13 15,-40 26 17,-13 39-17,-26 67 1,65-40 0,54-26-1,26-27 1,-39-13-16,12-26 15,-12-14-15,13-39 16,-40-14 0,-27 27-1,1 26 1,-1 40 15,14 40-15,39 13-1,93-27 1,53-39 0,-92-13-16,-1-80 15,-39-26 1,-40 52 0,-27 54-1,-78 39 1,-28 212-1,67 119 1,79-66 0,67-80-1,-41-79 17,-39-92-32,0-14 0</inkml:trace>
  <inkml:trace contextRef="#ctx0" brushRef="#br0" timeOffset="55987.101">7183 8268 0,'0'0'0,"106"-26"31,13 26-15</inkml:trace>
  <inkml:trace contextRef="#ctx0" brushRef="#br0" timeOffset="56571.359">8374 8096 0,'0'0'0,"53"13"62,-40 14-46,14 52 0,-27 14-1,0-14 1,-14-65-16,14 12 16,14-52 15,39-54-16,39 1 1,-52 26-16,13 0 16,-27 40-1,-26 39 1,13 54 15,-13 52-15,53-53-1,40-26 1,92-66 0,14-80-1,-120 27-15,-13-66 16,-53 52 0,-39 41-1,-27 26 1,-119 105-1,93 67 1,79-40 0,39-66-1</inkml:trace>
  <inkml:trace contextRef="#ctx0" brushRef="#br0" timeOffset="57740.392">3162 6866 0,'13'0'62,"0"0"1,80-13-47,-27 13-1,119-27 1,-66 14-1,-92 13 1,-14 0 0,-13 13 93,0 0-93,13 14-16,-13-1 15,27 173 1,-14-40 0,0-80-1,0-26 16,-13-13-15,0-27 0,0-26 15,0-1-15,-26-65-1</inkml:trace>
  <inkml:trace contextRef="#ctx0" brushRef="#br0" timeOffset="58407.458">3294 6826 0,'13'0'78,"1"0"-78,25 0 15,67 0 1,185-26 0,-212 13-1,-52 13 1,-27 13 140,0 13-156,0 1 16,0 92-1,0-27-15,0 107 16,26-40 0,-26-93-1,14-27 1,-1-12 15,-13-40 0,0-27-31</inkml:trace>
  <inkml:trace contextRef="#ctx0" brushRef="#br0" timeOffset="58852.304">3387 6747 0,'0'0'0,"92"0"31,-26 13-15,27 0 0,-14 1-16,-12-1 15,25 0 1,-79-13-1,-13 13 1,-13 0 0,0 1-16,-66 39 15,-27 79 1,26-13 0</inkml:trace>
  <inkml:trace contextRef="#ctx0" brushRef="#br0" timeOffset="59535.439">3149 7554 0,'0'-66'31,"13"52"-16,-13 1-15,13 0 16,0 13 15,-13 26-15,0 1 0,0 13-16,-39-1 31,25-39-31,1-13 31,0-40-15,13 0-1,26 0 1,1 40 0,-1 0-1,-13 39 1,-26 54-1</inkml:trace>
  <inkml:trace contextRef="#ctx0" brushRef="#br0" timeOffset="61000.274">4247 6615 0,'0'0'0,"13"-80"15,0 41 1,-13-41-1,0 27 1,-40 14 0,-13 52-1,-26 79 1,26 54 0,40-93-16,13-13 15,66 39 1,0-53-1,0-26 17,-13-79-17,-40-119 1,-39 145 0,-119 39-1</inkml:trace>
  <inkml:trace contextRef="#ctx0" brushRef="#br0" timeOffset="61367.232">3731 6271 0,'0'-53'32,"0"39"-17,0 28 1,-40 78 0</inkml:trace>
  <inkml:trace contextRef="#ctx0" brushRef="#br0" timeOffset="61516.069">3585 6376 0,'0'27'63,"-13"-14"-63</inkml:trace>
  <inkml:trace contextRef="#ctx0" brushRef="#br0" timeOffset="61766.094">4736 6310 0,'0'0'0,"0"-26"63,0 39-48,-40 27 1</inkml:trace>
  <inkml:trace contextRef="#ctx0" brushRef="#br0" timeOffset="61899.172">4736 6310 0,'0'0'0,"26"-13"15,-39 40 16</inkml:trace>
  <inkml:trace contextRef="#ctx0" brushRef="#br0" timeOffset="63214.031">15875 12118 0,'26'-27'47,"-12"14"-32,-1 13 1,27 0 0,26 0-1</inkml:trace>
  <inkml:trace contextRef="#ctx0" brushRef="#br0" timeOffset="63598.367">16801 12105 0,'0'0'0,"53"-27"46,-40 14-30,0 13 0,14 0-16,26-13 15,-14 13 1,-25 0 0</inkml:trace>
  <inkml:trace contextRef="#ctx0" brushRef="#br0" timeOffset="63847.266">16603 12211 0,'0'0'0,"92"0"16,-52 0 0,66 0-1,-14 13 1</inkml:trace>
  <inkml:trace contextRef="#ctx0" brushRef="#br0" timeOffset="64398.768">15677 12105 0,'13'0'78,"13"0"-62,14 0-16,13 0 15,26 0 1,-52 13-16,-27 13 15</inkml:trace>
  <inkml:trace contextRef="#ctx0" brushRef="#br0" timeOffset="64579.674">15571 12250 0,'0'0'0,"79"-13"47,27 0-31,92 13-1</inkml:trace>
  <inkml:trace contextRef="#ctx0" brushRef="#br0" timeOffset="64812.702">16960 12105 0,'66'-14'46,"-13"28"-30,26-1 0</inkml:trace>
  <inkml:trace contextRef="#ctx0" brushRef="#br0" timeOffset="64997.267">16828 12224 0,'0'0'0,"66"0"31,-27 0-31,14 0 16,13 0-1,-39 0-15</inkml:trace>
  <inkml:trace contextRef="#ctx0" brushRef="#br0" timeOffset="66230.941">16351 11761 0,'0'0'0,"40"-40"47,-27 40 0,-13 13-32,13 14 1,-13-1 0,0 1-1,-13-14 1,-13-13 0,-1 0-16,-12-13 15,12-14 1,27 1-1,0-1 1,13 1 0,14 26-1,-1 0 1,-26 13 31,0 27-32,0-27-15,-26 13 16,-1-12 0,1-14-1,13-14 1,13-12 0,39 0-1,1-1 1,0 27-1,-27 0 1,-13 13 0,-13 27-16,-14 0 15,1-14 1,13-13 15,-1-13-15,1-13-1,0-27 1,13 14 0,0 0-1,40 26 1,-14 0 0,-13 26-1,-13 0 1,0 14-1,-26-27 1,-1-13 0,-12-13-1,12-27 17</inkml:trace>
  <inkml:trace contextRef="#ctx0" brushRef="#br0" timeOffset="66384.276">16325 11827 0,'0'0'0,"-13"0"63,-1-13-63</inkml:trace>
  <inkml:trace contextRef="#ctx0" brushRef="#br0" timeOffset="66766.456">16073 11628 0,'14'-13'62,"-28"13"-46</inkml:trace>
  <inkml:trace contextRef="#ctx0" brushRef="#br0" timeOffset="67012.335">17145 11523 0,'-13'0'47,"-14"0"-31,1 0-16</inkml:trace>
  <inkml:trace contextRef="#ctx0" brushRef="#br0" timeOffset="67302.295">16073 11562 0,'0'0'0,"14"0"63,-1 14-16</inkml:trace>
  <inkml:trace contextRef="#ctx0" brushRef="#br0" timeOffset="67527.429">16999 11628 0,'0'0'0,"-92"-26"47,26 26-32</inkml:trace>
  <inkml:trace contextRef="#ctx0" brushRef="#br0" timeOffset="67761.179">15941 11602 0,'0'0'0,"66"0"62,-26 0-62</inkml:trace>
  <inkml:trace contextRef="#ctx0" brushRef="#br0" timeOffset="67942.279">17052 11681 0,'0'0'0</inkml:trace>
  <inkml:trace contextRef="#ctx0" brushRef="#br0" timeOffset="72322.944">16232 10861 0,'0'-26'47,"0"12"16,-26 14-48,-1 0-15,1-13 16,-14 13 0,0 0-16,-26 0 15,13 13 1,27 1-1,-14-1 1,-13 27 0,0-14-1,0 14 1,-13-14 0,0 14-1,0 52 1,26-25 15,1 12-15,-1-13-1,-53 53 1,40-39 0,14-1-1,12 0 1,14-26-1,13 0 1,0 13 0,0-13-1,13-13 1,14 39 0,-27-52-1,13-1 1,0 1-1,-13-14 17,13 0-32,14 14 15,13 12 1,26-12 0,0-1-1,13-13 1,-39 1-16,13-14 15,-13 0 1,-1 0 0,1 0-1,13-27 1,0 1 0,-14-14-1,14-13 1,-13-13-1,13-27 1,-27 14 15,-12 26-15,-1-26 0,13-40-1,1 39 1,-14-12-1,13 12 1,-12 1 0,-1-27-1,-13 27 1,0 13 0,0-1-1,0 15 1,-13-1-1,-1 39 1,1-12 15,-13 13-15,-14-14 0,14 14-1,12 13 1,1-13-1,13 0 64,-13 13-64,0 0 16,0 0-15,-1 0 0,-12 0-1</inkml:trace>
  <inkml:trace contextRef="#ctx0" brushRef="#br0" timeOffset="72467.136">15954 10769 0,'0'0'0,"0"13"78</inkml:trace>
  <inkml:trace contextRef="#ctx0" brushRef="#br0" timeOffset="73082.013">15954 10795 0,'-13'0'109,"0"26"-93</inkml:trace>
  <inkml:trace contextRef="#ctx0" brushRef="#br0" timeOffset="73549.036">16034 10795 0,'0'13'63,"0"0"46,-13-13-77,-1 0 30</inkml:trace>
  <inkml:trace contextRef="#ctx0" brushRef="#br0" timeOffset="77685.743">15822 11099 0,'0'0'0,"-13"-26"62,13 13-30,0-1-17,0 1 1,0 0-1,0 0 1,0-1-16,0 1 16,-13-13-1,-1-14 1,1 0 0,-27-39 15,14 13-16,-14-14 1,1 1 0,-1 13-1,0-27 1,27 40 0,-13-13-1,12 0 1,-25 0-1,12 40 1,14 12 0,0-12-1,0 26 282,13 13-297,0 14 16,-14-14-1,1 13-15,13 1 16,-13-1-16,-14 27 16,1 0-1,13-27 1,13-12 0,0-1-1,0-26 1,0-14-1,0-12 1,13-1 0,13-26-1,-12 26 1,25-26 15,-25 39-15,25-26-1,-26 53 1,-13-13 0,14 26 15,-1-13-31,27 40 16,13-13-1,-1 12 1,15-12-1,-1-14 1,-80-13 62,1 13-47,13 0-15,-13-13 0,13 14-16,-13 12 15,0-13 1,-1 14 0,1-14-1,-13 0 1,-14 1-1,-39-1 1,-54 13 0,27-13-1,14 14 1,52-14 15,27-13-15,13 13-1,13-13 17</inkml:trace>
  <inkml:trace contextRef="#ctx0" brushRef="#br0" timeOffset="79351.792">15518 10253 0,'0'0'0,"-27"0"47,14 0-31,-27-14-16</inkml:trace>
  <inkml:trace contextRef="#ctx0" brushRef="#br0" timeOffset="81232.538">14221 9962 0,'-13'0'79</inkml:trace>
  <inkml:trace contextRef="#ctx0" brushRef="#br0" timeOffset="81487.519">15544 9988 0,'0'0'16,"0"-53"15,-13 40-15,13 26 15,-13-13-31,0 13 16,-14 14-1</inkml:trace>
  <inkml:trace contextRef="#ctx0" brushRef="#br0" timeOffset="81855.146">15412 9975 0</inkml:trace>
  <inkml:trace contextRef="#ctx0" brushRef="#br0" timeOffset="82131.999">15412 9975 0,'0'0'0,"13"53"15,0-53 1,-52 0 15</inkml:trace>
  <inkml:trace contextRef="#ctx0" brushRef="#br0" timeOffset="83022.774">15743 11509 0,'13'0'47,"-26"0"-1,-1 0-46</inkml:trace>
  <inkml:trace contextRef="#ctx0" brushRef="#br0" timeOffset="83248.993">15743 11509 0,'0'0'0,"-66"0"0,79 0 15,-26 14 32,-1-14-47</inkml:trace>
  <inkml:trace contextRef="#ctx0" brushRef="#br0" timeOffset="83422.259">15677 11523 0</inkml:trace>
  <inkml:trace contextRef="#ctx0" brushRef="#br0" timeOffset="83601.507">15677 11523 0,'0'0'0,"-14"0"16,14 13 31</inkml:trace>
  <inkml:trace contextRef="#ctx0" brushRef="#br0" timeOffset="83804.449">15650 11549 0,'0'13'78</inkml:trace>
  <inkml:trace contextRef="#ctx0" brushRef="#br0" timeOffset="83997.039">15650 11549 0,'0'0'16,"0"53"-1,13-40 17,1 14-17</inkml:trace>
  <inkml:trace contextRef="#ctx0" brushRef="#br0" timeOffset="84165.284">15888 11893 0,'0'0'16,"13"-66"15,-26 66-31,-13-13 15</inkml:trace>
  <inkml:trace contextRef="#ctx0" brushRef="#br0" timeOffset="84397.291">15981 10993 0,'0'0'0,"13"-26"62,-13 39-46,-26 14-16,-14 12 15</inkml:trace>
  <inkml:trace contextRef="#ctx0" brushRef="#br0" timeOffset="84613.261">15809 11271 0,'0'0'0,"-13"0"63</inkml:trace>
  <inkml:trace contextRef="#ctx0" brushRef="#br0" timeOffset="84763.447">15703 11470 0,'0'0'0</inkml:trace>
  <inkml:trace contextRef="#ctx0" brushRef="#br0" timeOffset="84964.283">15703 11470 0,'0'0'0,"0"26"0,-13 1 15</inkml:trace>
  <inkml:trace contextRef="#ctx0" brushRef="#br0" timeOffset="85200.98">15677 11549 0,'0'13'78,"-14"-13"-78</inkml:trace>
  <inkml:trace contextRef="#ctx0" brushRef="#br0" timeOffset="85413.572">15677 11549 0,'0'0'0,"-14"-40"16,1 54 15</inkml:trace>
  <inkml:trace contextRef="#ctx0" brushRef="#br0" timeOffset="86629.039">15663 11589 0,'0'0'0,"14"-13"63,-41 13-32,1 13-31,-1 0 16</inkml:trace>
  <inkml:trace contextRef="#ctx0" brushRef="#br0" timeOffset="87444.176">15544 11655 0,'0'0'0,"14"-40"63,-67 40-63</inkml:trace>
  <inkml:trace contextRef="#ctx0" brushRef="#br0" timeOffset="88431.597">16629 11800 0,'0'0'0,"-13"14"125,0-14-109</inkml:trace>
  <inkml:trace contextRef="#ctx0" brushRef="#br0" timeOffset="92861.958">14274 12660 0,'0'0'0,"0"-13"46,14 13-30,-1 0 0,40 0-16,39 0 31,14 0-15,40 0-1</inkml:trace>
  <inkml:trace contextRef="#ctx0" brushRef="#br0" timeOffset="93075.133">14354 12766 0,'0'0'0,"79"0"16,-26 0-1,40-13 1,39 13-16,-13 13 16</inkml:trace>
  <inkml:trace contextRef="#ctx0" brushRef="#br0" timeOffset="107396.293">15624 9075 0,'0'0'0,"13"0"235,0 0-235,0 0 15,40 0 1,-13 13-1</inkml:trace>
  <inkml:trace contextRef="#ctx0" brushRef="#br0" timeOffset="107752.504">16484 9181 0,'0'0'0,"79"-13"47,-53 13-47,1 0 16</inkml:trace>
  <inkml:trace contextRef="#ctx0" brushRef="#br0" timeOffset="109909.497">16854 8387 0,'0'-13'63,"0"0"-16,-13 13-16,13-13-31,-13 13 15,-14 0 17,14 0-17,0 0-15,-1-14 16,1 14 15,0-13-15,0 13-1,-1 0 1,-12 0 0,0-13-1,12 13 1,1 0-16,0 0 47,0-13-16,-1 13-15,1 0-1,13-14 1,-13 14 0,0 0-1,-14 0 1,1 14-1</inkml:trace>
  <inkml:trace contextRef="#ctx0" brushRef="#br0" timeOffset="110358.729">16457 8308 0,'-13'0'78,"0"0"-62,-1 0 0,1 0-16,13 13 15,-13-13 1,0 0-1,13 13 95,-14-13-95,1 0-15,-13 14 32,13-1-17,-14 13 1,27 1 0</inkml:trace>
  <inkml:trace contextRef="#ctx0" brushRef="#br0" timeOffset="110686.341">16351 8493 0,'13'13'63,"1"1"-63</inkml:trace>
  <inkml:trace contextRef="#ctx0" brushRef="#br0" timeOffset="110915.05">16444 8546 0</inkml:trace>
  <inkml:trace contextRef="#ctx0" brushRef="#br0" timeOffset="113257.87">20796 2884 0,'0'0'0,"0"-66"32,13 53-32,-13-1 31,14 28-15,-41 250-1,-65-39 1,26-93-1,52-79 1,1-26 0,13-14-16,40-106 31,79-79-15,-13 53-1,-93 93 1,27-1-16,-27 1 15,0 26 1,-39 40 15,-1-27-15,-52 40 0,13-14-1,39-25 1,27-1-1,53 13 1,13 1 0,14 13-1,-41-1 1,-12 14 0,-14-40-1</inkml:trace>
  <inkml:trace contextRef="#ctx0" brushRef="#br0" timeOffset="113491.673">21127 3135 0,'0'0'0,"13"53"47,-13-26-32,0 52 1,0-26 0,0-13-1,0-14 1,-39-13 0,-1-26-1</inkml:trace>
  <inkml:trace contextRef="#ctx0" brushRef="#br0" timeOffset="113639.255">21153 2950 0,'0'0'0,"-13"13"63,0 14-63</inkml:trace>
  <inkml:trace contextRef="#ctx0" brushRef="#br0" timeOffset="114474.317">21352 3215 0,'0'0'0,"13"0"63,-13 13-48,0 0-15,13 14 16,-13 12 0,0 1-16,0 13 15,0-27 1,0-12-1,14-14 1,52-40 0,0 13-1,-40 1 1,-12 26 0,-1 13-1,0 0-15,27 54 16,-1-1-1,28-27 1,12-25 15,40-54-15,-53-39 0,-13-14-1,-53 27 1,0 39-1,-40 27 1,-13 40 0,1 13-1,25 13 1,27-26 0,53 13-1,-13-27 1,-1 1-1,-12 26 1,-1 132 15,-39-40-15,-13-52 0,-1-40-1,1-13 1,-1-27-1,1-79 1,39-93 0,66-66-1,133-26 1</inkml:trace>
  <inkml:trace contextRef="#ctx0" brushRef="#br0" timeOffset="114639.023">22516 3572 0,'0'0'0,"79"-13"32,1-14-17,-14 27 1,27-26-16</inkml:trace>
  <inkml:trace contextRef="#ctx0" brushRef="#br0" timeOffset="115155.35">23230 3373 0,'0'0'0,"40"-79"46,-40 26-46,-66 13 16,-80 40 0,27 14-1,66 65 1,67-13 15,65 0-15,40-39-1,-13-14 1,-66-13-16,13 0 16,-53 40 15,-67 132-15,15-66-16,-28 118 15,67-118 1,26-66-1,0-40 1,40-66 0,27-119 15,-27-27-15,-40 66-1,0 67 1,-13 26-1,0 13-15</inkml:trace>
  <inkml:trace contextRef="#ctx0" brushRef="#br0" timeOffset="116255.403">23561 3373 0,'0'0'0,"-26"67"47,12-28-31,1 1-16,0 26 15,13 0 1,0-39 0,13-27 15,0 0-31,40-53 15,-13 13 1,-13 14 0,-14 12-1,-13 28 1,13 12 0,13 27-1,1 0 1,26 13-1,-14-53 1,1-26 0,0-27-1,13-39 17,-40 13-17,-13 39 1,-40 41 15,-13 39-15,27-27-16,13 27 15,13 0 1,39 0 0,14-27-1,106-26 1,-53-39-1,-27-28 1,-39 28 0,-40 12 15,0 40 16,0 14-32,0-1-15,13 14 16,0 0 0,-13-27-1,14-13 1,12 0 0,67-26-1,-27-1 1,-26 1-1,-14 12 1,-13 28 0,0 52-1,-13-13 17,0 0-17,0-27 1,67-13-1,12-39 1,0-14 0,-12 0-1,-41 27 1,0 26 0,1 120-1</inkml:trace>
  <inkml:trace contextRef="#ctx0" brushRef="#br0" timeOffset="118119.31">20889 4458 0,'66'-53'31,"-40"40"-31,14-13 15,40-14 1,-41 27 0,-26 13-1,-13 39 1,-26 107 0,0-67-16,-14 14 15,40-53 1,13-27-1,14-26 1,65-93 0,-39 0-1,-27 53 1,-12 40 15,-1 13-15,13 66-1,1 13 1,-27 1 0,13-27-1,0-14 1,1-52 15,12-27-15,-13 14-16,14-14 15,39-39 1,-53 66 0,0 13-1,1 0 1,25 66 15,1-13-15,13 0-1,0-14 1,0-26 0,39-65-1,-12-54 1,-41 13 0,-39 40-1,-26 14 1,-40 65-1,-27 40 1,27 27 0,40-14-1,39-13 1,26-26 0,28-40 15,12-27-16,40-39 1,-93 40 0,1-1-1,-27 54 17,13 52-17,-13-26 1,0 0-1,13-26 1,1-27 0,25-53-1,14 0 1,-13 26 0,-14 27-1,-26 13 16,0 14-31,0 13 16,0 13 0,0-27-1,0 0 1,0-52 15,27 0-15,39-27-1,0 13 1,-26 40-16,-1 0 16,-12 26-1,-1 14 1,-12 13 15,-14-13-31</inkml:trace>
  <inkml:trace contextRef="#ctx0" brushRef="#br0" timeOffset="118302.066">22926 4749 0,'80'40'62,"-67"-40"-62</inkml:trace>
  <inkml:trace contextRef="#ctx0" brushRef="#br0" timeOffset="119019.999">23230 4630 0,'0'0'0,"14"93"47,-14-14-31,-14 14-1,1-40 1,13-14 0,0-12-1,27-40 1,26-40-1,-1 0 1,-12 13 0,-27 27-1,1 39 1,12 27 0,-13 13-1,1-13 1,-1-26-1,-13-1 1,13-26 0,-13-39-1,26-94 1,1-52 0,-14 145-1,-26 14 1,0 26-1</inkml:trace>
  <inkml:trace contextRef="#ctx0" brushRef="#br0" timeOffset="120735.032">23826 4882 0,'0'0'15,"-14"-53"32,-12 66-31,-14 27-1,-26 26 1,40-13 0,26 0-1,0-40-15,26 13 16,80-26-1,-40-39 1,-39-41 0,-41-39-1,-12 79 1,-1 27 0,27 0-1,14 13 32,25 0-31,28 0-1,-15 0 1,-38 13 0,-14 14-1,0-14-15,0 53 16,-27 0-1,1 0 1,13-26 0,13-14-1,-14-26 1,14-26 0,27-27-1,52-53 16,-39 67-15,-27 39 0,0 0-1,-13 26-15,0 0 16,0 1-16,0 26 16,0-13-1,-13-14 1,13-13-1,13-39 1,27-14 0,13-13-1,13 13 1,-26 40 0,-14 0-1,-26 14 1,0 39-16,-13 0 31,-13-1-15,26-12-1,0-13 1,13-27 0,40-27-1,26-26 1,-39 14-16,-14 12 15,27-52 1,-53 65 0,-26 28 15,12 12-31,-38 40 16,12 0-1,40-13 1,0 0-1,53-26 17,66-27-17,-53-40 1,0-13 0,-39 27-1,-14 12 1,-13 28-1,0 39 1,-13 13 0,-1-13-1,1-27-15,13-13 16,0 1 0,40-54 15,-14 27-16,54-40 1,-27 26 0,-27 14-1,-13 53 1,14 66 0</inkml:trace>
  <inkml:trace contextRef="#ctx0" brushRef="#br0" timeOffset="121083.312">22569 3612 0,'0'0'0,"13"0"62,14 0-62</inkml:trace>
  <inkml:trace contextRef="#ctx0" brushRef="#br0" timeOffset="121269.967">24011 3784 0,'0'0'15,"-93"-27"1,-26-13-1</inkml:trace>
  <inkml:trace contextRef="#ctx0" brushRef="#br0" timeOffset="121535.976">22013 3506 0,'0'0'0,"80"0"31,-27 0-16,-14 0 1</inkml:trace>
  <inkml:trace contextRef="#ctx0" brushRef="#br0" timeOffset="121766.28">23588 3678 0,'0'0'0,"-80"-27"47,-12 14-31</inkml:trace>
  <inkml:trace contextRef="#ctx0" brushRef="#br0" timeOffset="121961.236">21802 3638 0,'79'-13'31,"-39"0"-31</inkml:trace>
  <inkml:trace contextRef="#ctx0" brushRef="#br0" timeOffset="122171.259">23998 3744 0,'-119'-53'32</inkml:trace>
  <inkml:trace contextRef="#ctx0" brushRef="#br0" timeOffset="122515.444">22384 3612 0,'0'0'0,"0"-14"62,-13 14-62,-1 0 16,1 0-16</inkml:trace>
  <inkml:trace contextRef="#ctx0" brushRef="#br0" timeOffset="122720.858">23984 3664 0,'0'0'0,"-158"0"32</inkml:trace>
  <inkml:trace contextRef="#ctx0" brushRef="#br0" timeOffset="122981.551">22053 3440 0,'66'0'16,"-26"0"0,39 0-16</inkml:trace>
  <inkml:trace contextRef="#ctx0" brushRef="#br0" timeOffset="123185.081">23918 3638 0,'-92'-13'32,"-41"-14"-32</inkml:trace>
  <inkml:trace contextRef="#ctx0" brushRef="#br0" timeOffset="123365.44">22913 3585 0,'-93'-26'0,"186"52"0</inkml:trace>
  <inkml:trace contextRef="#ctx0" brushRef="#br0" timeOffset="123581.781">21947 3519 0,'0'0'0,"93"-13"31,-67 13-31</inkml:trace>
  <inkml:trace contextRef="#ctx0" brushRef="#br0" timeOffset="127245.028">21259 1667 0,'0'0'16,"106"79"31,-40-39-47,40 66 15,-27 13 1,-52 26 0,-27-52-1,-13-27 1,13-13 0,-14 66-1,1-79-15</inkml:trace>
  <inkml:trace contextRef="#ctx0" brushRef="#br0" timeOffset="128411.438">20294 1680 0,'0'0'0,"-80"0"16,54 0-1,12 0 1,-12 0-16,-27 53 16,13 0-1,14 0 16,26 0-15,0 13 0,0 0-1,13 0 1,14 14 0,12-14-1,14 13 1,0-39-1,13-14 1</inkml:trace>
  <inkml:trace contextRef="#ctx0" brushRef="#br0" timeOffset="128912.194">20717 1852 0,'0'0'0,"-66"-79"31,39 79-15,-12-14-16,-28 14 15,1 40 1,53 0-1,40 13 1,78-14 0,-25-39-1,-1 0 1,-39 0 0,-14 0 15,-13 0-31,14 67 15,-14 52 1,-13-14 0,-13-38-1,-27-14 1,14-53 0,-40-67-1,13-105 1,40-119-1</inkml:trace>
  <inkml:trace contextRef="#ctx0" brushRef="#br0" timeOffset="129597.617">23164 1561 0,'0'0'0,"-13"0"94,-13 0-79,-41-13-15,-12 13 16,-93-13 0,93 13-1,52 0 1,14 0 0,13 13-1,26 13 1,-12 1-1,-1 12 1,-13-12-16,0-1 16,-132 252-1,26-53 1,79-93 0,27-39 15,27-40-16,-1-40-15,27 27 16,0-27 0,-13-13-1,13-26 1,13-27 0</inkml:trace>
  <inkml:trace contextRef="#ctx0" brushRef="#br0" timeOffset="130175.429">22966 1958 0,'0'-13'63,"-13"26"-32</inkml:trace>
  <inkml:trace contextRef="#ctx0" brushRef="#br0" timeOffset="131075.894">22900 1998 0,'0'-27'63,"0"40"-32,0 14-31,-27 65 16,27-25-1,0-15 1,13-12 15,14-40-15,-14 0-16,53-13 16,0-27-1,-13-13 1,-26 14-1,-27 25 1,-27 54 15,-12 13-15,12 0 0,14-27-1,53-12 1,26-41 15,0-13-31,-13 1 31,-13 12-15,-40 54 0,0-14-1,-14 53 1,1-39-16,0-1 15,13 27 1,13-66 15,14 0-15,39-40 0,-40 26-1,-13 27 1,14 13-1,-14 1 1,0 12 0,67 67-1</inkml:trace>
  <inkml:trace contextRef="#ctx0" brushRef="#br0" timeOffset="132141.696">23892 2090 0,'0'0'0,"-13"-66"47,-14 66-32,1 0-15,-40 53 16,-40 66-1,79-40 1,27-26 15,27 0-15,39-26 0,-26-27-16,39 0 15,14-53 1,-27-13-1,-13-1 1,-40 41 0,-26 66 15,-40 13-15,13 26-1,14-26 1,26-40-16,0 0 31,13-13-15,26-26-1,54-67 1,-80 27 0,-13 26-1,-13 14 1,0 26-1,0 0 1,13 13 15,39 0-15,1 1 0,53-28-1,-54 14 1,-12 0-1,-14 40 1,-13 26 15,0-26-31,-26 26 16,12 0 0,14-26-1,0-53 16,40-53-15,13-1 0,13 1-1,-39 53-15,-1 13 16,53 13 0,-39 27-1,-27 13 1,0-13-1,-13 13 17,0-40-17,14-13 17,39-27-17,13-12-15,145-54 16,-131 53-16</inkml:trace>
  <inkml:trace contextRef="#ctx0" brushRef="#br0" timeOffset="135572.145">15756 8414 0,'0'-27'47,"-13"14"-1,-1 0-30,1 0 0,0 13-1,0 0-15,0 0 16,-1-14 0,-12 14-1,-1 0 1,1 0-1,13 0 1,-14-13 0,14 13-1,0-13 1,0 13 0,-1-13-1,-12 13 1,-1-14-1,1 14 1,13 0 0,-14 14 15,14-14-31,0 13 16,-14 13-1,1 1 1,13-14-1,-27 27 1,27-14 0,0-13-1,-1 1 1,14-1 0,0 0-16,0 0 15,0 1 1,0-1-1,0 0 17,14 0-17,-1 0 1,0 1 15,13-1-15,-26 0-16,40-13 15,0 13 1,13 1 0,13-14-1,-13 13 1,13-13 0,-40 0-1,14 0 1,13 0-1,-27 0-15,14 0 16,0-13 0,0-1-1,-1 1 17,-12 0-17,12-27 1,-12 14-1,-14-14 1,0 0 0,-13-12-1,0 25 1,-13 14 0,-13 0-1,-1-1 1,-26 1-1,40 13 1,-27 0 0,14 0-1</inkml:trace>
  <inkml:trace contextRef="#ctx0" brushRef="#br0" timeOffset="136422.084">16775 8281 0,'0'-13'62,"0"0"1,-14 13-48,1-13-15,-13 0 16,-14 13-1,-13-14 1,27 1-16,-14 13 16,0-13-1,1 13 17,-14 26-17,0 1 1,39-14-16,-38 27 15,25-1 1,1 14 0,12-13-1,1 39 1,53-26 0,92 13-1,93-26 1,-40-27-1,-79-52 1,-66-14 0,-1-27-1,-25-12 1,-14-41 15,-27 94-15,-39 12-1,-172 27 1</inkml:trace>
  <inkml:trace contextRef="#ctx0" brushRef="#br0" timeOffset="138785.23">24130 3122 0,'0'0'0,"-66"-26"47,39 26-32</inkml:trace>
  <inkml:trace contextRef="#ctx0" brushRef="#br0" timeOffset="139801.148">15637 8850 0,'0'0'0,"13"-26"47,-26 39-16,-14 0-31</inkml:trace>
  <inkml:trace contextRef="#ctx0" brushRef="#br0" timeOffset="140033.418">16933 8850 0,'0'0'0,"-53"-39"62</inkml:trace>
  <inkml:trace contextRef="#ctx0" brushRef="#br0" timeOffset="140318.528">15624 8824 0,'0'0'0,"39"0"62,-52 0-46,-13-13 0,-14 13-1</inkml:trace>
  <inkml:trace contextRef="#ctx0" brushRef="#br0" timeOffset="140550.254">16947 8811 0,'-80'-53'62,"67"66"-62</inkml:trace>
  <inkml:trace contextRef="#ctx0" brushRef="#br0" timeOffset="140834.324">15558 8943 0,'0'0'16,"66"13"-1,-93-26 17,-39 13-17</inkml:trace>
  <inkml:trace contextRef="#ctx0" brushRef="#br0" timeOffset="142149.189">17185 8401 0,'0'0'0</inkml:trace>
  <inkml:trace contextRef="#ctx0" brushRef="#br0" timeOffset="143249.248">17185 8401 0,'0'0'0,"0"-53"32,0 39-17,0-12 1,-27-1-1,1 14 1,-14-26 0,14 25-16,-1 1 15,14 0-15,-53-27 16,0 14 0,0-14-1,-14 14 1,-52-1 15,-27 1-15,-13 12-1,93 14 1,-27 0 0,40 0-1,-14 0 1,-25 0-1,-1 14 1,-53 12 0,53-13-1,14 14 1,-1 12 0,27-12-1,-27 39 1,40-26-1,14 13 1,-14 0 15,-14 26-15,28-26 0,12 0-1,1 0 1,13 13-1,13-26-15,-14 39 16,14-13 0,0 0-1,14 0 1,39 27 0,-1-40-1,28 0 1,52 0-1,53 13 1,67-13 15,-94-53-15,41 13 0,13 0-1,12 0 1,28 27-1,-107-40 1,14-13 0,26-14-1,146-52 1,-159 13 0,-79 13-1,-40-26 1,-1-67 15,-25 54-31,-27-107 16,-40-13-1,-39 40 1,-120 27 0,-118 52-1,39 67-15</inkml:trace>
  <inkml:trace contextRef="#ctx0" brushRef="#br0" timeOffset="145180.989">13441 8890 0,'0'0'0,"40"13"63,-54-13 62,14-13-110,-13 13 1,13-13-16,-13 13 16,0 0-1,-14-13 1,1-1 0,12 14-1,-12-13 1,0 13-16,12-13 15,-39 0 1,14 13 15,12 0-15,-12 0 0,-14 0-1,13 0 1,14 0-1,-1 0 1,-13 0 0,1 13-1,-1 0 1,0 0 0,-13 1-1,-26 12 1,39-13-1,1 0 1,12 14 0,1-14 15,26 0-31,-14 14 16,1-1-1,0 1 1,13 12-1,-13 1 1,13-13 0,0-1-1,0 1 1,26-1 0,1 14-1,-1-27-15,14 13 16,13 1-1,0-14 1,26 13 0,-13-26 15,0 0-15,14-13-1,12 0 1,-12 13-1,-41-13-15,28 13 16,-15-13 0,-12-1-1,0 1 1,26-13 0,-26 12-1,-1 1 1,1-13-1,-14-1 1,1-12 0,-14 12 15,-13 1-15,13-14-1,-13 0 1,-13 1-1,0 12 1,0 14 0,-1 0-16,1-1 15,-40-25 1,27 26 0,-1-1-1,14 1 1,-13 13-1,-67 40 1</inkml:trace>
  <inkml:trace contextRef="#ctx0" brushRef="#br0" timeOffset="145412.842">13348 9009 0,'0'0'0,"13"-13"63,-26 26-32,0 0-31</inkml:trace>
  <inkml:trace contextRef="#ctx0" brushRef="#br0" timeOffset="146879.488">21087 9750 0,'0'0'16,"40"-27"30,-14 27-30,1 0 0,26 0-16,79 14 15,-13-1 1,-53 0 0,-26-13-1,-53 0 1,-14-13-1,-26-14 1,0-12 0,14-1-1,12-132 17,54 13-17,39 40 1,27 27-1,-14 52 1,14 14 0,26 26-1,-27 39 1,-12 27 0,-14 80-1,-53-27 1,-13 0-1,-27-40 1,-25 27 0,25-53-1,27-26 1,0-14 15,66 0-15,-26 0-16,66-13 15,0-13 1,-40 13 0,-27-13-1,-65 13 17,-40 0-17</inkml:trace>
  <inkml:trace contextRef="#ctx0" brushRef="#br0" timeOffset="147282.65">22781 8811 0,'0'0'0,"26"-27"63,-39 40-63,0 14 15,-14-1-15,-39 40 31,-66 80-15</inkml:trace>
  <inkml:trace contextRef="#ctx0" brushRef="#br0" timeOffset="148644.572">22913 9485 0,'13'0'94,"0"0"-94,14 0 15,26 0 1</inkml:trace>
  <inkml:trace contextRef="#ctx0" brushRef="#br0" timeOffset="148779.332">22992 9657 0,'0'0'15,"93"0"1,-53 0-1</inkml:trace>
  <inkml:trace contextRef="#ctx0" brushRef="#br0" timeOffset="150026.18">23363 9882 0,'0'0'0,"39"-53"63,-25 53-63,25-13 15,67 13 1,-26 13 15,-28 0-15,-25 1-1,-40-28 17,-14 1-17,1-13 1,-1-1-16,14 1 15,-40-120 1,40-39 0,26 13-1,14 80 1,26 12 0,13 54 15,92 65-16,28 81 1,-94 25 0,-79-13-1,-13-79-15,-26 27 16,-27-27 0,-26 26-1,-14 0 1,80-52 15,39-27-31,40 0 16,14 0-1,-1-27 1,-52 14-16,-1 0 16,-79 52 15</inkml:trace>
  <inkml:trace contextRef="#ctx0" brushRef="#br0" timeOffset="150643.019">24381 9988 0,'0'13'63,"0"53"-47,-39 1-1,12-28 1,14-12-1,13-54 17,26-39-17,27-66 1,0-1 0,-39 94-1,-14 26 1,0 39-1,0 0-15,0 14 16,0 92 0,0-65-1,39-28 1,1-12 0,39-67-1,-13-26 16,-13 0-15,-26 26 0,-14 40-1,0 0-15,0 27 16,-13-1-16,27 53 16,-14 40-1,-13 53 1</inkml:trace>
  <inkml:trace contextRef="#ctx0" brushRef="#br0" timeOffset="151709.762">23614 11284 0,'0'0'0,"13"0"62,27 0-46,26 14-16,133 25 15,-94-12 1,-52-27 0,-26 13-1,-40-26 1,-27-14-1,13-12 17,1-1-17,-1-39 1,14-133 0,26 40-1,14 40 1,-1 66-1,1 26 1,-1 40 0,54 40-1,78 65 1,-52 14 0,-79-52-1,-40 38 1,-27-25-1,-26 12 1,-27 1 15,67-67-15,12-12 0,54 12-1,66-13 1,-40-13-16,-13 0 15,40-13 1,-67 13 0,-79-26-1</inkml:trace>
  <inkml:trace contextRef="#ctx0" brushRef="#br0" timeOffset="152324.998">24646 11337 0,'0'0'0,"13"-26"63,-13 39-48,0 14 1,-13 52 0,-27 67-1,27-67 1,0-39-1,13-27 1,13-106 0,13-79-1,14 27 1,-27 79 0,1 39-1,-14 1 1,39 52-1,14 14 1,53 79 15</inkml:trace>
  <inkml:trace contextRef="#ctx0" brushRef="#br0" timeOffset="152493.088">24739 11536 0,'0'0'16,"66"0"-16,-27 13 15,28 0 1,-67 1 0</inkml:trace>
  <inkml:trace contextRef="#ctx0" brushRef="#br0" timeOffset="153141.108">23257 10702 0,'0'0'0,"0"-39"47,-27 52-31,1 40-16,-14 26 15,1 80 1,118-14-1,27-78 1,53-54 0,-40-79 15,-27-80-15,-52 40-16,0-79 15,-54 66 1,-25 66-1</inkml:trace>
  <inkml:trace contextRef="#ctx0" brushRef="#br0" timeOffset="163066.282">11853 9088 0,'0'14'47,"14"-1"-47,-1-13 15,26 13 1,28-13 0,-1 0 15,13 0-15,53-40-1,-65 14 1,-1 0-1,-27 12 1,-25 1-16,-1 0 16,13-14-1,1 1 1,-1-14 0,1-13-1,-27-39 1,0 26-1,-14-1 17,1 14-17,-13 27 1,-14-27 0,0 40-1,1-14 1,-14 27-1,-13-13 1,39 13-16,-26-13 16,0 0-1,-13 13 1,13 0 0,-26 0-1,13 39 1,-14 14-1,1 13 17,-27 80-17,67-40 1,12-14 0,27 1-1,40 0 1,13-27-1,105 13 1,28-52 0,-67-14-1</inkml:trace>
  <inkml:trace contextRef="#ctx0" brushRef="#br0" timeOffset="163564.904">12065 9194 0,'0'14'62,"-13"-1"-46,0-13-16</inkml:trace>
  <inkml:trace contextRef="#ctx0" brushRef="#br0" timeOffset="163732.919">12065 9194 0,'0'0'0,"79"80"31,-92-67-15,-13 0-16</inkml:trace>
  <inkml:trace contextRef="#ctx0" brushRef="#br0" timeOffset="163898.162">12091 9313 0,'0'0'0</inkml:trace>
  <inkml:trace contextRef="#ctx0" brushRef="#br0" timeOffset="164049.151">12091 9313 0,'0'0'0,"-66"40"15,66-27 1,0 0 0</inkml:trace>
  <inkml:trace contextRef="#ctx0" brushRef="#br0" timeOffset="164205.966">12065 9393 0,'0'0'0</inkml:trace>
  <inkml:trace contextRef="#ctx0" brushRef="#br0" timeOffset="164381.687">12065 9393 0,'0'0'0,"-40"-14"0,54 41 31</inkml:trace>
  <inkml:trace contextRef="#ctx0" brushRef="#br0" timeOffset="168749.393">11933 9128 0,'13'0'63,"-26"13"-32,-27 1-31</inkml:trace>
  <inkml:trace contextRef="#ctx0" brushRef="#br0" timeOffset="169227.508">11986 9208 0,'-14'13'78,"14"0"-62,-13 0-16</inkml:trace>
  <inkml:trace contextRef="#ctx0" brushRef="#br0" timeOffset="169362.722">11893 9274 0,'0'0'16,"-13"13"47,0 0-63</inkml:trace>
  <inkml:trace contextRef="#ctx0" brushRef="#br0" timeOffset="170175.967">15769 11748 0,'0'0'0,"-13"0"62,-14 0-62</inkml:trace>
  <inkml:trace contextRef="#ctx0" brushRef="#br0" timeOffset="170510.521">16867 11695 0,'0'0'0,"-13"0"110,0 0-110</inkml:trace>
  <inkml:trace contextRef="#ctx0" brushRef="#br0" timeOffset="170892.937">15756 11893 0,'0'0'0,"-13"-13"94,-14 13-94,14 0 16</inkml:trace>
  <inkml:trace contextRef="#ctx0" brushRef="#br0" timeOffset="171060.448">17039 11906 0,'-106'-13'32,"27"0"-32,0 13 15</inkml:trace>
  <inkml:trace contextRef="#ctx0" brushRef="#br0" timeOffset="171427.14">14486 12806 0,'0'0'16,"13"0"31,-13-13-16,0-1-15</inkml:trace>
  <inkml:trace contextRef="#ctx0" brushRef="#br0" timeOffset="173109.993">16364 11933 0,'0'0'0,"-39"0"94,12 13-94,1-13 0</inkml:trace>
  <inkml:trace contextRef="#ctx0" brushRef="#br0" timeOffset="173457.319">17251 11774 0,'-13'0'93,"-14"0"-93</inkml:trace>
  <inkml:trace contextRef="#ctx0" brushRef="#br0" timeOffset="173865.892">16285 11867 0</inkml:trace>
  <inkml:trace contextRef="#ctx0" brushRef="#br0" timeOffset="174306.176">17383 11814 0,'0'0'0,"-13"0"141,-14 0-141,14 0 0</inkml:trace>
  <inkml:trace contextRef="#ctx0" brushRef="#br0" timeOffset="174571.434">16351 11946 0,'0'0'0</inkml:trace>
  <inkml:trace contextRef="#ctx0" brushRef="#br0" timeOffset="174822.259">17608 11893 0,'0'0'15,"-26"-26"32,-1 26-31,-13 0-16</inkml:trace>
  <inkml:trace contextRef="#ctx0" brushRef="#br0" timeOffset="175139.269">16523 11933 0,'40'0'47,"-53"0"-16,-1 0-15</inkml:trace>
  <inkml:trace contextRef="#ctx0" brushRef="#br0" timeOffset="175421.78">17582 11933 0,'0'0'16,"13"-27"31,-26 27 15,-1 0-62,1 0 0</inkml:trace>
  <inkml:trace contextRef="#ctx0" brushRef="#br0" timeOffset="176969.587">16338 11853 0,'-13'0'94,"0"0"-94</inkml:trace>
  <inkml:trace contextRef="#ctx0" brushRef="#br0" timeOffset="180001.95">17277 11721 0,'0'0'0,"-13"0"219,0-13-204,0 13-15</inkml:trace>
  <inkml:trace contextRef="#ctx0" brushRef="#br0" timeOffset="180884.306">15677 11827 0,'0'0'0,"-14"0"172,1 0-156,0 0-1,0 0 1</inkml:trace>
  <inkml:trace contextRef="#ctx0" brushRef="#br0" timeOffset="181780.232">15571 11906 0,'-13'0'484</inkml:trace>
  <inkml:trace contextRef="#ctx0" brushRef="#br0" timeOffset="183023.003">12369 11721 0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0:44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6085 11007 0,'0'0'0,"14"0"47,-28 13 0,1-13-47</inkml:trace>
  <inkml:trace contextRef="#ctx0" brushRef="#br0" timeOffset="366.657">4154 11033 0,'0'0'0,"-13"-13"47,0 13 0,-1 13-31,1 0-16</inkml:trace>
  <inkml:trace contextRef="#ctx0" brushRef="#br0" timeOffset="650.65">6032 11073 0,'0'0'0,"-26"-13"62,13 13-46,0-14-16</inkml:trace>
  <inkml:trace contextRef="#ctx0" brushRef="#br0" timeOffset="1482.638">3334 10861 0,'0'0'0,"-13"-26"63,26 26-32,26-14-15,-12 1-16,13 13 15,-14-13-15,-13 13 16,0 13-16</inkml:trace>
  <inkml:trace contextRef="#ctx0" brushRef="#br0" timeOffset="1665.276">3228 10980 0,'66'-26'31,"-26"26"-15,-1 0-1</inkml:trace>
  <inkml:trace contextRef="#ctx0" brushRef="#br0" timeOffset="1800.748">3360 11033 0,'0'0'0</inkml:trace>
  <inkml:trace contextRef="#ctx0" brushRef="#br0" timeOffset="2398.622">3307 10980 0,'14'0'78</inkml:trace>
  <inkml:trace contextRef="#ctx0" brushRef="#br0" timeOffset="3247.305">5106 11046 0,'0'0'0,"-13"0"63,26 0-32,1 0-15,-1 14-16</inkml:trace>
  <inkml:trace contextRef="#ctx0" brushRef="#br0" timeOffset="3397.9">4934 11284 0,'93'-39'31</inkml:trace>
  <inkml:trace contextRef="#ctx0" brushRef="#br0" timeOffset="24647.214">5556 9856 0,'66'-80'47,"-39"54"-32,-1-1-15,-12 14 16,12-26-16,-13 39 31,0 13-15,-13 13-1,14 14 1,-14-14-16,13 27 16,0-26-1,-13-1 1,-26 1-1,-93 26 1,66-27 0,39-26-1,54 0 1,106-26 0,118-41 15,-224 54-31</inkml:trace>
  <inkml:trace contextRef="#ctx0" brushRef="#br0" timeOffset="25483.133">1323 6575 0,'0'0'0,"13"-79"16,-13 39-1,13-13 1,-13 26 0,-13 14-1,0 13 1,-80 93 0</inkml:trace>
  <inkml:trace contextRef="#ctx0" brushRef="#br0" timeOffset="25548.17">1191 6548 0,'0'0'0</inkml:trace>
  <inkml:trace contextRef="#ctx0" brushRef="#br0" timeOffset="26179.585">1323 6482 0,'0'0'0,"-13"-66"15,-1 40 1,1-40 0,13 13-1,0 26 1,0 40-1,0 14 1,-13 79 0,13 52-1,0-91-15,0-28 16,40 41 0,-14-54-1,14-26 1,0-53 15,12-53-15,-25 80-1,-14 26 1,14 13 0,26 14-1,-1 39 1,-25-53-1,-1 0 1,1-105 0,12-186-1,-39 119 1,0 93 0,0 26-1,-26 14 16,-14 52-15,27 1-16</inkml:trace>
  <inkml:trace contextRef="#ctx0" brushRef="#br0" timeOffset="26662.628">1945 5927 0,'-53'-53'47,"40"53"-47,-40 0 15,13 13 1,13 27 0,14-1-1,13-25 1,53-1-16,13-26 31,0-27-15,-39 0-1,-27 1 1,0 78 15,-27 107-15,14-67-16,13 14 15,0 39 1,0-106 0,-13 1-1,-27-54 1,27-12-16,-27-120 16,40 0-1,27 93 16,26 13-31</inkml:trace>
  <inkml:trace contextRef="#ctx0" brushRef="#br0" timeOffset="27495.353">2170 6085 0,'0'0'0,"-14"0"78,1 0-78,0 0 16,0 0-1,-1 0 1,14 14-1,0-1 1,0 13 0,0 27-1,14 27 1,-14-1 0,0-26-1,-14 0 1,1 79-16,0-52 31,13-28-15,26-12-1,27-27 1,53-13 0</inkml:trace>
  <inkml:trace contextRef="#ctx0" brushRef="#br0" timeOffset="27827.15">2302 6297 0,'0'0'0,"-13"-40"62,26 40-62,0 14 16,0-1-16,14 79 31,-27-12-15,-27-14 0,14-26-1,13-27 1,13-13-1,40-40 1,53-66 0</inkml:trace>
  <inkml:trace contextRef="#ctx0" brushRef="#br0" timeOffset="28093.95">2381 6112 0,'0'0'0,"53"-40"63,-26 40-47,39 27-1,0 92 1,-40 92-1,-39 28 1,0-134-16,-14 81 16,-12-14-1,-14-80 1</inkml:trace>
  <inkml:trace contextRef="#ctx0" brushRef="#br0" timeOffset="29160.873">6046 9710 0,'0'0'0,"13"-66"46,-26 66 1,-1 0-31,-12 0-16,-14 0 16,-26 40-1,27-14 1,25 14-1,14 0 1,14-27-16,12 40 16,14 0-1,-14 13 1,-13-13 0,1-27-16,-14-13 15,26 14 1,-13-27-1</inkml:trace>
  <inkml:trace contextRef="#ctx0" brushRef="#br0" timeOffset="29512.368">6204 9723 0,'0'0'0,"14"-39"63,-1 52-63,27 0 15,-14 27 1,-26 13-1,0-14 1,0-12 15,0-14-31,27-13 32,39-26-17,53-40 1</inkml:trace>
  <inkml:trace contextRef="#ctx0" brushRef="#br0" timeOffset="29793.437">6429 9578 0,'106'-27'31,"-53"27"-15,0 0 0,26 27-1,-26 52-15,-39 67 32,-67 132-17,0-106 1,13-53-1,14-66 1</inkml:trace>
  <inkml:trace contextRef="#ctx0" brushRef="#br0" timeOffset="32153.515">10583 10941 0,'0'-14'47,"0"28"-16</inkml:trace>
  <inkml:trace contextRef="#ctx0" brushRef="#br0" timeOffset="32606.293">10438 10835 0,'13'0'78,"0"13"-78</inkml:trace>
  <inkml:trace contextRef="#ctx0" brushRef="#br0" timeOffset="32790.728">10438 10835 0,'0'0'16,"40"66"-16,-27-79 47,13 26-32</inkml:trace>
  <inkml:trace contextRef="#ctx0" brushRef="#br0" timeOffset="33393.818">12568 10927 0,'0'0'0,"-14"0"78</inkml:trace>
  <inkml:trace contextRef="#ctx0" brushRef="#br0" timeOffset="33656.525">14155 10980 0,'0'0'0,"-13"-39"62,0 52-46,13 0-16</inkml:trace>
  <inkml:trace contextRef="#ctx0" brushRef="#br0" timeOffset="34139.562">11126 11589 0,'-14'0'94,"1"0"-94</inkml:trace>
  <inkml:trace contextRef="#ctx0" brushRef="#br0" timeOffset="34439.702">12568 11867 0,'0'0'0,"0"-14"62,-27 14-62,-26 14 16</inkml:trace>
  <inkml:trace contextRef="#ctx0" brushRef="#br0" timeOffset="34933.804">11205 11787 0</inkml:trace>
  <inkml:trace contextRef="#ctx0" brushRef="#br0" timeOffset="35503.959">12356 10954 0,'0'0'0,"-13"13"109,0 0-109</inkml:trace>
  <inkml:trace contextRef="#ctx0" brushRef="#br0" timeOffset="35759.435">13533 10941 0,'0'0'0,"-39"0"62,52 13-62</inkml:trace>
  <inkml:trace contextRef="#ctx0" brushRef="#br0" timeOffset="36323.422">14274 10967 0,'-13'0'94,"0"0"-94,0 0 0</inkml:trace>
  <inkml:trace contextRef="#ctx0" brushRef="#br0" timeOffset="36930.25">11165 11695 0,'0'0'0</inkml:trace>
  <inkml:trace contextRef="#ctx0" brushRef="#br0" timeOffset="37188.246">12859 11655 0,'0'0'0,"-40"-13"62,27 26-62,-14 0 0</inkml:trace>
  <inkml:trace contextRef="#ctx0" brushRef="#br0" timeOffset="37457.807">10941 11695 0,'66'-14'63,"-53"14"-48</inkml:trace>
  <inkml:trace contextRef="#ctx0" brushRef="#br0" timeOffset="37719.649">13004 11509 0,'0'0'0,"-13"0"94,-13 0-79,-14 14-15</inkml:trace>
  <inkml:trace contextRef="#ctx0" brushRef="#br0" timeOffset="38918.665">11232 6787 0,'13'-14'47,"-26"14"-1,-27 0-46</inkml:trace>
  <inkml:trace contextRef="#ctx0" brushRef="#br0" timeOffset="39300.452">13256 6800 0,'0'0'0,"-27"0"46</inkml:trace>
  <inkml:trace contextRef="#ctx0" brushRef="#br0" timeOffset="39602.565">11311 6760 0,'0'0'15,"26"-13"32,-39 13-31</inkml:trace>
  <inkml:trace contextRef="#ctx0" brushRef="#br0" timeOffset="39900.753">11311 5556 0,'0'0'0,"0"-13"63,0 26-63,-13 14 15,-14 12 1</inkml:trace>
  <inkml:trace contextRef="#ctx0" brushRef="#br0" timeOffset="40117.336">11245 6641 0,'0'0'0,"13"27"47,-13-14-31</inkml:trace>
  <inkml:trace contextRef="#ctx0" brushRef="#br0" timeOffset="40334.74">13705 7038 0,'0'0'15,"-79"-53"17,53 40-17,-1 13-15</inkml:trace>
  <inkml:trace contextRef="#ctx0" brushRef="#br0" timeOffset="40666.838">11999 8162 0,'0'0'0,"53"-26"47,-40 13-47,0 13 15,0 0 1,1 0-1</inkml:trace>
  <inkml:trace contextRef="#ctx0" brushRef="#br0" timeOffset="44317.769">18574 10491 0,'0'-13'47</inkml:trace>
  <inkml:trace contextRef="#ctx0" brushRef="#br0" timeOffset="44491.481">18574 10491 0,'0'0'0,"-13"-13"15</inkml:trace>
  <inkml:trace contextRef="#ctx0" brushRef="#br0" timeOffset="45623.634">18164 10967 0</inkml:trace>
  <inkml:trace contextRef="#ctx0" brushRef="#br0" timeOffset="45955.664">15968 10332 0,'0'0'0</inkml:trace>
  <inkml:trace contextRef="#ctx0" brushRef="#br0" timeOffset="46907.11">15941 10239 0,'-13'0'63,"0"14"-48</inkml:trace>
  <inkml:trace contextRef="#ctx0" brushRef="#br0" timeOffset="47894.871">15941 10239 0,'0'0'0,"53"14"16,-40-14-1,1-14 1,-14 1 0,-14 13-1,1 0 1,-13 13 0,-41 54-1,41-15 16,0 15-15,26-1 0,26-27-1,0 14 1,1-26-16,13 12 16,-27 1-1,0-27-15,-13 14 16,-26 52-1,-41-13 1,-12-13 0,0-13-1,13-14 1,39-12 0,27-1-1,13-13 1,27 13 15,53 27-15,-27-1-1,13 67 1,-39 40 0,-53-27-1,-54 0 1,-78 40-1,92-93 1,27-13 0,12 13-1,133 53 1,146-66 0,119-27-1</inkml:trace>
  <inkml:trace contextRef="#ctx0" brushRef="#br0" timeOffset="51558.062">19844 8850 0,'0'0'0,"-13"-13"156,13 0-156,0 0 16,-14-1-1,1 1-15,0-27 16,0 1 0,13-14-1,0 13 1,0-39 0,0 39-1,0 0 1,0 1-1,0-27 17,0 26-17,0 13 1,0 1 0,-14 0-1,14-14 1,-13 27-1,13-14 1,0-13 0,0-12-1,-13 12 1,13 13 0,0 1-1,0 0 1,0-14-1,0 0 1,0 0 15,0-12-15,0-15 0,0 14-1,0 14 1,0-14-1,-13 13 1,13-52 0,0 39-1,0 0 1,13-13 0,0-14-1,-13 27 1,0 0-1,0 14 1,0 12 15,0-12-15,0-14 0,0 13-1,0 0 1,0-13-1,0 27-15,-13-14 16,13-13 0,0 0-1,-13 0 1,13 1 0,-14-41-1,14 40 1,0 0-1,0-40 17,0 41-17,0-15 1,0 1 0,0 0-1,14 0 1,-14-27-1,0 27 1,0 13 0,13 14-1,-13 12-15,0-13 16,0 1 0,0 12-1,-13-12 1,13-1 15,0 27-31,0-27 16,0 14-16,-14 12 31,14-12-15,0-1-1,0 14 1,0-13-1,0 13 1,-13-1 0,13 1-1,0 0 1,0 0 15,0-1-15,0 1-1,0 0 1,0 0-16,0-1 16,-13 14 15,13-13-31,-13 13 62,0 13-46,-1 1-16,1-1 16,-13 27-1,-1 13 1,-13-1 0,27-12-16,0-13 15,-13 26 1,26-27-1,0-39 48,0-27-47,26 0-1,-13-13 1,14 1-1,-27 38-15,13-12 16,-13 13 0,13-1-1,0 14 17,1 14-32,12 12 15,1 14 1,12 13-1,-12 0 1,-1 0 0,-26-27 15,0-13 0,-13-13-15,0 0-16,-40-13 15,-132 26 1</inkml:trace>
  <inkml:trace contextRef="#ctx0" brushRef="#br0" timeOffset="53824.129">19778 8731 0,'0'0'0,"0"40"63,13-40-48,0 13 1,-13-26 31,0 0-32,0-27 1,0-53 0,-26-79-1,12-39 1,14 105-16,0-79 16,0 13-1,0 0 1,27 26-1,-14-39 1,-13 92 15,0 27-31,0-13 32,0-27-17,0 66-15,13-52 16,-13-1-1,14 1 1,-14-1 0,13-53-1,0 54 1,-13 12 0,0 1-1,13 13 1,-13-13-1,0 26 1,0 0 0,0 0-1,0-13 17,0 26-17,0 0 1,0 1-1,-13 12 1,13-13 0,0 14-1,0 0 1,0 12 0,0-25-1,-13-1 1,13 14-1,0-1 1,-13 1 0,-1-1 15,14 1-31,-13-1 0,-13-12 31,12 12-15,1-26-1,13 27 1,-13-1 0,13 1-1,0 13 1,0-1 0,0 1-1,-13 26 79,-1 1-78,1-1-16,0 0 15,0 0 1,-14 0-16,-12 27 15,-1 13 1,-13 0 0,27 13-1,12-13 1,1 0 0,0-40-1,13-39 32,13-1-47,27-39 16,13-13-1,0-14 1,-14 14 15,-25 52-31,25-26 16,-26 14-1,1 12 1,-1 14 0,0 13-1,0 26 17,14 27-17,13 0 1,-27-13-16,40 26 15,0 14 1,-14-14 0,-12-27-1,-14-25 1,-40-14 0,-25-27 15,-67 1-16,-133-1 1,146 54 0,80-27-16</inkml:trace>
  <inkml:trace contextRef="#ctx0" brushRef="#br0" timeOffset="53974.496">19659 5345 0,'0'0'0</inkml:trace>
  <inkml:trace contextRef="#ctx0" brushRef="#br0" timeOffset="55003.42">5993 6641 0</inkml:trace>
  <inkml:trace contextRef="#ctx0" brushRef="#br0" timeOffset="55361.392">7964 6853 0,'0'0'0,"-13"0"125,-67 53-109</inkml:trace>
  <inkml:trace contextRef="#ctx0" brushRef="#br0" timeOffset="63099.54">13904 6879 0,'26'-53'47,"-26"40"-31,-26 13-1,-14 0 1,14-13-16</inkml:trace>
  <inkml:trace contextRef="#ctx0" brushRef="#br0" timeOffset="63464.902">13692 8321 0,'0'0'15,"53"-106"16,-40 80-15,-13 13-16,0-1 16,-53 28-1</inkml:trace>
  <inkml:trace contextRef="#ctx0" brushRef="#br0" timeOffset="63668.03">13705 8321 0,'0'0'0</inkml:trace>
  <inkml:trace contextRef="#ctx0" brushRef="#br0" timeOffset="63864.399">13745 8480 0,'0'0'0,"27"-53"47,-14 40-47</inkml:trace>
  <inkml:trace contextRef="#ctx0" brushRef="#br0" timeOffset="64065.478">13798 8520 0</inkml:trace>
  <inkml:trace contextRef="#ctx0" brushRef="#br0" timeOffset="64351.781">13891 8387 0,'0'0'0,"13"0"78</inkml:trace>
  <inkml:trace contextRef="#ctx0" brushRef="#br0" timeOffset="64580.934">13891 8387 0,'0'0'0,"39"0"0,-39-13 15,-13 13 17</inkml:trace>
  <inkml:trace contextRef="#ctx0" brushRef="#br0" timeOffset="65096.055">14116 8467 0,'0'0'0,"13"-14"62,-26 14-62,-1 0 0</inkml:trace>
  <inkml:trace contextRef="#ctx0" brushRef="#br0" timeOffset="65280.724">14036 8480 0,'0'0'0</inkml:trace>
  <inkml:trace contextRef="#ctx0" brushRef="#br0" timeOffset="65460.349">13970 8493 0,'0'0'0</inkml:trace>
  <inkml:trace contextRef="#ctx0" brushRef="#br0" timeOffset="65635.126">13891 8480 0,'0'0'0,"-67"-27"47</inkml:trace>
  <inkml:trace contextRef="#ctx0" brushRef="#br0" timeOffset="66562.56">11152 7157 0,'13'-40'63,"-13"54"-48,-13-1 1,-13-13-16</inkml:trace>
  <inkml:trace contextRef="#ctx0" brushRef="#br0" timeOffset="66716.418">11152 7157 0,'0'0'15,"13"13"-15,-13-26 32,0 0-17,-13 13 1</inkml:trace>
  <inkml:trace contextRef="#ctx0" brushRef="#br0" timeOffset="67068.073">10941 7607 0,'0'0'0,"13"-27"46,-26 27-14</inkml:trace>
  <inkml:trace contextRef="#ctx0" brushRef="#br0" timeOffset="67279.645">11245 6522 0,'0'0'0</inkml:trace>
  <inkml:trace contextRef="#ctx0" brushRef="#br0" timeOffset="67637.838">10835 7607 0,'0'0'0,"0"-93"47,13 80-47,-13-14 16</inkml:trace>
  <inkml:trace contextRef="#ctx0" brushRef="#br0" timeOffset="69210.506">11919 7977 0,'0'0'0,"-66"-13"15,53 13 1,-13 0 0,39 0 46,0 0-62,0 0 16,67 13-1,290-13 1,-39 0 0,-80 0-1,-145 0 1,-79 0-1,-14 0 1,-40 0 0,-131 0-1</inkml:trace>
  <inkml:trace contextRef="#ctx0" brushRef="#br0" timeOffset="69710.473">12978 7779 0,'0'0'0,"0"-66"31,0 52-31,0 1 16,0 40 46,0-14-62,26 27 16,27-1 15,-26-12-31,52 26 16,14 13-1,-54-13 1,-39-14-1,-66 14 1,-93 13 0,67-66-1,39 0 1,40-66 0,26-26-1,53-27 1,-39 0-1,-14 52 17,-132-38-17</inkml:trace>
  <inkml:trace contextRef="#ctx0" brushRef="#br0" timeOffset="69850.815">11695 7911 0,'0'0'0</inkml:trace>
  <inkml:trace contextRef="#ctx0" brushRef="#br0" timeOffset="70275.724">11986 7686 0,'0'0'0,"13"-26"62,-13 39-62,-13 0 16,-27 27-1,-13 26 1,40-40-16,-14 14 16,14 40-1,13-28 1,27 1 0,12-13-1,-12-14 1,12 1-1,-39-40 17,0-53-1,-13 13-31,0-93 16,-14-26-1,27 106 1,0 40-1</inkml:trace>
  <inkml:trace contextRef="#ctx0" brushRef="#br0" timeOffset="72844.937">14168 8652 0,'-13'0'93,"0"0"-93,0 0 16</inkml:trace>
  <inkml:trace contextRef="#ctx0" brushRef="#br0" timeOffset="73075.909">14129 8771 0,'-13'0'63</inkml:trace>
  <inkml:trace contextRef="#ctx0" brushRef="#br0" timeOffset="73276.782">14010 8850 0</inkml:trace>
  <inkml:trace contextRef="#ctx0" brushRef="#br0" timeOffset="73476.004">13930 8877 0</inkml:trace>
  <inkml:trace contextRef="#ctx0" brushRef="#br0" timeOffset="73652.713">14010 8850 0</inkml:trace>
  <inkml:trace contextRef="#ctx0" brushRef="#br0" timeOffset="73871.557">14142 8877 0</inkml:trace>
  <inkml:trace contextRef="#ctx0" brushRef="#br0" timeOffset="74073.636">14142 8877 0,'0'0'16,"-53"0"-1,53-13 1,0 26 0</inkml:trace>
  <inkml:trace contextRef="#ctx0" brushRef="#br0" timeOffset="74215.511">14036 8930 0</inkml:trace>
  <inkml:trace contextRef="#ctx0" brushRef="#br0" timeOffset="74495.19">10636 7316 0,'0'0'15</inkml:trace>
  <inkml:trace contextRef="#ctx0" brushRef="#br0" timeOffset="74788.159">10941 7289 0,'0'0'0,"0"-66"32,0 79-1,-14 1-16</inkml:trace>
  <inkml:trace contextRef="#ctx0" brushRef="#br0" timeOffset="74944.899">10848 7289 0,'0'0'0,"-13"-26"47</inkml:trace>
  <inkml:trace contextRef="#ctx0" brushRef="#br0" timeOffset="75116.662">10848 7289 0,'0'0'0,"0"27"16,-13-41 31</inkml:trace>
  <inkml:trace contextRef="#ctx0" brushRef="#br0" timeOffset="76320.686">11761 10874 0,'0'14'125,"39"-1"-109,1-13-16,-13 13 0</inkml:trace>
  <inkml:trace contextRef="#ctx0" brushRef="#br0" timeOffset="76570.897">11708 11020 0,'0'0'15,"66"0"-15,106-13 31,-119 13-15,26-14 0,-26 28-16</inkml:trace>
  <inkml:trace contextRef="#ctx0" brushRef="#br0" timeOffset="76739.501">11853 11060 0,'0'0'15,"93"-27"1,-53 27 0</inkml:trace>
  <inkml:trace contextRef="#ctx0" brushRef="#br0" timeOffset="76910.434">11986 11126 0</inkml:trace>
  <inkml:trace contextRef="#ctx0" brushRef="#br0" timeOffset="79322.308">12938 10266 0</inkml:trace>
  <inkml:trace contextRef="#ctx0" brushRef="#br0" timeOffset="79518.34">12846 10292 0</inkml:trace>
  <inkml:trace contextRef="#ctx0" brushRef="#br0" timeOffset="88260.996">20135 9049 0,'13'-13'63,"-26"13"109,0 0-157,-1-14-15,-12 14 16,-40 0 0,-27 0-1,53 0-15,-39-13 16,13 0 0,39 13-1,14 13 110,13 0-125</inkml:trace>
  <inkml:trace contextRef="#ctx0" brushRef="#br0" timeOffset="88827.261">19910 8943 0,'0'0'15,"0"-13"32,-13 26 0,-1 0-31,1 0-16,0 1 15,-13 12 1,-14 1-1,13-1 1,14-13-16,0 14 16,13-1-1,0 1 1,0-14 0,13 0-1,0-13 16,-13-13 48,0-14-64,14 14-15,-14-13 16,0-14-1,0 0 1,-53 14 0</inkml:trace>
  <inkml:trace contextRef="#ctx0" brushRef="#br0" timeOffset="89358.837">19526 9168 0</inkml:trace>
  <inkml:trace contextRef="#ctx0" brushRef="#br0" timeOffset="90177.299">19182 9604 0,'0'0'16,"40"80"15,-27-67-31,0 0 15,27 0 1</inkml:trace>
  <inkml:trace contextRef="#ctx0" brushRef="#br0" timeOffset="91426.277">20108 9274 0,'0'0'0,"0"-27"62,0 40-15,-13-13-31,0 0-16,0 14 15,-1-14 17,1 0-17,0 0 1,0-14 0,-27 1-1,0 0 1,27 0-16,-27 0 15,14-1 1,0 1 0,-1 0-1,14 0 1,-14-1 0,-12 14-1,-14-13 1,0 13-1,-40 0 1,40 13 15,0 14-15,14-1 0,-14 1-1,13-1 1,27 1-1,-14-1 1,14 14 0,-13 26-1,26-26 1,13 13 0,13-14-1,67 41 1,0-54-1,-1-13 1,-12-13 15,-1 0-15,-39-13-16,26-13 16,0-14-1,0 0 1,-13-26-1,13-27 1,-39 27 0,-27 0-1,-14 0 1,-39 13 0,-39-13-1,26 53 1,0 26-1,13 13 1</inkml:trace>
  <inkml:trace contextRef="#ctx0" brushRef="#br0" timeOffset="91624.645">19804 9260 0,'0'-26'63,"-26"13"-63</inkml:trace>
  <inkml:trace contextRef="#ctx0" brushRef="#br0" timeOffset="91768.141">19619 9208 0,'0'0'16</inkml:trace>
  <inkml:trace contextRef="#ctx0" brushRef="#br0" timeOffset="92528.636">19738 9631 0,'0'-13'93,"0"-1"-61,0 1-17,13-13 1,0-1-1,1 14 1,-1 26 31,0 14-31,-13 26-16,27 79 15,-14 27 1,13-27-1,1-13 1,-14-79 0,0 39-16,0-26 31,1 0-15,-14-27-1,-93-65 1,67 12-16</inkml:trace>
  <inkml:trace contextRef="#ctx0" brushRef="#br0" timeOffset="93190.316">19844 9618 0,'0'0'0,"13"-67"31,0 54-15,-13-26-16,13 12 31,-13 14-31,14 0 16,-14-1-1,0 28 17,-14-1-32,-12 40 15,-14 13 1,14-26 0,-1-1-1,27-25 1,0-1-1,0-26 17,14-14-17,-1 1 1,0-1 0,14 1-1,-14 12 1,40 14-1,13 14 1,40 25 0,-53-12-1,-40-1 1,-26-12 0,-107-1-1,-12 0 1,-53 0-1,-13 14 1</inkml:trace>
  <inkml:trace contextRef="#ctx0" brushRef="#br0" timeOffset="93373.764">19685 9776 0,'0'0'0,"0"-13"63,-13 13-63,0-13 15</inkml:trace>
  <inkml:trace contextRef="#ctx0" brushRef="#br0" timeOffset="93569.479">19725 9684 0,'26'-40'63</inkml:trace>
  <inkml:trace contextRef="#ctx0" brushRef="#br0" timeOffset="93726.263">19659 9657 0,'39'0'47</inkml:trace>
  <inkml:trace contextRef="#ctx0" brushRef="#br0" timeOffset="93889.567">19659 9657 0,'0'0'0,"52"40"16,-52-53-1</inkml:trace>
  <inkml:trace contextRef="#ctx0" brushRef="#br0" timeOffset="98319.85">21616 9644 0,'0'0'0,"0"-40"46,0 54 48,0-1-94,0 13 16,14 27-1,12 0 1,1-13 0,-14-27-1,0-13 1,0-26 0,14-14-1,-14 0 1,0 27-1,0 13 32,1 13-31,-1 0 0,13 14-1,14-1 1,-13 1-1,12-1 1,-26-26-16,1 0 16,-1-26-1,0-40 1,0 0 0,-13-40-1,0 66 16,-13 27-15,-13 52 0</inkml:trace>
  <inkml:trace contextRef="#ctx0" brushRef="#br0" timeOffset="98886.547">22304 9922 0,'0'0'0,"0"-66"47,0 39-32,-13-12 1,0 25-1,-27 1 1,1 40 15,25-1-15,14 14 0,27-14-1,-14-13-15,13-13 16,-12 0-1,-1 0 1,13 27 15,14 13-15,-13 26 0,-14 0-1,-13 0 1,0-40-1,-27 1 1,-12-27 0,-14-40-1,13-13 1,27-26 0,145-146-1</inkml:trace>
  <inkml:trace contextRef="#ctx0" brushRef="#br0" timeOffset="99369.479">22741 9512 0,'0'0'16,"53"-53"31,-66 53 0,-1 0-47,1 13 15,-40 14 1,27-1-1,13-26-15,13 13 16,-14 0 0,14 1-1,0-1 1,0 40 0,0-13-1,14 12 1,-14 1-1,26 0 1,0 27 15,-12-41-15,25 1 0,-12-27-16</inkml:trace>
  <inkml:trace contextRef="#ctx0" brushRef="#br0" timeOffset="99669.337">22953 9644 0,'0'0'0,"0"-26"63,0 39-48,0 0-15,0 0 16,0 14 0,-14 39-1,14-13 1,-13-14-1,0-12 1</inkml:trace>
  <inkml:trace contextRef="#ctx0" brushRef="#br0" timeOffset="99968.44">23072 9459 0,'0'0'0,"79"79"47,-52-52-31,12-1 0,-12 1-16,12 26 15,-25-1 1,-14 28-1,-40-1 1,-26 53 0,-40-52-1,0-27 1</inkml:trace>
  <inkml:trace contextRef="#ctx0" brushRef="#br0" timeOffset="101200.311">15240 5927 0,'0'0'16,"0"-66"30,13 66-30,-13 13 15,0 0-31,0 13 16,0 27 0,-13 13-1,13-13 1,13-26-1,0-14-15,-13 0 16,14-13-16,-1 0 16,0-13-1,27-13 1,0-1 0,12 1-1,-12 26 1,0 13-1,-14 13 17,-12 1-17,-14-40 17,0-1-17,0-39 1,0-79-1,0 79 1,13 40 0</inkml:trace>
  <inkml:trace contextRef="#ctx0" brushRef="#br0" timeOffset="101500.509">15716 5980 0,'0'0'0,"53"-53"47,-40 53-31,1 13-1,-14 0 1,-14 40-1,-12 26 1,-14-12 0,40-15-1,40 1 1,0-26 0,-14-14-1</inkml:trace>
  <inkml:trace contextRef="#ctx0" brushRef="#br0" timeOffset="102067.873">15875 6178 0,'0'0'0,"13"-66"31,-13 39-31,0 1 15,-13-14 1,-27 27 0,27 13-16,-40 13 15,0 40 1,27 0 0,26 0-1,66 13 1,-13-39-1,0-27 1,-14 0 0,-12 0 15,-1 13-15,-12 40-1,-1 0 1,-26 39-1,-40 41 1,0-80 0,26-27-1,-12-13 1,25-52 0,1-107-1,66-13 1,0 27-1,0 79 1,-13 0 0</inkml:trace>
  <inkml:trace contextRef="#ctx0" brushRef="#br0" timeOffset="102883.787">16219 5808 0,'0'0'0,"26"-14"62,-39 14-46,-27 14 0,-26-1-16,-66 13 15</inkml:trace>
  <inkml:trace contextRef="#ctx0" brushRef="#br0" timeOffset="103302.692">15346 6178 0,'0'0'0,"-40"-66"31,27 66-15,13-13-16,13-1 16,93 1-1,53 13 1,-1 13-1,-52 14 1</inkml:trace>
  <inkml:trace contextRef="#ctx0" brushRef="#br0" timeOffset="103482.352">15161 6297 0,'0'0'16,"105"-26"0,134 26-1,-1 13 1,-172 0-16</inkml:trace>
  <inkml:trace contextRef="#ctx0" brushRef="#br0" timeOffset="103616.33">15412 6496 0,'0'0'15,"93"-14"1,12 14 0,67 14-16</inkml:trace>
  <inkml:trace contextRef="#ctx0" brushRef="#br0" timeOffset="105846.406">20307 8665 0,'0'0'0,"26"0"63,-79 0-48,-39 0-15</inkml:trace>
  <inkml:trace contextRef="#ctx0" brushRef="#br0" timeOffset="106098.428">20095 8229 0,'0'0'0,"27"-40"63,-27 27-48,0-1 1,-14-12-16</inkml:trace>
  <inkml:trace contextRef="#ctx0" brushRef="#br0" timeOffset="106296.437">20201 7104 0,'0'0'0,"-66"-79"15,53 65-15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2:46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19407 8824 0,'0'0'0,"27"-40"47,-1 40-16,1 27-16,39-1-15,26 27 16,107 93 0,-41 26-1,-78 13 1,-80-106-16,-40 80 16,-66-14-1,-26-12 1,-27-54-1,53-39 1,27-27 0,39-13 15,27-40-15</inkml:trace>
  <inkml:trace contextRef="#ctx0" brushRef="#br0" timeOffset="449.013">19685 9710 0,'0'0'0,"13"-13"63,-26 13-63,-27 26 15,-26 1-15,-66 52 16,39 1 15,67-27-15,52-14-1,40 1 1,27-27 0,-53 0-16,39-13 15,-39 0 1,-40-26 0,0-40-1,-40-133 1,14 41-1,26 65 1,13 67 0</inkml:trace>
  <inkml:trace contextRef="#ctx0" brushRef="#br0" timeOffset="1331.98">19566 10332 0,'0'0'0,"0"13"63,26 0-63,-12 1 16,52 39-1,13 26 1,106 172-1,-145-52 1,-80-14 0,-65-26-1,-41-53 1,80-67 0,-14 1-1,28-27 1,12-13-1,13 0 1,54-40 0</inkml:trace>
  <inkml:trace contextRef="#ctx0" brushRef="#br0" timeOffset="1830.644">19619 11232 0,'0'0'0,"26"-40"62,-26 66-46,-13 1-16,-13-1 15,-27 40 1,-13 14 0,13-27-1,26-14 1,14-25-16,13-1 16,26 0-1,41 14 1,12-14-1,-13 0 1,-26-13 0,-27 0-1,-13-40 32,-13-39-31,0 0-16,-14-107 15,1 28 1,26 65 0,-14 40-1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3:42.5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18150 6284 0,'0'0'15,"-66"-40"16,53 40-15,-80 0 0,-26 66-1,-39 53 1,25 14 0,67-27-1,53-27 1,13-53-1,106 67 1,172 0 0,92-27-1,199-66 1,-172-27 0,-53-12-1,-93-14 1,-132 13-1,-79-26 1,-67-40 0,-145-53-1,-145-13 1,-106 13 0,-279-26-1,226 93 16</inkml:trace>
  <inkml:trace contextRef="#ctx0" brushRef="#br0" timeOffset="1381.397">14023 6363 0,'0'0'0,"26"-53"46,-26 67-14,-13 25-17,-27 67 1,27-13 0,13-40-1,13-27 1,40-39-1,0-40 1,13 0 0,-26 13-1,0 54 1,-14 38 0,14 28-1,13-14 1,26-13-1,-13-53 17,-39-13-32,13-80 15,-40-52 1,-14 52 0,-12 53-1,-1 27 1,-39 106-1</inkml:trace>
  <inkml:trace contextRef="#ctx0" brushRef="#br0" timeOffset="1980.024">14803 6601 0,'0'0'0,"-13"-39"63,0 39-63,-27 0 15,14 13 1,-14 13-16,-13 14 16,40 13-1,26-13 1,40-27-1,27-13 1,-54-27-16,40-39 16,-39-13-1,-27 0 1,-14 26 0,1 39-1,13 28 1,27 52 15,12 26-15,14-25-1,0-28 1,-53-52 15,-13-13-15,0-41-1,-1 41-15,14-27 16,40 27 0,13 12-1,0 14 1,0 53 0,-27 0-1,-26-13 1</inkml:trace>
  <inkml:trace contextRef="#ctx0" brushRef="#br0" timeOffset="2398.593">15478 6615 0,'0'-53'31,"-40"13"-16,-12 14 1,-28 26 0,14 26-1,26 27 1,40-27-16,53 1 16,27-14-1,25-53 1,41-79 15,-80 0-15,-66 53-1,0 13 1,0 40 0,-79 158-1,26 27 1,40-66-1,39-53 1,106 27 0</inkml:trace>
  <inkml:trace contextRef="#ctx0" brushRef="#br0" timeOffset="2696.634">15941 6443 0,'0'0'0,"13"39"63,-13-12-63,0-1 15,-39 27 1,-1 13-1,27-39-15,13-14 16,0 0-16,66 0 16,79-13-1,14-13 1,-79 0 0</inkml:trace>
  <inkml:trace contextRef="#ctx0" brushRef="#br0" timeOffset="3312.134">16140 6363 0,'0'0'0,"13"13"63,0 14-63,0 13 15,14 79 1,-14-27 0,40-12-1,0-67 1,0-66 0,0-93-1,-40-39 1,0 106-1,-13 13-15,0 52 32,-53 134-1</inkml:trace>
  <inkml:trace contextRef="#ctx0" brushRef="#br0" timeOffset="3713.775">16431 6496 0,'13'52'63,"-13"-25"-48,13-1-15,27 1 16,26-14-1,0-26 1,-13-40 0,-40 13-1,-13 1 1,-26-54 0,-27 66-1,-13 41 1,-27 39-1,0 66 1,93-40 0,53-39-1,133-27 1,105-53 0</inkml:trace>
  <inkml:trace contextRef="#ctx0" brushRef="#br0" timeOffset="3912.506">17013 6416 0,'0'0'15,"-53"-13"17,13 53-17,27-14-15,0 1 16,13 105-1,79-40 1,106-12 0,-39-67-1</inkml:trace>
  <inkml:trace contextRef="#ctx0" brushRef="#br0" timeOffset="4845.546">19857 5173 0,'0'0'0,"-53"26"47,-66 27-32</inkml:trace>
  <inkml:trace contextRef="#ctx0" brushRef="#br0" timeOffset="6178.541">16748 7726 0,'40'-53'47,"-40"40"-47,13-1 15,-26 14 48,-14 0-48,14 14-15,-27-1 16,14 0 0,26 0-1,0 14 1,0-1-16,-13 1 15,0 79 1,-27-27 15,13 0-15,1-39 0,26 13-1,0-40 1,53 14-1,26-14 1,27 0 0,106 0-1</inkml:trace>
  <inkml:trace contextRef="#ctx0" brushRef="#br0" timeOffset="6592.2">17595 7567 0,'0'0'0,"13"0"62,0 13-46,14-13-16,-14 0 16,40 14-1,-13-1 1,-1 0 0,1 13-1,-14 14 1,1 26-1,-14 53 1,-53 106 0,14-159-1,-14 1 1,-119 65 15</inkml:trace>
  <inkml:trace contextRef="#ctx0" brushRef="#br0" timeOffset="8825.977">22595 3889 0,'0'0'0,"14"0"47,-28 0 15,1 0-62,-13-13 16,-1 13-16,-52 0 16,0-13-1,-1-14 16,40 27-31,1-13 16,-67-13 0,66 26-1,1 0 1,12 0-16,1 0 16,-80 0-1,0 0 1,13 0-1,1 0 1,26 26 0,-1 1-1,41-14-15,-14 40 16,1 0 15,-1 13-15,-13 27-1,40-27 1,13-13 0,0 13-1,66 13 1,106 40 0,-40-53-16,146 14 15,-27-27 1,-12-27-1,118-13 1,-119-13 0,13 0-1,53 0 1,1 0 15,-41 0-15,-131 0-16,105-13 15,-53 0 1,-106-14 0,14-39-1,-27 0 1,-39 0 0,-27-27-1,-146-39 1,-171 0-1,-226-1 1,199 67 0,40 13-1,-40 14 1</inkml:trace>
  <inkml:trace contextRef="#ctx0" brushRef="#br0" timeOffset="9708.129">21643 2884 0,'0'0'0,"-13"66"46,-1-13-30,1 0 0,-13 26-1,-1 27 1,27-79 0,0-14-1,40-40 1,13-26-1,13-13 1,-13 13 0,-40 53-1,27 14 1,26 25 0,-39-12-1,39 12 1,-27-25-1,-12-1 1,-14-40 0,0-52-1,14-106 1,-27 92 0,13 40-1</inkml:trace>
  <inkml:trace contextRef="#ctx0" brushRef="#br0" timeOffset="10312.375">22437 3109 0,'0'0'0,"-93"-13"47,53 13-32,-26 26 1,27 14 0,25-1-1,14-12-15,53-1 16,27 1-1,-27-40 1,-1-14 0,-38-65-1,-14 39 1,-14 13 0,1 27 15,26 26 0,14 0-31,26 14 16,13-1-1,-13 14 1,-13-1 0,-40-12-1,-27-1 1,1-12-1,-14-14 1,40-14 0,13-52-1,40 13 1</inkml:trace>
  <inkml:trace contextRef="#ctx0" brushRef="#br0" timeOffset="10740.189">22953 2738 0,'0'0'16,"0"14"30,0 12-30,0 1-16,0 12 16,0 67-1,0-13 1,0-27 0,0 0-1,0-26-15,0-1 16</inkml:trace>
  <inkml:trace contextRef="#ctx0" brushRef="#br0" timeOffset="11173.169">23389 3149 0,'0'0'0,"-13"-53"31,-27 39-15,-105-12-1,-1 26 1,93 26 0,27 14-1,26-27-15,40 27 16,65-27-1,28-13 1,-41-39 0,-26-67-1,-39-66 1,-40 132 0,-14 14 15,-39 65-16,40 54 1,12 13 0,54 13-1,13-27-15</inkml:trace>
  <inkml:trace contextRef="#ctx0" brushRef="#br0" timeOffset="12122.179">21683 2262 0,'0'0'0,"13"0"79,13 0-64,14 13-15,13-13 0,-13 14 16,39-1-1,14 0-15</inkml:trace>
  <inkml:trace contextRef="#ctx0" brushRef="#br0" timeOffset="12620.005">21947 2051 0,'0'0'0,"-39"-14"63,-14 14-63,-66 14 15,39-1 1,27-13-1,40 0 1,13 13 15,0 0-15,13 0 0,0 14-1,1 13 1,-41 26-1,-12 0 1,12 13 0,14-26-1,26-13 1,252-14 0,65-39-1,-39-66 1</inkml:trace>
  <inkml:trace contextRef="#ctx0" brushRef="#br0" timeOffset="13071.328">23125 1892 0,'0'0'0,"0"-27"62,13 41-46,13-1-1,1-13 1,39 39 0,-40-25-16,40 25 15,-26 14 1,-13 13-1,-27 53 1,-53 53 0,-40 53-1,14-119 1,-1-53 0</inkml:trace>
  <inkml:trace contextRef="#ctx0" brushRef="#br0" timeOffset="13853.92">22886 3109 0,'0'0'0,"67"0"32,-54 0-17,-40 0 17,1 0-32,-40 0 15,-40 26 1</inkml:trace>
  <inkml:trace contextRef="#ctx0" brushRef="#br0" timeOffset="14020.5">22913 3201 0,'0'0'0,"66"0"31,-39 0-15,25 0-1,94 0 1</inkml:trace>
  <inkml:trace contextRef="#ctx0" brushRef="#br0" timeOffset="14173.344">23310 3268 0,'0'0'0</inkml:trace>
  <inkml:trace contextRef="#ctx0" brushRef="#br0" timeOffset="14351.52">23561 3281 0,'0'0'0,"13"0"63</inkml:trace>
  <inkml:trace contextRef="#ctx0" brushRef="#br0" timeOffset="17786.039">18931 6337 0,'13'0'63,"0"0"-63,14-13 15,13-1-15,79-25 31,66-14-15,13-13 0,-158 52-16</inkml:trace>
  <inkml:trace contextRef="#ctx0" brushRef="#br0" timeOffset="18167.017">19539 5980 0,'0'0'0,"14"-27"63,-1 40-17,0 1-46,0-1 16,1 13 0,12 14-1,-13 0 1,-13 26 0,-13-27-1,-27-25 1,1-14-1,-1-14 1,40-12-16,-13-67 16,0-26-1</inkml:trace>
  <inkml:trace contextRef="#ctx0" brushRef="#br0" timeOffset="20497.353">17264 6244 0,'0'13'78,"-13"1"-78</inkml:trace>
  <inkml:trace contextRef="#ctx0" brushRef="#br0" timeOffset="21216.633">18058 8639 0,'53'26'63,"-66"-13"-32</inkml:trace>
  <inkml:trace contextRef="#ctx0" brushRef="#br0" timeOffset="21430.104">17978 8744 0,'0'0'0,"27"-52"63,-40 52-48</inkml:trace>
  <inkml:trace contextRef="#ctx0" brushRef="#br0" timeOffset="22613.615">16722 10597 0,'0'0'0,"-66"-40"47,52 40-32,-25 13 1,12 0 0,-79 53-16,-105 93 15,25 26 1,67-13 15,53 53-15,79-119-1,67-26 1,79-28 0,26-12-1,-13-13 1</inkml:trace>
  <inkml:trace contextRef="#ctx0" brushRef="#br0" timeOffset="23046.124">16523 11404 0,'0'0'0,"13"52"62,1-25-62,-1-1 16,0 1 0,0 13-16,14 39 15,-14-13 1,-13 0-1,-13-13 1,-80-13 0,27-27-1,13-13 1,27 0 0,12-53-1,54 0 1,13-26 15,13-14-15,-26-79-1</inkml:trace>
  <inkml:trace contextRef="#ctx0" brushRef="#br0" timeOffset="26658.893">4339 8057 0,'0'0'0</inkml:trace>
  <inkml:trace contextRef="#ctx0" brushRef="#br0" timeOffset="50725.958">2659 8784 0,'0'0'0,"-13"0"47,13-13 15,40 0-46,26-27-16,40-26 15,105-40 1,-105 66 0,-53 27-1,-40 13 1</inkml:trace>
  <inkml:trace contextRef="#ctx0" brushRef="#br0" timeOffset="51126.138">3096 8427 0,'0'0'16,"26"-53"15,-26 40-31,13 13 63,1 13-48,12-13 1,-13 13-16,14 1 16,26-14-1,-27 13-15,1 0 16,-14 0-1,-13 27 1,-40 13 0,-66 39-1,40-52 1,26-27 0,27-26-1,13-93 16,0-13-31</inkml:trace>
  <inkml:trace contextRef="#ctx0" brushRef="#br0" timeOffset="56286.151">9565 9141 0,'0'-13'109,"-14"13"-93,14-13-1,0 26 48,-13-13-32,0-13 0,0 13-15,13-13 0,-13 13-1,26 0 48,0 13-48,40 0-15,26 14 0,186 39 16,13 0 15,-53-26-15,-106-27-1,-93-13-15,-26 0 32,-53-13-17</inkml:trace>
  <inkml:trace contextRef="#ctx0" brushRef="#br0" timeOffset="57018.923">9723 9022 0,'0'0'16,"-13"0"78,0 0-94,-13 0 15,-1 0-15,-26 0 16,40 0 0,-40 27-1,27-1 1,-1 1-1,14-1 1,13 1 0,26-1-1,1 1 1,12-1 0,-12 14-1,-14-14-15,0 1 16,1-1-1,-14-13 1,0 0 0,13-13-1,-13-13 17,13-40-17,14-52 1,-27-54-1,-80 26 1</inkml:trace>
  <inkml:trace contextRef="#ctx0" brushRef="#br0" timeOffset="59701">4379 8625 0,'0'0'0,"-40"27"94,0-1-78,1 14-16</inkml:trace>
  <inkml:trace contextRef="#ctx0" brushRef="#br0" timeOffset="60015.424">4432 9340 0,'0'0'0,"-53"-27"62,0 41-62</inkml:trace>
  <inkml:trace contextRef="#ctx0" brushRef="#br0" timeOffset="64679.148">3691 8758 0,'0'0'0,"-13"13"125,-14 13-125,14-12 16</inkml:trace>
  <inkml:trace contextRef="#ctx0" brushRef="#br0" timeOffset="64901.282">3598 8797 0,'0'-13'63,"-13"26"15</inkml:trace>
  <inkml:trace contextRef="#ctx0" brushRef="#br0" timeOffset="66661.153">3479 8758 0,'13'0'188,"1"0"-95,-1 0-77,0 13-16,0-13 16,1 0-1,-1 0-15,13 13 16,1-13 0,-1 0-1,27 0 1,-26 0-1,12 0 1,1 13 0,13-13 15,13 0-15,0 14-1,-13-1 1,0-13-1,0 0 1,53 0 0,-27 0-1,1-13 1,-1 13 0,-39 0-16,-1-14 15,1 14-15,13-13 16,0 0-1,0 0 1,0-1 15,-27 1-31,27 0 16,0-13 0,-13 12-1,-1-12 1,-25 26-16,-1-13 15,26-14 1,1 1 0,-13-1-1,12 1 1,-12-27 0,-14 26-1,0-12 1,-13-1-1,-13 0 1,0 14 0,0-14-16,-27-13 31,0 14-15,0-1-1,-26-13 1,27 27-1,-14-14 1,-13 13 0,-1 1-1,-12 0 1,39 12-16,-52-12 16,-1 26-1,1 0 1,-54 0-1,53 26 1,1-12 0,12 12 15,14 0-15,0 1-1,-40 26 1,53-14-1,0 1 1,-13 40 0,40-41-1,-1 1 1,1 0 0,13-14-1,13 1 1,0-1-1,0 0 1,0 1 0,0 13 15,13-1-15,0 1-1,0-14 1,14 14-1,-14-27 1,66 27 0,1-14-1</inkml:trace>
  <inkml:trace contextRef="#ctx0" brushRef="#br0" timeOffset="66794.691">3929 8731 0,'0'0'0</inkml:trace>
  <inkml:trace contextRef="#ctx0" brushRef="#br0" timeOffset="67049.234">3929 8731 0,'0'0'0,"-26"53"0</inkml:trace>
  <inkml:trace contextRef="#ctx0" brushRef="#br0" timeOffset="67238.288">3836 8811 0</inkml:trace>
  <inkml:trace contextRef="#ctx0" brushRef="#br0" timeOffset="67429.941">3638 8877 0</inkml:trace>
  <inkml:trace contextRef="#ctx0" brushRef="#br0" timeOffset="67590.376">3532 8969 0,'0'0'0</inkml:trace>
  <inkml:trace contextRef="#ctx0" brushRef="#br0" timeOffset="68041.752">2858 9062 0,'0'0'0,"13"-13"63,13 13-63,1-13 15,52-14 1,27-13-1,39-26 1,14-13 0</inkml:trace>
  <inkml:trace contextRef="#ctx0" brushRef="#br0" timeOffset="68442.451">3268 8784 0,'0'0'0,"0"-53"62,0 66-46,26-13-1,-13 14-15,40 25 16,0 1 0,0 0-1,-40-27 1,14 0-16,-14 27 31,-26-40-15,-40 0-1,-13 0 1,0-27 0,39 1-1,27-14 1,13 14 0</inkml:trace>
  <inkml:trace contextRef="#ctx0" brushRef="#br0" timeOffset="69543.97">3903 8731 0,'-40'-13'63,"13"13"-48,1 0-15,-14 0 16,-52 13 0,-1 0-1,14 14 1,52-27-16,-12 0 16,25 13-1,-12 27 1,-1 26-1,1-26-15,0 52 16,-1 1 0,1 0-1,12-14 1,28 0 0,52-13 15,0-26-16,13-27 1,54 14 0,-41-27-16,133 0 15,-26 0 1,-1-13 0,-39-14-1,-80 14 1,53 0-1,-13-1 1,0-12 0,27-14-1,-14 1 1,-52-1 15,-27 0-15,-14-13-1,-25 0 1,-1 14-16,-13-27 16,0-1-1,-40-12 1,-53 0 0,-145-40-1,106 92 1,26 27-1,-39 27 1,-1 25 0,54-12-1</inkml:trace>
  <inkml:trace contextRef="#ctx0" brushRef="#br0" timeOffset="69708.48">4339 8784 0,'-66'40'63</inkml:trace>
  <inkml:trace contextRef="#ctx0" brushRef="#br0" timeOffset="71656.383">5054 7805 0,'0'-53'62,"-14"67"-46,-12-1-16</inkml:trace>
  <inkml:trace contextRef="#ctx0" brushRef="#br0" timeOffset="72026.669">6456 7726 0,'13'0'62,"-26"0"1,0 0-63</inkml:trace>
  <inkml:trace contextRef="#ctx0" brushRef="#br0" timeOffset="72388.913">6350 7832 0,'40'0'62,"-27"0"-62,0-14 0</inkml:trace>
  <inkml:trace contextRef="#ctx0" brushRef="#br0" timeOffset="72654.047">8493 7858 0,'0'0'16,"0"-53"30,0 66-30,-53 14-16</inkml:trace>
  <inkml:trace contextRef="#ctx0" brushRef="#br0" timeOffset="72995.863">6284 8017 0,'13'0'78</inkml:trace>
  <inkml:trace contextRef="#ctx0" brushRef="#br0" timeOffset="73271.477">7977 8070 0,'0'0'0,"27"0"62</inkml:trace>
  <inkml:trace contextRef="#ctx0" brushRef="#br0" timeOffset="73637.055">6615 8229 0,'0'0'0,"66"-14"46,-53 14-46</inkml:trace>
  <inkml:trace contextRef="#ctx0" brushRef="#br0" timeOffset="74371.047">11483 7025 0,'0'0'0,"13"-93"16,-13 53 0,0 14-1,13 26 1,1 93 0,25 118-1,-25-105 1,25 92-16,-26-105 15</inkml:trace>
  <inkml:trace contextRef="#ctx0" brushRef="#br0" timeOffset="74587.306">11734 7091 0,'0'0'0,"0"-66"31,0 52-31,14 28 16,12 131-1,-26 107 1,-66-28 0</inkml:trace>
  <inkml:trace contextRef="#ctx0" brushRef="#br0" timeOffset="74871.439">11258 7699 0,'0'0'16,"79"27"15,-39-1-16,39 27 1,14-13 0,13-14-1,53-65 1,-67-27-16,54-80 16,-80 14-1,-40 52 1,-26 41-1</inkml:trace>
  <inkml:trace contextRef="#ctx0" brushRef="#br0" timeOffset="75836.195">11602 8599 0,'0'0'0,"26"-53"31,-26 0-15,0 40-1,0 0 1,0 26-16,0 66 16,0 106-1,-13 1 1,13-54 0,0 0-1,13-13 1,-13-79-1,14 0 17,25-27-32,186-53 31,106 1-15,26-1-1,40 13 1,-13 1-1,52-53 1,-330 39 0,-79 13-1,-1-25 1,-13-28 0,-13 14-1,13-13 1,14-14-1,13 0 1,-1-39 15,-25 79-15,-28 14 0,-118 25-1,-172 54 1,92-14-16,-211 14 15,-93-27 1,-80 1 0,1-14-1,-106 52 1,304-12 0</inkml:trace>
  <inkml:trace contextRef="#ctx0" brushRef="#br0" timeOffset="77917.645">11986 9102 0,'0'0'0,"0"-40"63,0 27-63,0 0 16,13 13 15,13 0-16,27 0-15,40 0 16,211 0 0</inkml:trace>
  <inkml:trace contextRef="#ctx0" brushRef="#br0" timeOffset="78100.39">12925 9009 0,'0'0'0,"79"-53"63,14 40-63,79-14 15</inkml:trace>
  <inkml:trace contextRef="#ctx0" brushRef="#br0" timeOffset="78235.997">14314 8864 0,'0'0'0,"40"-14"63</inkml:trace>
  <inkml:trace contextRef="#ctx0" brushRef="#br0" timeOffset="79284.1">12290 9737 0,'0'0'0,"40"-53"32,-27 40-17,0-1 1,-13 1 0,0 26-1,13 40 16,0 0-31,-13 106 16,14-27 0,-14-52-1,13-14 1,0 13 0,14 14-1,-1-54 1,53-25-1,213-14 1,-28 0 0,14-27-1,-40 1 1,-106 12 0,-79 1 15,-13 13-16,-27-13 1,0-27 0,1-13-1,12-39 1,-13 12 0,1 1-1,-14 13 1,13 13-1,-13 13 1,0 27 0,-13 13-1,-27-13 1,0 13 0,-158-13-1,-133-27 1,-66 13-1,-66 27 1,-185 93 0</inkml:trace>
  <inkml:trace contextRef="#ctx0" brushRef="#br0" timeOffset="80999.007">16682 12197 0,'0'0'0,"13"0"47,0-13-47,1 13 31,-1-13-31,40 0 16,158-27-1,14-39 16</inkml:trace>
  <inkml:trace contextRef="#ctx0" brushRef="#br0" timeOffset="81352.132">17158 11946 0,'0'0'0,"13"-40"47,1 53-31,12 27 0,1 40-1,-1-14 1,-13-13-1,1 0 17,-14-40-17,-27-13 1,-26-13 0,0-27-1,40-26-15,0-40 16</inkml:trace>
  <inkml:trace contextRef="#ctx0" brushRef="#br0" timeOffset="84562.51">3241 8083 0,'0'0'0,"0"13"46,0-26 1,-13 0-31,-14-14-16,-105 1 16,-172 26-1,-67 26 1,94 14-1,197-27 1,14 14 0,40 12-16,52 67 31</inkml:trace>
  <inkml:trace contextRef="#ctx0" brushRef="#br0" timeOffset="85078.864">2950 7911 0,'79'0'47,"-52"13"-31,-1-13-1,14 40 1,-13 13 0,-14 13-1,-13 13 1,-13 1 0,-1-54-16,-39 40 15,0-39 1,1-27-1,12-40 17,40-66-17,92-211 1,-12 92 0</inkml:trace>
  <inkml:trace contextRef="#ctx0" brushRef="#br0" timeOffset="88538.517">2170 10530 0,'0'0'16</inkml:trace>
  <inkml:trace contextRef="#ctx0" brushRef="#br0" timeOffset="89875.437">2183 10623 0,'0'0'0,"39"-53"63,-39 40-63,0 0 15,0-1 1,-13 14-16,-53 0 16,-53 53-1,53-13 1,-13 26 0,26 14-1,53-14 1,53-27-1,-27-12-15,27-14 16,66-13 0,-93 0-1,-12-13 1,-41-14 0,1 1-1,26 13 1,26 13 15,-13 13-15,40 13-1,-26 1-15,-1 13 16,-13 12 15,-13 15-15,-39 25-1</inkml:trace>
  <inkml:trace contextRef="#ctx0" brushRef="#br0" timeOffset="90292.106">2540 10649 0,'0'0'0,"13"53"47,-13-13-47,13 53 15,-13-14 1,-13-39 0,0-27-1,-13-66 1,26-92 15,26-14-15,0 93-1,-12 52-15,12-12 16,14 26 0,13 53-1,-40 66 1,-26-79-1,-53 39 1,-80-79 0</inkml:trace>
  <inkml:trace contextRef="#ctx0" brushRef="#br0" timeOffset="90591.144">3096 10649 0,'0'0'0,"-40"-66"16,27 40-1,-1 13 1,28 13 0,12 0-1,93 26 1,14-26 0,-28 0-1</inkml:trace>
  <inkml:trace contextRef="#ctx0" brushRef="#br0" timeOffset="90757.364">3254 10570 0,'0'0'0,"14"93"31,-1-27-15,-40 159-1</inkml:trace>
  <inkml:trace contextRef="#ctx0" brushRef="#br0" timeOffset="95652.382">4921 11787 0,'0'0'0,"-13"40"62,26-27-46,0 0-16</inkml:trace>
  <inkml:trace contextRef="#ctx0" brushRef="#br0" timeOffset="96087.232">5067 11814 0,'0'0'0,"-13"-14"62,-1 14-31,28 0 63,12 0-94,27 14 16,132-28-1,80 1 1,-27 26 0,-119 1-16</inkml:trace>
  <inkml:trace contextRef="#ctx0" brushRef="#br0" timeOffset="96435.877">6760 11880 0,'0'0'15,"13"-27"32,53 27-31,54 0-16,157-26 31,-91-1-31</inkml:trace>
  <inkml:trace contextRef="#ctx0" brushRef="#br0" timeOffset="96818.827">8506 11748 0,'0'0'0,"53"0"63,13 0-63,40-14 15,159-25 1,-120 12 0</inkml:trace>
  <inkml:trace contextRef="#ctx0" brushRef="#br0" timeOffset="97020.019">9604 11880 0,'0'0'15,"133"-27"1,250-39-1,252 13 1,-489 40-16</inkml:trace>
  <inkml:trace contextRef="#ctx0" brushRef="#br0" timeOffset="100716.124">19711 8255 0,'0'0'15,"-66"-13"1,0-14-1,40 1 1,-1-1 0,14 1-1,13-1 1,0 14 0,13 0-1,53-27 1,14 14-1,-1 26 1,27 0 0,39 13-1,186 66 1,-66 27 0,39 53-1,0 66 1,80 145-1,-225-131 1,-93 12 0,-40-13-1,-26-13 1,14 92 15,-41-118-15,-92-27-1,-119 13 1,-106-13 0,-159 53-1,292-146 1,118-52 0,40-14-1,0-13 1,13 13-16,-26-13 15,0 13 1,26-39 0,27-27-1,40-40 17,26 40-17,0 27 1,13 13-1,0 0 1,-40 13-16,14 0 16,-14-14-1,1 14 1,-14-13 0,14 13-1,-14 0 1,-40 0 46,14 13-62,-53 14 16,0 26 0,13 0-1,26 26 16,27-39-15,27-1 0,26-25-1,13-1 1,-40-13-16,-12 0 16,-1 0-16,0 0 31,-13-13-16,0-27 1,0 0-16,-13-92 16,-14-40-1,14 26 1,13-26 15</inkml:trace>
  <inkml:trace contextRef="#ctx0" brushRef="#br0" timeOffset="101298.505">20558 11986 0,'0'0'0,"-26"-53"47,26 39-32,66 14 1,119 0 0,93 14-1,79 52 1,-132-13 0,0-14-1,-66-12 16,-80-14-15,-53-13-16,41 0 16,-41 0-1,-13-40 1</inkml:trace>
  <inkml:trace contextRef="#ctx0" brushRef="#br0" timeOffset="101431.892">22490 12144 0,'0'0'0,"52"0"16,28 0-1,-14-13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5:39.8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15266 5146 0,'0'0'0,"14"-66"32,-14 53-17,13-14-15,-13 14 16,0-13 0,-13-1-1,-27 1 1,-79-14-1,-159 0 1,119 27 0,14 0-1,13 0 1,-1-1 0,67 14-16,0 0 15,-13 0-15,-67 14 16,1 12-1,-14 1 1,13 12 0,67-12 15,0 12-15,-1-12-1,14 26 1,-40 39-1,27-12 1,-1 12 0,-12 1-1,-14 52 1,27-25 0,-14 52-1,14-1 1,26-12-1,13-66 1,14-1-16,-54 173 31,41-80-15,-1 0 0,40 14-1,0 118 1,13-78-1,27-15 1,26-25 0,26-27-1,-25-106-15,78 93 16,27-14 0,0 14-1,-13-13 1,-80-67-1,54 80-15,-1-27 16,27-26 15,39-40-15,-92-40-16,0 1 16,185 26-1,-119-14 1,0-12-1,-27-14 1,93 0 0,0-66-1</inkml:trace>
  <inkml:trace contextRef="#ctx0" brushRef="#br0" timeOffset="1215.011">21736 5490 0,'0'0'0,"-133"-13"15,-26 0 17,80 13-17,-93 13 1,-119 53-1,-66 40 1,13 53 0,-198 171-1,237-52 1,67 13 0,40 13-1,-1 27 1,-65 251-1,158-198 1,66-27 0,53-53-1,173 67 17,-1-146-17,66-40 1,67-13-1,39-27 1,238 27 0,-158-132-1,26-53 1,39-93 0,319-212-1,-239-52 1,0-80-1,-66-13 1,-172 53 0,-291-93 15,-225 239-15,-14 39-1,1 13 1,-145-79-1,-28 106 1</inkml:trace>
  <inkml:trace contextRef="#ctx0" brushRef="#br0" timeOffset="3348.404">15465 4855 0,'0'0'0,"-40"-53"16,1 27-1,-14 12-15,-106-12 31,66 13-31,-92 0 16,26 13 0,-26 0-1,-146 26 1,120 14 0,39 13-1,13 13 1,27 0-1,52 0 1,27-39-16,-92 105 16,-67 53-1,40 13 1,27-12 0,-14 144 15,93-78-16,26-1 1,-13 40 0,13 0-1,27-145-15,0 105 16,0-26 0,13 13-1,0-26 1,66 105-1,27-118 1,26-14 0,13-13-1,0 0 1,-66-106 0,67 66-16,25-13 31,28-26-16,25-14 1,146 1 0,-132-54-1,0-26 1,-13 13 0,-40 1-1,0-1 1,-106-13-16,93 13 15,-14-13 1,14 0 0,106-53-1,-67-26 1,0-27 15,-12-40-15,-67-26-1,-66 80-15,-14 13 16,1-14-16,13-53 16,13-26-1,14-39 1,52-173 0,-13 93-1,0 0 1,-13 26-1,-40 14 1,-40 13 0,-39 119-16,-27-106 15,-26-13 1,-26 13 15,-199-119-15,26 132-1,-39 27 1,-27 40 0,-26 26-1,-27 26 1,186 40-16,-186-13 16,67-14-1,92 28 1,106 25-1,66 40 1,53 27 0</inkml:trace>
  <inkml:trace contextRef="#ctx0" brushRef="#br0" timeOffset="3499.8">14168 4987 0,'0'0'16,"27"53"-1,-67-39 1</inkml:trace>
  <inkml:trace contextRef="#ctx0" brushRef="#br0" timeOffset="4395.209">11126 5966 0,'0'0'0,"106"0"31,13 14-16,13-1-15,212 26 16,-27 28 0,-39-1-1,-106-27 1</inkml:trace>
  <inkml:trace contextRef="#ctx0" brushRef="#br0" timeOffset="4747.032">12502 5861 0,'0'0'0,"92"26"47,-39 14-31,66 79-1,-66 53 1,-79 0 0,-67-40-1,53-92-15,14-14 16,-80 27 0,53-40-1,40-52 1,105-200 15,54 28-15,-14 26-1</inkml:trace>
  <inkml:trace contextRef="#ctx0" brushRef="#br0" timeOffset="6163.611">4723 10464 0</inkml:trace>
  <inkml:trace contextRef="#ctx0" brushRef="#br0" timeOffset="6363.794">4802 10610 0,'0'0'15,"13"-40"32</inkml:trace>
  <inkml:trace contextRef="#ctx0" brushRef="#br0" timeOffset="7509.021">5384 7845 0,'0'0'0,"0"-53"32,-13 53-17,13 13 1</inkml:trace>
  <inkml:trace contextRef="#ctx0" brushRef="#br0" timeOffset="7995.474">5331 7951 0,'0'0'0,"0"-53"31,0 26-31,14 41 32,-14-1-17,13 0 1,0 27 0,0-27-16,27 0 15,26-26 1,0-66-1,-26-14 1,-40 0 0,-40 67-1,-13 26 1,-26 40 0,13 79-1,66-53 16,40 0-31,79-26 16,66-54 15,0-78-15</inkml:trace>
  <inkml:trace contextRef="#ctx0" brushRef="#br0" timeOffset="9175.456">5821 7805 0,'0'0'0,"13"13"63,0 1-63,1-1 15,12 27 1,-13-1 0,-13 14-1,0-40-15,0 14 16,0-40 15,40-67-15,-14 41-16,14-1 15,-14 0 1,14-13-16,-13 40 31,-14 53-15,0-14 0,-13 14-16,0 26 15,0-13 1,0-27-1,27-26 17,-14-26-32,53-14 15,-26 1 1,-14 25 0,-13 28-1,27 39 1,-14-14 15,14 1-15,13-27-1,13-13 1,53-119 0,-53-66-1,-39 13 1,-14 79-1,-13 40 1,0 27 0,-13 52 15,13 27-31,0 27 16,0 171-1,26-132 1,-12-53-1,-14-26 1,13-27 0,0-66 15,53-66-15,0 27-1,-39 52 1,26 27-1,-40 39 1,0 40 0,-26 0-1,-53 14 1,-27-54 0,-66-13-1</inkml:trace>
  <inkml:trace contextRef="#ctx0" brushRef="#br0" timeOffset="9574.308">7131 7805 0,'0'0'0,"0"27"62,13-14-62,-13 13 16,13-12-1,0-1-15,14 0 16,-1-26 0,14-40-1,-1-66 1,-25 53-1,-28 39 1,-12 14 0,-14 39 15,-26 41-15,40-14-16,-1 39 15,41 1 1,52-27-1,53-40-15</inkml:trace>
  <inkml:trace contextRef="#ctx0" brushRef="#br0" timeOffset="10073.953">7871 7779 0,'-79'-53'47,"39"53"-32,1 0 1,-54 26-1,0 54 1,93-27 0,53-14-1,93-39 1,26-92 0,-119 26-16,26-93 15,-79 26 1,0 54-1,-13 53 1,-27-1 15,14 80-15,-1 79 0,14 1-1,53-27 1,66 26-1</inkml:trace>
  <inkml:trace contextRef="#ctx0" brushRef="#br0" timeOffset="10540.823">8546 7898 0,'0'0'0,"-13"-93"31,0 54-16,-1 12-15,-25-13 16,-27 14 15,13 39-15,13 27 0,27 26-1,13 27 1,39-54-1,14-39 1,27-79 0,52-199-1,-106 133 1,-12 78 0,-14 41-1,-14 66 16,-25 79-15,-1 26 0,27-12-1,13-28 1,-13-65 0,-1 26-1,-12-13-15</inkml:trace>
  <inkml:trace contextRef="#ctx0" brushRef="#br0" timeOffset="11426.169">8784 7779 0,'0'0'0,"27"-53"47,-14 66-16,0 0-15,0 1-1,1 25-15,-1-12 16,-13-1 0,0-13 15,13-13-16,0 0 1,27-39 0,13 12-1,-13 14 1,-14 13 0,-13 0-1,0 26 1,1 1-1,-1-1 1,13 1 0,1-27-1,26 0 1,0 0 0,-27 0-1,1 0 1,52 0-1,-13 13 1,13 0 0,67-13-1,-67-53 1,-26-13 0,-40 0-1,-13 13 1,0 27-1,-26 52 1,-14 120 0,1 26-1,12 66 17,1-119-17,-14-66 1,-39-40-1,-14-26 1,14-133 0,52 54-16,27-146 15,66 52 1,14 54 0,-54 66-1,-65-14 1</inkml:trace>
  <inkml:trace contextRef="#ctx0" brushRef="#br0" timeOffset="11823.989">10398 7818 0,'0'0'0,"-26"-39"47,-1 39-31,-65 26-1,25 27 1,54 13 0,13-39-16,40 52 15,13-26 17,0 0-17,-66-40 1,-503-53-1,105-12 1</inkml:trace>
  <inkml:trace contextRef="#ctx0" brushRef="#br0" timeOffset="12121.198">6866 6271 0,'0'0'15</inkml:trace>
  <inkml:trace contextRef="#ctx0" brushRef="#br0" timeOffset="12522.784">6496 6337 0,'0'0'16,"-67"-40"15,54 14-15,-13 12 0,12 1-1,28 13 1,92-13-1,171-40 1,28 0 0,-107 0-1,-132 40 1,27-53 0</inkml:trace>
  <inkml:trace contextRef="#ctx0" brushRef="#br0" timeOffset="12838.291">7183 5940 0,'0'0'0,"40"53"47,-27-40-32,14 27 1,-1 26-1,-13-13 1,-13 13 0,-39-26-1,-14-54 1,13-39 0,27-26-1,13 26 1,26-39-1,27 12 1,-26 14-16</inkml:trace>
  <inkml:trace contextRef="#ctx0" brushRef="#br0" timeOffset="13638.06">7567 6085 0,'53'0'63,"-13"-13"-48,39 0 1,-13-14 0,-26 1-16,0-40 15,-40 0 1,-27 13 0,-39 26-1,-40 27 1,-53 80-1,93-1 1,53 0 0,66 1-1,185-1 1,13-66 15,-65-79-15,-94-26-1,-52 12 1,-40 67-16,-13-27 16,-1 27-1,-25 26 1,12 40 0,1 13-1,26-39-15,0 26 16,13-27-1,-13-12 1,13-14 0,27-53-1,0 0 1,-1 26 0,-25 27 15,39 40-16,-27 0 1,0-1 0,-12-12-1,12-1 1</inkml:trace>
  <inkml:trace contextRef="#ctx0" brushRef="#br0" timeOffset="14204.6">8877 6019 0,'0'0'0,"0"-79"47,-13 66-32,-14 13-15,-13 26 16,-65 53-1,25 14 1,67 0 0,13-27-1,159-13 1,66-80 0,13-79-1,-119 27 1,-80 26-1,-25 40-15,-1-14 16,-26 27 15,-14 53-15,1-13 0,13 0-16,-14-1 15,14 41 1,13-27-1,53-14 1,-27-39 0,80-39-1,-79-41 1,-41 1 0,-39 0-1,-39 26 1,-67 39-1,106 54 1</inkml:trace>
  <inkml:trace contextRef="#ctx0" brushRef="#br0" timeOffset="15039.167">9816 6324 0,'0'0'0,"13"-80"31,-13 40-15,-13-26-1,-27 40 1,-13 13 0,-13 66-1,40 13 1,26 0-1,40-40 1,39-26 0,-39-13-16,65-93 15,-12-92 1,-53-1 0,-40 94-1,0 65 16,0 27-15,-27 39 0,-12 120-1,12 52 1,27-105-16,40 39 16,13-53-1,13-39 1,79-27-1,1-39 1,-53-120 0,-80 54-1,-26 65 1,-27 14 0,13 13-1,-12 26 1,-1 41-1,27-1 1,39 0 0,14-13-1,105-27 1,27-79 0,-39-39-1,-67 26 1,-40 26-1,1 93 17,-14 79-17,0-53-15,-13-12 16,-13 38 0,-40-78-1</inkml:trace>
  <inkml:trace contextRef="#ctx0" brushRef="#br0" timeOffset="15803.286">5186 5292 0,'0'0'0,"-13"0"78,-1-14-78</inkml:trace>
  <inkml:trace contextRef="#ctx0" brushRef="#br0" timeOffset="16002.15">5199 5345 0,'0'0'16,"-13"0"31,-14 13-32,14 0-15</inkml:trace>
  <inkml:trace contextRef="#ctx0" brushRef="#br0" timeOffset="16618.222">8136 6654 0,'0'0'16,"0"-13"31,-13 26-32</inkml:trace>
  <inkml:trace contextRef="#ctx0" brushRef="#br0" timeOffset="16789.175">8943 6720 0,'0'0'0</inkml:trace>
  <inkml:trace contextRef="#ctx0" brushRef="#br0" timeOffset="16983.822">9208 6707 0,'0'0'15</inkml:trace>
  <inkml:trace contextRef="#ctx0" brushRef="#br0" timeOffset="17235.855">7951 6720 0,'66'0'31,"-13"0"-15,39-13 0,-25 13-16</inkml:trace>
  <inkml:trace contextRef="#ctx0" brushRef="#br0" timeOffset="17400.025">9684 6866 0,'0'0'0,"-133"-53"32</inkml:trace>
  <inkml:trace contextRef="#ctx0" brushRef="#br0" timeOffset="18068.802">8625 5146 0,'0'0'0,"-13"-106"31,0 40-15,-27 13-1,-13 27 1,-26 13 0,0 52-1,39 1-15,27 0 16,-1-1-16,54 41 16,132-27-1,13-40 1</inkml:trace>
  <inkml:trace contextRef="#ctx0" brushRef="#br0" timeOffset="18268.182">8784 5159 0,'0'0'16,"-13"40"15,0 0-15,-14 13-1,14-14-15,-13 41 16,-1-41-1,1-12 1,-41-27 0,-38-132-1,78-93 1</inkml:trace>
  <inkml:trace contextRef="#ctx0" brushRef="#br0" timeOffset="18437.837">9208 4789 0,'0'0'0,"-14"53"31,-52 53-15,-13 66-1</inkml:trace>
  <inkml:trace contextRef="#ctx0" brushRef="#br0" timeOffset="18622.165">9565 5305 0,'0'0'0</inkml:trace>
  <inkml:trace contextRef="#ctx0" brushRef="#br0" timeOffset="19365.128">7223 8109 0,'0'0'0,"-13"-13"47,26 13 0,0 0-31,14 13-16,-1-13 0</inkml:trace>
  <inkml:trace contextRef="#ctx0" brushRef="#br0" timeOffset="19526.073">8520 8202 0,'0'0'0,"105"-66"63</inkml:trace>
  <inkml:trace contextRef="#ctx0" brushRef="#br0" timeOffset="19683.065">8930 8162 0,'0'0'0,"-27"-53"32,1 40-17,-27 0 1,-66-13-16</inkml:trace>
  <inkml:trace contextRef="#ctx0" brushRef="#br0" timeOffset="20147.833">7633 7289 0,'0'0'0,"0"-13"62,-13 13 1,0 0-47,0 13-16</inkml:trace>
  <inkml:trace contextRef="#ctx0" brushRef="#br0" timeOffset="20352.806">8546 7276 0,'0'0'0,"-13"0"47,0 0-31</inkml:trace>
  <inkml:trace contextRef="#ctx0" brushRef="#br0" timeOffset="20545.288">9697 7342 0,'-53'-66'47</inkml:trace>
  <inkml:trace contextRef="#ctx0" brushRef="#br0" timeOffset="20750.231">7514 7276 0,'0'0'16,"106"0"0,40 0-1,131 13-15</inkml:trace>
  <inkml:trace contextRef="#ctx0" brushRef="#br0" timeOffset="23882.501">1746 12012 0,'0'0'0,"0"-13"94,27 13-79,26-27-15,132-39 16,40-26 0,-40 12-1,-106 41 1,-13 12-16</inkml:trace>
  <inkml:trace contextRef="#ctx0" brushRef="#br0" timeOffset="24212.062">2368 11549 0,'0'0'0,"26"13"47,1 1-31,39 38-1,-13 1 1,0 0 0,-40-13-16,0-14 15,1 1-15,-14 13 16,0-14 0,-27-26 15,-39-79-16,13-186 1</inkml:trace>
  <inkml:trace contextRef="#ctx0" brushRef="#br0" timeOffset="25012.718">3797 9565 0,'0'0'0,"-53"-53"62,40 66-62,-93 80 16,-66 105-1,53 0 1,119-52 0,92-27-1,-12-66-15,12-27 16,226-52 0,-146-67-1,-80-39 16,-92-66-15,-39 92-16,-133-106 16,-93 93-1,-132 93 1</inkml:trace>
  <inkml:trace contextRef="#ctx0" brushRef="#br0" timeOffset="26858.947">1601 9909 0,'0'0'0,"-40"-106"31,27 79-15,-53-12-1,-14 39 1,41 0-16,-54 26 16,14 40-1,52 14 1,54-1 0,145 0-1,26-79 16,-52-39-31,-80-27 32,0-80-17,-53-105 1,-39 185 0,12 39-1,-12 1 1,-14 105-1,27 67 1,13-27 0,26-53-1,27 0 1,-26-26 0,52 12-16,14-25 15,-1-40 16,1-53-15,-27-67 0,-66 67-1,-26 26 1,-40 40 0,13 14-1,-27 78 1,67-39-1,26-13 1,14-14 0,26-26-1,-14-13 1,-12-40 0,12 13-1,-12 14 16,-14 13-31,0 13 16,40 26 0,-26 14-1,12 0 1,14 26 0,-26-40-1,-14 1 1,0-27-1,-13-40 17,0-13-32,27-66 15,-1 26 1,1 27 0,-14 13-1,13 27 16,-12 26-15,12 13 0,40 67-1,-53-41 1,14-12-16,-1 39 16,-12-13-1,-1-14 1,0-25-1,-13-1 1,0-26 15,0-1-15,27-52 0,-14 40-16,26-27 15,1 0 1,-13 27 15,-14-1-15,0 27-1,-13 13 17,0 14-17,13-1 1,0-13-1,1-13-15,12 0 16,1 0 0,-1-26-1,27-53 1,-40 12 0,-13 15-1,0 12 1,-13 27-1,13 52 17,0 80-17,0-13 1,26-26 0,27 12-1,-26-65 1,-14-14-1,-26-66 17</inkml:trace>
  <inkml:trace contextRef="#ctx0" brushRef="#br0" timeOffset="27026.848">3135 9287 0,'14'0'47</inkml:trace>
  <inkml:trace contextRef="#ctx0" brushRef="#br0" timeOffset="27311.267">3625 9353 0,'0'0'0,"-80"-13"31,41 13-15,-14 26-16,-27 133 15,54 53 1,79-27 0,0-53 15,-27-92-31,1 13 16,-27 0-1,-53-40 1,-53-53-16</inkml:trace>
  <inkml:trace contextRef="#ctx0" brushRef="#br0" timeOffset="27396.103">3228 9816 0,'0'0'0,"251"40"32</inkml:trace>
  <inkml:trace contextRef="#ctx0" brushRef="#br0" timeOffset="27958.916">2183 11390 0,'0'0'0,"0"-13"63,39 13-63,41-13 16,158-40-1,-66 13 1,-132 27-1,66-40-15</inkml:trace>
  <inkml:trace contextRef="#ctx0" brushRef="#br0" timeOffset="28329.178">2725 11020 0,'0'-13'47,"13"26"-31,1 13-16,12 1 16,1 39-1,-1-26-15,27 39 16,-13 0-1,-1-39 1,-25-13 15,-41-27-15,-39-27 0,13-26-1,0-66 1,27-159-1,26 225-15</inkml:trace>
  <inkml:trace contextRef="#ctx0" brushRef="#br0" timeOffset="28664.257">3612 10729 0,'0'0'0,"13"13"62,0-13-62,0 0 16</inkml:trace>
  <inkml:trace contextRef="#ctx0" brushRef="#br0" timeOffset="28857.832">4339 10755 0,'0'0'0,"-53"14"31</inkml:trace>
  <inkml:trace contextRef="#ctx0" brushRef="#br0" timeOffset="29034.082">4352 10782 0,'-79'-13'15</inkml:trace>
  <inkml:trace contextRef="#ctx0" brushRef="#br0" timeOffset="31424.092">4352 8348 0,'0'0'0,"27"-67"63,-27 54-48,0 0-15,0 0 16,0 0 0,-27-1 15,14 1-31,-13 13 16,-80 0-1,13 0 1,-13 27-1,-52 52 17,65 0-32,0 67 31,67 65-15,66-25-1,171-41 1,1-118-1,26-80 1,-13-53 0,-106-53-1,-106 67-15,-66-120 16,-132 80 0,-119 79-1</inkml:trace>
  <inkml:trace contextRef="#ctx0" brushRef="#br0" timeOffset="33820.166">4405 8678 0,'0'0'0,"-26"14"63,13-1-63,-27 0 0</inkml:trace>
  <inkml:trace contextRef="#ctx0" brushRef="#br0" timeOffset="34054.651">4299 8718 0,'0'0'0,"-105"53"63</inkml:trace>
  <inkml:trace contextRef="#ctx0" brushRef="#br0" timeOffset="34974.311">3612 6866 0,'0'0'0,"-146"79"63</inkml:trace>
  <inkml:trace contextRef="#ctx0" brushRef="#br0" timeOffset="35602.014">4233 10054 0,'0'0'0,"-13"0"94,0 0-78</inkml:trace>
  <inkml:trace contextRef="#ctx0" brushRef="#br0" timeOffset="35811.869">4207 10134 0,'13'-14'62</inkml:trace>
  <inkml:trace contextRef="#ctx0" brushRef="#br0" timeOffset="36019.692">4207 10134 0,'0'0'0,"92"26"16,-105-26 15,0 0-31</inkml:trace>
  <inkml:trace contextRef="#ctx0" brushRef="#br0" timeOffset="36986.817">4551 11417 0,'0'0'0,"-40"-40"47,14 27-32,12 0 1,-52-27-16,0 0 31,0 1-15,0 12 0,26 14-16,-39 0 15,-1-1 1,1 14-1,0 14 1,39-1-16,-39 13 16,-1 27-1,14 40 1,13 79 0,13 53-1,40-106 1,0 79-16,53-39 31,40-53-15,66-67-1,158-25 1,-92-80 0,0-27-1,-53-39 1,-106-54-1,-172-171 1,-158 132 0,-14 93-1</inkml:trace>
  <inkml:trace contextRef="#ctx0" brushRef="#br0" timeOffset="47852.825">5278 8572 0</inkml:trace>
  <inkml:trace contextRef="#ctx0" brushRef="#br0" timeOffset="48493.312">5715 8692 0,'0'0'0,"26"-53"47,-26 39-31,14 1-1,12 0 1,-26 0-16,13-1 16,-13 28 30,-13 25-46,-53 67 16,26-40 0,14 14-1</inkml:trace>
  <inkml:trace contextRef="#ctx0" brushRef="#br0" timeOffset="48624.541">5940 8811 0,'-93'39'31,"27"14"-31</inkml:trace>
  <inkml:trace contextRef="#ctx0" brushRef="#br0" timeOffset="49593.127">5821 8652 0,'0'0'0,"0"-27"63,0 41-48,0-1-15,0 0 16,-13 53-1,-40 40 1,0 0-16</inkml:trace>
  <inkml:trace contextRef="#ctx0" brushRef="#br0" timeOffset="49742.487">6085 8864 0,'0'0'0,"-66"0"32,-26 39-32,-67 41 15</inkml:trace>
  <inkml:trace contextRef="#ctx0" brushRef="#br0" timeOffset="50475.145">5861 8639 0,'0'0'0,"0"-27"62,0 40-62,0 40 16,-27 0-1,1-13-15,-14 13 16</inkml:trace>
  <inkml:trace contextRef="#ctx0" brushRef="#br0" timeOffset="50674.202">5927 8572 0,'0'0'0,"-80"53"31,14 0-15,-93 119-1,67-79 1</inkml:trace>
  <inkml:trace contextRef="#ctx0" brushRef="#br0" timeOffset="50906.46">5887 8692 0,'0'0'0,"-13"52"16,0-12-1,-14 40 1,-52 65 0</inkml:trace>
  <inkml:trace contextRef="#ctx0" brushRef="#br0" timeOffset="51074.664">5847 8877 0,'-106'92'62,"54"-39"-62,-1-13 0</inkml:trace>
  <inkml:trace contextRef="#ctx0" brushRef="#br0" timeOffset="51257.942">5887 8877 0,'0'0'0,"-93"53"31,27 0-31,-26 26 16</inkml:trace>
  <inkml:trace contextRef="#ctx0" brushRef="#br0" timeOffset="51457.894">5728 8586 0,'-39'66'31,"-1"0"-15,-132 238-1</inkml:trace>
  <inkml:trace contextRef="#ctx0" brushRef="#br0" timeOffset="51641.405">5808 8824 0,'0'0'16,"-53"26"-1,-93 107 1,27-14 0</inkml:trace>
  <inkml:trace contextRef="#ctx0" brushRef="#br0" timeOffset="52288.45">7131 10782 0,'0'0'0,"79"26"31,53 1-15</inkml:trace>
  <inkml:trace contextRef="#ctx0" brushRef="#br0" timeOffset="53612.089">7805 10848 0,'0'-13'62</inkml:trace>
  <inkml:trace contextRef="#ctx0" brushRef="#br0" timeOffset="53824.229">7805 10848 0,'0'0'0,"-66"-40"16,53 40 78,0 0-79,-1 0-15</inkml:trace>
  <inkml:trace contextRef="#ctx0" brushRef="#br0" timeOffset="54539.115">7686 10795 0,'-40'-13'62,"14"13"-62,13 0 16,-27 0 0,27 0-16,-14 0 15,1 0 1,13 0 0,-1-13 15,1 13-16,-13 0 1,-27 0 0,0 13-1,0 0 1,40-13-16,-14 0 16,27 13-1,0 0 32,0 1-31,0-1-1,0 13 1,14-12 0,25-1-1,-12 0 1,12 0 15,-12 1-15,26-14-1,-27 13-15,40-13 16,27 0 0,26 0-1,40-13 1,-93-1-16,0 14 15,-13-13 1,-13 0 0,-27 13-1,-13-13 1,-13 13 0,-1-14-1</inkml:trace>
  <inkml:trace contextRef="#ctx0" brushRef="#br0" timeOffset="54705.665">8083 10821 0,'0'0'15,"-93"-52"17,67 38-32,13 14 15,-53 0 1,-67 27-1</inkml:trace>
  <inkml:trace contextRef="#ctx0" brushRef="#br0" timeOffset="54865.906">7739 10808 0,'0'0'0</inkml:trace>
  <inkml:trace contextRef="#ctx0" brushRef="#br0" timeOffset="57870.929">8546 10716 0,'0'0'0,"0"-14"47,-13 14 0,0-13-31,-1 13-16,1-13 15,-13 13-15,-14-13 31,-13-1-15,0-12 0,-13 0-1,0 12 1,-53 1 0,39 0-1,1 13 1,0-13-1,39 13-15,-39 0 16,-14 0 0,0 13-1,14 0 1,0-13 0,-40 27-1,13-1 1,-13 14-1,13-1 17,-40 67-17,41 0 1,12 40 0,66-1-1,14-26 1,13 0-1,0-53 1,27 27 0,-1-14-1,27 54 1,0-54 0,0 0-1,0 1 1,13-14 15,13 13-31,-13-26 31,14-13-15,-1 13 0,146 26-1,-26-39 1,-41-14-1,1 1 1,0-1 0,0-26-1,-80 0-15,93 0 16,-13 0 0,-27-13-1,-26 0 1,-53-14-1,13 1 17,-13-27-17,-14-13 1,1-27 0,40-105-1,-41 65 1,-26 67-1,1-26 1,-14-120 0,-40 80-1,0 66 1,-52-40 0,-80-27-1,-133-12 1,94 79-1,-27 13 17,-27 40-17,-92 13 1</inkml:trace>
  <inkml:trace contextRef="#ctx0" brushRef="#br0" timeOffset="92341.605">15386 10372 0,'0'0'0,"-53"-80"47,39 54-47,-12-40 15,-53-14 1,26 54 15,0-1-15,39 27-16,1 14 31,13 12-31,0 67 16,27 65-1,65-12 1,41-14 0,171 106-1,-40-52 1,67-14-1,53-40 1,52-40 0,-224-65-1,198-14-15,-26-66 32,-1-66-17,-25-53 1,-81-53-1,1-53 1,-185 133 0,-40 39-1,-40 40 1,-13 40-16,13-1 16,-13 1-1,0 39 16,-26 13-31,-27 40 16,-146 133 0,173-146-1,13-27 17,13-13-17,13-65 1,40-81-1,0 1 1,-40 92 0,0 14-1,-13 13-15,0 26 47,14 0-47,-1 14 16,-13 12-16,39 54 15,1-1 1,0 1 0,-14-14-1,-26-12 17,-13-41-32,-53 27 0,-119-27 31,-67-26-16,-52-39 1,53-1-16</inkml:trace>
  <inkml:trace contextRef="#ctx0" brushRef="#br0" timeOffset="93305.769">19156 12462 0,'0'0'16,"-27"-13"31,41 13-16,-1 0-15,27-14-16,132-39 15,52-13 1,-144 27 0,-1-1-1,-52 14 1</inkml:trace>
  <inkml:trace contextRef="#ctx0" brushRef="#br0" timeOffset="93638.101">19579 12211 0,'13'-14'46,"-13"28"-30,14-1 0,-1 13-16,13 40 15,1 0 1,-1 1 0,-26-14-1,-13-27 16,0-26-31,-40-13 16,0-27 0,13-13-1,40-106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7:19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7250 11086 0,'0'0'0,"-14"26"79,-12 1-79,13-1 15</inkml:trace>
  <inkml:trace contextRef="#ctx0" brushRef="#br0" timeOffset="233.235">7250 11509 0,'13'0'63,"-13"14"-47</inkml:trace>
  <inkml:trace contextRef="#ctx0" brushRef="#br0" timeOffset="8460.687">17674 10782 0,'13'0'532,"1"0"-501,-1 0 0,0 0 79,0 0-32,-13 13-63,14-13 1,-1 0 15,0 13 0,0-13-15,0 13 0,14-13-1,-14 14 1,0-1 0,1-13-16,-1 13 15,13 0 1,1 1-1,-14-1 1,13 0 0,1 14-1,-14-14 1,0 0 0,1 13-1,-1-12 1,13 25 15,-12-12-15,-1-1-1,0 1 1,-13 12 0,13-12-1,-13-1 1,13 1-1,-13 12 1,0-25 0,0 25-1,0-25 1,0 12 0,-13 14-1,-13-14 1,13 1 15,-14 12-15,1-12-1,-1 26 1,1-27 0,-1 1-1,1-1 1,-14 1-1,14-14 1,-1 0 0,1 0-1,-14 1 1,-26 12 0,39-26-1,1 13 1,-1-13-1,14 0 17,13-13 108,13 0-140,1 0 16,-1-1-16,13-12 16,1-14-1,13 14 1,-14-1-1,-26 14 1,26 13 0,-26-13-1,-13 26 63,0 0-78,-13 0 16,-14 14-16,13-1 16,1-12-16,-27 25 15,27 1 1,12-27 0,14 14-1,0-1 16,14-13-31,-1 14 32,13-14-17,14 0 1,39 14 0,-39-14-1,0 0 1,-27-13-1,-13-13 48,0 0-47,0-1-16,0-38 15,-13-28 1,-1 1-1,-12-27 1,13-13 15,13 106-31</inkml:trace>
  <inkml:trace contextRef="#ctx0" brushRef="#br0" timeOffset="12856.047">17423 6548 0,'0'0'0,"0"14"78,0-1-78,-27 13 16,1 14 0</inkml:trace>
  <inkml:trace contextRef="#ctx0" brushRef="#br0" timeOffset="13606.22">21444 6787 0,'-13'0'78,"0"13"-78,0 0 16</inkml:trace>
  <inkml:trace contextRef="#ctx0" brushRef="#br0" timeOffset="13860.718">21312 6853 0,'0'0'0,"-13"13"63</inkml:trace>
  <inkml:trace contextRef="#ctx0" brushRef="#br0" timeOffset="14017.289">21206 6879 0</inkml:trace>
  <inkml:trace contextRef="#ctx0" brushRef="#br0" timeOffset="14959.109">5755 7752 0,'39'-13'46,"-25"13"-30,-14 13 0,0 14-1</inkml:trace>
  <inkml:trace contextRef="#ctx0" brushRef="#br0" timeOffset="15870.494">6165 8890 0,'0'0'0,"-13"-13"62,26 26-31,13-13-15,1 13 0,39 0-1,79-13 1,120-13 0,66-13-1,-146 26-15,172 0 16,-53 0-1,-92 13 1,-119-13 0,-40 13-1,-1-13 1,-38 0 0,-14 13 109,-14-13-125</inkml:trace>
  <inkml:trace contextRef="#ctx0" brushRef="#br0" timeOffset="19302.242">17727 10861 0,'0'-26'62,"0"12"-62,13 14 110,1 0-95,12 14-15,27-1 16,13 0 0,-13 14-1,-27-14 1,14 13 0,0 1-1,-14 12 1,1 1-1,-1 13 1,1 26 0,-14-26-1,-13 0 1,-13 27 0,-14-41-1,14 14 1,-27 0-1,1 0 1,-28 13 15,28-26-15,-1 0 0,14-27-1,-14 27 1,13-27-1,1-13 1,13 13 0,-14-13-1,14 0 1,0 0 0,0 13-1,-1-13 1,1 0-1</inkml:trace>
  <inkml:trace contextRef="#ctx0" brushRef="#br0" timeOffset="20050.736">17873 11589 0,'0'0'0,"26"-27"62,-39 41-15,0-1-31,-14 0-1,14 13 1,-40 1 0,13-1-16,-13 14 15,0-13 1,27-1-1,13-13 1,13 14 0,13-27-1,13 13 1,1 0 0,39 0-1,-26 1 1,-14-1-1,1 13 1,-1-13 15,1 1-15,-14-14 0,-13-14 15,0-12-16,-13-14 1,13-26 0,-14 0-1,1 13 1,0 27-16,13 12 16,0-25-1,0 26 16,0 26-15</inkml:trace>
  <inkml:trace contextRef="#ctx0" brushRef="#br0" timeOffset="20800.133">17859 11549 0,'0'0'0,"27"-26"62,-40 39 16,-1 13-62,-25 1-16,-27 12 16,-1 1-1,14 0-15,-26 26 16,13-13-1,26 0 1,40-27 0,53-13-1,13-39 1,0 0 0,-26-1-1,-27 27 1,14 13-1,13 14 1,-1-1 0,1 14 15,-14-27-15,-26-39 15,14-14-16,-14-26 1,0 26-16,0-26 16,0 0-1,13 0 1,-13 26 0,13 0-1,-13 27 1,0 0-1,-13 13 1</inkml:trace>
  <inkml:trace contextRef="#ctx0" brushRef="#br0" timeOffset="21504.116">17899 11470 0,'0'0'0,"13"-14"62,-26 28-31,0-1-31,0 0 16,-14 14 0,-26 26-16,0-14 15,14-12 17,-1-1-17,0 1 1,27-14-16,-27 13 15,1 1 1,-1-1 0,13-13-1,27 14 1,40-27 0,0 0-1,0 0 1,-14 0-1,-13 0 17,27 13-17,0 14 1,26 12 15,-40-12-15,-13-27-1,1 0-15,-14-14 94</inkml:trace>
  <inkml:trace contextRef="#ctx0" brushRef="#br0" timeOffset="31224.046">7025 8652 0,'0'0'0,"13"0"62,0 13-62</inkml:trace>
  <inkml:trace contextRef="#ctx0" brushRef="#br0" timeOffset="31525.139">8572 8890 0,'0'0'0,"27"40"47,-27-27-31,0 0 0,-13 0-1,-27 1 1</inkml:trace>
  <inkml:trace contextRef="#ctx0" brushRef="#br0" timeOffset="33339.529">17674 10742 0,'0'-26'62,"13"26"1,1 0-63,-1 0 15,53 26 1,-40-13 0,54 40-1,12 0 1,-25 13-1,-1 14 1,-27-1 0,-12 40-1,-40-40 1,-1-26-16,-12-13 16,-53 106-1,26-41 1,0-25-1,13-14 1,-13-13 0,13-27-1,1 1 1,12-27 0,14 0 15,0 0-16,0-13 1,13-1 0,0 1-1</inkml:trace>
  <inkml:trace contextRef="#ctx0" brushRef="#br0" timeOffset="33957.218">17886 11562 0,'0'0'0,"13"-26"47,-26 39 0,0 14-32,-14-1-15,-13 14 16,-39 39 0,0 0-1,26-12 1,40-15-1,13-25-15,0-1 16,39 1 0,41-1-1,-1-12 1,14-1 15,-54 0-15,-25-13-1,-14-13 32,0-40-31,-27-27 0,14 1-1,0 39-15,-1-52 16,14 26-1,0 13 1,0 40 0</inkml:trace>
  <inkml:trace contextRef="#ctx0" brushRef="#br0" timeOffset="34138.944">17727 11761 0,'0'0'0,"13"-27"47,1 14-31,-14-13-1</inkml:trace>
  <inkml:trace contextRef="#ctx0" brushRef="#br0" timeOffset="35122.287">17873 11959 0,'0'0'0,"0"-26"63,13 39-16,0 13-32,14 1-15,-1-1 0,27 40 16,0 1 15,0-1-15,-40-40-16,27 40 15,-40 27 1,0 0 0,-14-1-1,-38 27 1,12-66-1,0 0 1,0-13 0,-26-14-1,40-26 1,13 0 0,13-13 77,13 0-93,0 0 16,0-27 0,14-13-16</inkml:trace>
  <inkml:trace contextRef="#ctx0" brushRef="#br0" timeOffset="35520.911">17992 12674 0,'-14'39'15,"28"-78"-15,12-1 47,-39 53-31,0 14 0,-1-1-16,-38 27 15,-28 40 16,54-54-31,12 1 32,14-14-17,27 1 1,52-1 0,1-26-1,-14 14 1,-40-14-1,-12 0 1,-14-14 0,0-12-1,0-40 1,0 0 0,-14-14-16,-25-39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8:06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12515 4974 0,'106'-53'47,"-27"40"-47,40 13 15,119 26 1</inkml:trace>
  <inkml:trace contextRef="#ctx0" brushRef="#br0" timeOffset="1369.792">16894 4895 0,'0'0'0</inkml:trace>
  <inkml:trace contextRef="#ctx0" brushRef="#br0" timeOffset="2428.021">12025 5649 0,'14'0'125,"12"0"-109,14 13-16,185-13 16,158 27-1,67-1 1,-199-13-1,-13 14-15,292-14 32,-398 0-17,-106-13 1,-12 13-16</inkml:trace>
  <inkml:trace contextRef="#ctx0" brushRef="#br0" timeOffset="2942.149">14155 5662 0,'0'0'0,"0"-13"63,13 13-47,1 13-1,-1-13 1,27 27-1,-27-1-15,0 27 16,0 13 0,-13 0-1,-26-13 1,-14-13 0,-52-1-1,25-39 1,41 0-1,-1-26 17,27-27-17,0 27-15,27-54 16,13-12 0,-14 26-16</inkml:trace>
  <inkml:trace contextRef="#ctx0" brushRef="#br0" timeOffset="3924.393">14486 5834 0,'0'0'15,"13"-26"32,-26 26 78,0 13-125,-1-13 16</inkml:trace>
  <inkml:trace contextRef="#ctx0" brushRef="#br0" timeOffset="5873.32">15690 4802 0,'0'0'0,"-13"-13"47,26 26 15,13-13-46,14 13-16,26 1 16,133 12-1,-80-13-15,-14 1 16,200 25 0,-120-12-1,-40-14 1,1-13-1,119 13 1,-54-13 15,-26 0-31,-66 0 32,-52-13-17,-28 13-15,67-13 16,-13-14-1,-1 14 1,-26-13 0,14-14-1,-27 0 1,-14 0 0,-12 14-1,-1-27 1,-12 13-1,-1-39 1,-13 26 0,-27 0 15,-26-26-15,-13 26-1,-13 13 1,-14-13-1,1 14 1,-27-14 0,-40 0-1,40 13 1,0 14 0,0-1-1,-133 1 1,80 26-1,0 0 1,14 13 0,-1 13 15,-53-12-15,133-1-1,-1 0 1,-65 27-1,-1 0 1,54-14 0,-1 0-1,14 14 1,13 0 0,-14 13-1,41 0 1,-1 0-1,14-14 1,-14 54 15,13-27-15,1 0 0,-14-13-1,27-13 1,0 13-1,13-14 1,26-12 0,27 26-1,159 39 1,26-26 0,40-13-1,66-13 1,172-13-1</inkml:trace>
  <inkml:trace contextRef="#ctx0" brushRef="#br0" timeOffset="9089.069">18137 4577 0,'13'0'78,"27"0"-78,39 0 16,27 0-16,331 66 15,-133 1 16,-13-1-15,-172-40-16,-39 1 0,12-1 31,-79-26-15,1 0-16,-14 13 16,-66-26-1</inkml:trace>
  <inkml:trace contextRef="#ctx0" brushRef="#br0" timeOffset="9453.369">19645 4696 0,'0'0'0,"14"0"78,-1 27-62,-13-14-16,13 13 15,13 41 1,-12 25 0,-14 41-1,-27-81 1,14-25-1,0-27 1,-14-13 0,1-27-1,13-92 1,13 26 0,13 0-1</inkml:trace>
  <inkml:trace contextRef="#ctx0" brushRef="#br0" timeOffset="17049.874">18984 3942 0,'0'0'0,"66"0"47,-53 0-47,14 0 0,39 0 15,53 27 1</inkml:trace>
  <inkml:trace contextRef="#ctx0" brushRef="#br0" timeOffset="17247.635">21021 4207 0,'0'0'0,"80"-13"46,-1 26-46</inkml:trace>
  <inkml:trace contextRef="#ctx0" brushRef="#br0" timeOffset="25323.645">12488 11020 0,'0'0'0,"-79"0"32,13 13-17,26 14 1,14-14-16,-93 40 16</inkml:trace>
  <inkml:trace contextRef="#ctx0" brushRef="#br0" timeOffset="31449.568">11456 10332 0,'-13'-13'62</inkml:trace>
  <inkml:trace contextRef="#ctx0" brushRef="#br0" timeOffset="31650.262">11456 10332 0,'0'0'0,"-13"53"16</inkml:trace>
  <inkml:trace contextRef="#ctx0" brushRef="#br0" timeOffset="31826.396">11456 10411 0</inkml:trace>
  <inkml:trace contextRef="#ctx0" brushRef="#br0" timeOffset="33201.463">17992 10094 0,'0'0'0,"26"0"62,-13 0-62,-13-13 78,0-1-78,-13 14 16,0-26 0,-40 26-1,0 0 1,27 0-16,-14 0 16,13 26-1,1 14 1,26 0-1,26 13 17,27-40-17,0-26 1,27-27 0,-14 0-1,-26 14 1,-40 39 15,13 14-15,0 25-1,-13-25-15,13 26 16,67 26 0</inkml:trace>
  <inkml:trace contextRef="#ctx0" brushRef="#br0" timeOffset="33634.458">18653 10147 0,'-79'-13'62,"52"13"-46,-52 13 0,52 13-1,27-13 1,53-13 0,106-79-1,-66 13-15,65-93 16,-91 40-1,-41 40 1,-26 39 15,13 14-15,-66 105 0,-39 119-1,39-26 1,53-92-1,0-54-15,53 40 16,-27-52-16</inkml:trace>
  <inkml:trace contextRef="#ctx0" brushRef="#br0" timeOffset="33949.912">19156 10067 0,'0'0'0,"13"67"47,0-41-47,14 0 16,12 41 0,1-28-1,0-25 1,-27-14-16,40-40 15,13-53 1,-13 1 0,-13 12-1,-27 41 1,-26 25 0,-14 41-1</inkml:trace>
  <inkml:trace contextRef="#ctx0" brushRef="#br0" timeOffset="34516.959">19632 10147 0,'0'0'0,"0"13"62,13 0-46,-13 0-16,0 1 16,14 25-1,12-39 1,14-26 0,13-27-1,-14 0 1,-39 40-16,0-14 15,-13 14 1,-13 13 15,-54 0-15,1 66 0,66-13-1,52-13 1,67-14-1,106-52 1,-120 13-16,14-40 16,-66 13-1,0-13 1,-27 13 0,-13 14-1,0 39 1,-13 40-1,-14 106 1</inkml:trace>
  <inkml:trace contextRef="#ctx0" brushRef="#br0" timeOffset="34663.325">20598 10186 0,'0'0'16</inkml:trace>
  <inkml:trace contextRef="#ctx0" brushRef="#br0" timeOffset="34940.177">20611 10213 0,'0'0'0,"-13"-40"62,26 40-46,0 0-1,1-13 1</inkml:trace>
  <inkml:trace contextRef="#ctx0" brushRef="#br0" timeOffset="35120.194">20915 10306 0,'0'0'0,"40"0"46,0 0-30</inkml:trace>
  <inkml:trace contextRef="#ctx0" brushRef="#br0" timeOffset="35282.028">22291 10332 0,'0'0'0,"-119"-13"47,-93-27-47</inkml:trace>
  <inkml:trace contextRef="#ctx0" brushRef="#br0" timeOffset="36166.827">17701 9776 0,'0'0'15,"-27"-39"32,27 25-31,0 1-1,13 13 48,40-13-47,53 0-16,53 0 15,264-67 1,-52-12-1,-173 25 1,-132 28 0,-119 12-1,-105 27 1</inkml:trace>
  <inkml:trace contextRef="#ctx0" brushRef="#br0" timeOffset="36614.504">18296 9353 0,'0'0'16,"-53"26"30,13 1-30,-65 13 0,-1 13-1,13 13 1,14 0 0,52-40-16,1 14 15,26 13 1,26-13-1,40-14 1,53 0 0,-52-39-1,-14-26 17,-14-80-17,-39-80 1,-132-13-1</inkml:trace>
  <inkml:trace contextRef="#ctx0" brushRef="#br0" timeOffset="37433.229">7633 9631 0,'80'13'32,"-67"-13"-17,-13 13-15,13-13 16,0 14-16</inkml:trace>
  <inkml:trace contextRef="#ctx0" brushRef="#br0" timeOffset="38780.078">6628 9750 0,'0'0'0</inkml:trace>
  <inkml:trace contextRef="#ctx0" brushRef="#br0" timeOffset="39045.571">6813 9922 0,'0'0'0,"0"-13"63,-13 13-63,-14-14 15</inkml:trace>
  <inkml:trace contextRef="#ctx0" brushRef="#br0" timeOffset="39206.258">6628 9975 0,'0'0'0</inkml:trace>
  <inkml:trace contextRef="#ctx0" brushRef="#br0" timeOffset="39392.413">6575 10054 0</inkml:trace>
  <inkml:trace contextRef="#ctx0" brushRef="#br0" timeOffset="39579.027">6654 10107 0,'0'0'0,"14"-13"62</inkml:trace>
  <inkml:trace contextRef="#ctx0" brushRef="#br0" timeOffset="40212.036">4339 10385 0,'13'0'78,"1"0"-63,12 0-15,53 0 16,14 0 0,158 0-1,-211 0 1</inkml:trace>
  <inkml:trace contextRef="#ctx0" brushRef="#br0" timeOffset="40415.28">4458 10266 0,'0'0'0,"0"-13"46,0 52-30,0 27 0,-39 133-1,-14-14 1</inkml:trace>
  <inkml:trace contextRef="#ctx0" brushRef="#br0" timeOffset="41012.186">5318 9962 0,'0'0'0,"-79"105"62,-14 14-62,-26 27 16,-106 171 0,159-211-16,13-26 15,27 39 1,26-66-1,13 0 1,0-40 0</inkml:trace>
  <inkml:trace contextRef="#ctx0" brushRef="#br0" timeOffset="41228.175">5530 10478 0,'0'0'15,"66"-14"32,-13 14-31,0-13-16,-27 13 0</inkml:trace>
  <inkml:trace contextRef="#ctx0" brushRef="#br0" timeOffset="41776.667">4141 10517 0,'0'0'0,"0"-13"47,-13 13 16,13 13-63</inkml:trace>
  <inkml:trace contextRef="#ctx0" brushRef="#br0" timeOffset="42030.397">6112 10438 0,'0'0'0,"-13"-40"63,13 27-48</inkml:trace>
  <inkml:trace contextRef="#ctx0" brushRef="#br0" timeOffset="42396.231">3876 10610 0,'27'0'62,"-14"0"1</inkml:trace>
  <inkml:trace contextRef="#ctx0" brushRef="#br0" timeOffset="42659.727">5794 10411 0,'0'0'0,"-13"-39"63,-13 39-63,-27 0 15</inkml:trace>
  <inkml:trace contextRef="#ctx0" brushRef="#br0" timeOffset="42975.584">3889 10623 0,'0'0'0,"27"0"62,-14 0-46,-13-13 15,13 0-15</inkml:trace>
  <inkml:trace contextRef="#ctx0" brushRef="#br0" timeOffset="43208.629">6019 10491 0,'-13'-27'63,"0"14"-47,-93 0-1</inkml:trace>
  <inkml:trace contextRef="#ctx0" brushRef="#br0" timeOffset="43492.673">4022 10663 0,'0'0'0,"13"0"62,0 0-62,0 0 16,40-14-1,-39 14-15</inkml:trace>
  <inkml:trace contextRef="#ctx0" brushRef="#br0" timeOffset="43708.78">6085 10504 0,'0'0'16,"-66"-26"15,40 26-15,-27 0-1</inkml:trace>
  <inkml:trace contextRef="#ctx0" brushRef="#br0" timeOffset="45257.365">5715 10530 0,'0'0'0,"53"-13"63,-27 0-63,14 13 15,53-26 1,-54 26-1,1-14-15,26 14 16,-53 14 15,-52-14-15,-27 13 0,-53-13-1,66-13 1,26-1-1,14 14 1,26 0 15,14 0-15,26 0 0,-14 14-1,-12-14 1,-41 0-1,-52 0 1,-40 0 0,1 0-1,65 0 1,13 0 0,-12 0-1,78 0 16,67-14-15,-40 14-16,40-13 16,-53 13-1,-26 0 1,-54 0 0,-39 13-16,-27 1 15,-171-1 1,211-13-1,27 0 1,39 0 15,93 0-15,92 0 0,-39-13-1,-120 13 1,-25 0-1,-266 39 1</inkml:trace>
  <inkml:trace contextRef="#ctx0" brushRef="#br0" timeOffset="48554.437">2725 9644 0,'0'0'0,"0"-53"31,13 27-31,-13-1 16,0-12-1,-13 12 1,-13 1 0,-93 39-1,13 53 1,40 27 0,39 12 15,93 1-16,1-53-15,131 40 16,0-67 0,-79-52-1,-66-14 1,0-92 0,-53 39-1,0 27 1,-13 13-1,13 40 1,-13 26 0,26 40-1,0 13 1,1 14 15,-1-1-15,0-53-1,-13-12 1,0-28 0,0-25-1,0-41 1,0 41-16,-26-41 16,12 27-1,1 27 1,13 13-1,27 13 1,52 0 0,14 26-1,-1 1 1,-39 12 0,-13 27 15,-27-26-16,-13-13 1,13-14 0,-39-26 15</inkml:trace>
  <inkml:trace contextRef="#ctx0" brushRef="#br0" timeOffset="48704.823">3294 9287 0,'0'0'0,"79"0"47</inkml:trace>
  <inkml:trace contextRef="#ctx0" brushRef="#br0" timeOffset="49139.652">3717 9737 0,'0'0'0,"93"13"62,-67 0-62,-12 0 16,12 1-16,1 25 15,-27 1 1,0-27 0,13-92 30,40-1-30,0 14 0,-14 53-1,-25 13-15,12 0 16,27 40 0,-13 13-1,-14-14 1,1 1-1,-14 0 1</inkml:trace>
  <inkml:trace contextRef="#ctx0" brushRef="#br0" timeOffset="50020.299">4789 9062 0,'0'0'0,"13"93"47,-13 26-31,-13 132-16,0-79 31,13-66-15</inkml:trace>
  <inkml:trace contextRef="#ctx0" brushRef="#br0" timeOffset="50186.424">4591 9393 0,'0'0'0,"79"13"47,0 13-47,67 1 16</inkml:trace>
  <inkml:trace contextRef="#ctx0" brushRef="#br0" timeOffset="50505.539">5120 9379 0,'0'0'0,"-40"14"62,40 39-62,-13 0 16,13 79-1,0-79 1,26-40 0,1-39-1,12-80 1,-39 53 0,14-53-16,-28 53 31,-12 13-16,-14 54 1</inkml:trace>
  <inkml:trace contextRef="#ctx0" brushRef="#br0" timeOffset="50853.617">5530 9300 0,'0'0'0,"-13"-53"47,-1 40-47,1 13 15,-13 53 1,-1 13 0,40 13-1,14-39 1,-1 0-16,93 52 31,-52-52-15,-41-27-1,-105-26 17,-1 0-32,-105 0 15,53-14 1</inkml:trace>
  <inkml:trace contextRef="#ctx0" brushRef="#br0" timeOffset="51170.861">6138 9260 0,'0'0'0,"-13"-52"31,-13 25-15,-41 14-16,-38 39 31,-1 67-15,93-14-16,52 80 16,67-40-1,26-40 1,-13-12-1,-79-54 1,-27 13 0,-357-13-1</inkml:trace>
  <inkml:trace contextRef="#ctx0" brushRef="#br0" timeOffset="52018.043">14129 10385 0,'0'0'0,"-27"0"62,14 0-62,-13-13 0</inkml:trace>
  <inkml:trace contextRef="#ctx0" brushRef="#br0" timeOffset="52206.484">13824 10570 0,'0'0'0</inkml:trace>
  <inkml:trace contextRef="#ctx0" brushRef="#br0" timeOffset="52408.006">15610 10755 0,'0'0'0</inkml:trace>
  <inkml:trace contextRef="#ctx0" brushRef="#br0" timeOffset="52617.654">16259 10848 0,'0'0'0</inkml:trace>
  <inkml:trace contextRef="#ctx0" brushRef="#br0" timeOffset="52817.234">16245 10808 0</inkml:trace>
  <inkml:trace contextRef="#ctx0" brushRef="#br0" timeOffset="52994.448">16206 10835 0,'0'0'0</inkml:trace>
  <inkml:trace contextRef="#ctx0" brushRef="#br0" timeOffset="53158.601">16351 10835 0,'0'0'0</inkml:trace>
  <inkml:trace contextRef="#ctx0" brushRef="#br0" timeOffset="53287.977">16338 10888 0,'0'0'0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6-07T07:09:10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7369 4855 0,'0'0'0,"66"-13"16,-40 0 0,67 13-1,-14-14-15</inkml:trace>
  <inkml:trace contextRef="#ctx0" brushRef="#br0" timeOffset="185.993">7395 4948 0,'0'0'16,"79"-14"-16,54-25 16</inkml:trace>
  <inkml:trace contextRef="#ctx0" brushRef="#br0" timeOffset="7260.649">5411 5609 0,'13'0'109,"0"0"-93,53 13 0,27-13-1,79 0 1,26 14-1,-26 12 1,-39-26 0,-80 13-16,-1-13 15,1 0 1,27 14 0,105-14-1,0-14 16,-13-12-15,-79 13 0,-40-1-1,26-25 1,-53 12 0,1 1-1,-14-1 1,0-39-1,1 27 1,-14 12 0,0-13-1,-14 14 1,-12-14 0,-1 14-1,1-1 1,-27 1 15,-26-14-15,-54-13-1,28 27 1,-1-1 0,0 1-1,40 13-15,13-1 16,-132-12-1,-14 26 1,14 0 0,26 0-1,-66 13 1,80-13 0,-1 0-1,14 0 16,26 0-15,67 0-16,-54 0 16,-66-13-1,-13 13 1,93 0 0,-53 0-1,26 0 1,13 13-1,14-13 1,-1 13 0,-12 27-1,39-13 1,-13 12 0,13 14-1,-40 27 16,53-14-15,1-27 0,12 14-1,14-13 1,13-14-16,0 1 16,0-1-1,0-12 1,13-1-1,1 13 1,12-13 0,27 1-1,0-1 1,26 13 0,67 1 15,39-14-31,27 0 31,-14 1-15,93-41-1,-79 1 1,39-14 0,40 0-1,0 14 1,66-1-1,-145 14 1,-27 13 0,-26 0-1,0-13 1,13 13 0,-93 0-1,0 13 1</inkml:trace>
  <inkml:trace contextRef="#ctx0" brushRef="#br0" timeOffset="10625.096">5768 5821 0,'-66'-53'47,"53"40"-31,-14-1-16,-26-12 15,-13 13 1,-53-14 0,26 27-1,-65-13 1,65 13 0,14 0-1,-14-13 1,-53 13-1,67 0-15,-106 13 16,79 0 0,40-13-1,-27 0 1,-52 0 0,52 14-1,14-14 1,-14 13 15,14 0-31,-40 13 31,39-12-15,-12 12 0,26 1-1,0-14 1,39 13-1,1-12 1,12 25 0,1 1-1,-13 26 1,12 0 0,14 0-1,0 0 1,14 40-1,25-53 17,28-13-17,78 0 1,93-14 0,93 14-1,-106-14 1,0-13-1,52-13 1,226-39 0,-106-1-1,26 27 1,1-14 0,-41 1-1,-65-27 1,13-93-1,-212 27 1,-106 0 15,-185-66-15,-79 93 0,-67 39-1,67 26-15</inkml:trace>
  <inkml:trace contextRef="#ctx0" brushRef="#br0" timeOffset="31785">7263 13150 0,'-13'0'46,"13"13"126,13-13-156,0 13 0,13-13-16,14 13 15,40 1 1,92-1-1,92-13 1,-145 0 0,80 0-1,-80 0 1,-66 0 0,-27 0-1,-13 0 1,-26 0 124</inkml:trace>
  <inkml:trace contextRef="#ctx0" brushRef="#br0" timeOffset="32532.974">10967 13295 0,'0'0'0,"-40"-13"62,40 26-62</inkml:trace>
  <inkml:trace contextRef="#ctx0" brushRef="#br0" timeOffset="34888.071">10967 13295 0,'0'0'0,"0"-26"16,13 26 156,-13 13-156,13-13-16,1 0 15,-1 13 1,0-13-16,14 0 15,12 14 1,14-14 0,27 0-1,65-27 17,14 14-17,-14 13 1,-65 0-1,12 0 1,-39 0-16,53 13 16,13-13-1,40 0 1,-27 0 0,-26 0-1,-13 0 1,-1 0-1,-12 0 1,12 0 0,-39 0-1,40 0-15,-1 0 32,1 0-17,0 13 1,12 1-1,-38-14 1,-1 0 0,13 13-1,0-13 1,-39 0-16,53 13 16,-14 0-1,27 14 1,39-14-1,67 13 1,-133-12 0,27-14-1,0-14 17,-13 14-17,26-13 1,-53 0-1,13 0 1,1 13 0,26-14-1,-54 14 1,-12-13 0,0 13-1,13-13 1,0 0-1,-27-14 1,-13 14 0,1-27-1,-1 14 17,0-14-17,-13 1 1,0 12-1,-26-13 1,12 14-16,-25-14 16,-14 1-1,-13-1 1,13 0 0,0 1-1,-40-1 1,1 0-1,-94 0 1,-78 14 0,-14-14-1,-92 1 17,131 12-17,-12 14 1,0 0-1,-120-14 1,107 1 0,-1-1-1,1 1 1,25-14 0,-118-13-1,146 53 1,12 0-1,27-13 1,-13 13 0,119 0-1,-14 0 1,-12 13 0,-14 0 15,-66 14-16,40-14 1,-1 0 0,41 1-1,-40-1 1,52 0 0,27 14-1,0 12 1,14 1-1,12 26 1,14-26-16,0 52 16,-1 1-1,41 0 1,39 26 15,40-66-15,66-1-1,53-25 1,0-14 0,0-13-1,132-13 1,-119 0 0,0-1-1,0 1 1,172-40-1,-119 27 1,14-27 0,-1 13-1,-40 1 1,-171 25 0,-14 14-1,-65 40 1</inkml:trace>
  <inkml:trace contextRef="#ctx0" brushRef="#br0" timeOffset="35054.814">13044 13110 0,'0'0'0,"26"-66"31,-52 26-31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2210F-9A10-4066-89BC-48CBB1C75751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E6803-199B-4624-B63F-4FE38FBDD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8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Lecture-1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2" name="Google Shape;442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prstClr val="black"/>
                </a:solidFill>
              </a:rPr>
              <a:pPr/>
              <a:t>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37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E6803-199B-4624-B63F-4FE38FBDD26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58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1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7"/>
          <p:cNvSpPr/>
          <p:nvPr/>
        </p:nvSpPr>
        <p:spPr>
          <a:xfrm>
            <a:off x="0" y="3211116"/>
            <a:ext cx="9144000" cy="19323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" name="Google Shape;35;p7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7"/>
          <p:cNvSpPr/>
          <p:nvPr/>
        </p:nvSpPr>
        <p:spPr>
          <a:xfrm>
            <a:off x="2882900" y="5081588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77"/>
          <p:cNvSpPr/>
          <p:nvPr/>
        </p:nvSpPr>
        <p:spPr>
          <a:xfrm>
            <a:off x="-12700" y="5081588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77"/>
          <p:cNvSpPr/>
          <p:nvPr/>
        </p:nvSpPr>
        <p:spPr>
          <a:xfrm>
            <a:off x="5778500" y="5081588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77"/>
          <p:cNvSpPr txBox="1"/>
          <p:nvPr/>
        </p:nvSpPr>
        <p:spPr>
          <a:xfrm>
            <a:off x="6858000" y="57150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77"/>
          <p:cNvSpPr txBox="1"/>
          <p:nvPr/>
        </p:nvSpPr>
        <p:spPr>
          <a:xfrm>
            <a:off x="7086600" y="87868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77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0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47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902524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P19-1159.pdf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hyperlink" Target="https://www.aclweb.org/anthology/N18-2002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N18-2002.pdf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www.aclweb.org/anthology/N18-2002.pdf" TargetMode="External"/><Relationship Id="rId7" Type="http://schemas.openxmlformats.org/officeDocument/2006/relationships/customXml" Target="../ink/ink9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aclweb.org/anthology/D16-1245/" TargetMode="External"/><Relationship Id="rId5" Type="http://schemas.openxmlformats.org/officeDocument/2006/relationships/hyperlink" Target="https://nlp.stanford.edu/pubs/conllst2011-coref.pdf" TargetMode="External"/><Relationship Id="rId4" Type="http://schemas.openxmlformats.org/officeDocument/2006/relationships/hyperlink" Target="https://www.aclweb.org/anthology/D13-1203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jpg"/><Relationship Id="rId7" Type="http://schemas.openxmlformats.org/officeDocument/2006/relationships/customXml" Target="../ink/ink1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aclweb.org/anthology/N18-2003.pdf" TargetMode="External"/><Relationship Id="rId5" Type="http://schemas.openxmlformats.org/officeDocument/2006/relationships/hyperlink" Target="https://www.aclweb.org/anthology/D13-1203/" TargetMode="External"/><Relationship Id="rId4" Type="http://schemas.openxmlformats.org/officeDocument/2006/relationships/hyperlink" Target="https://nlp.stanford.edu/pubs/conllst2011-coref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11.2738" TargetMode="External"/><Relationship Id="rId2" Type="http://schemas.openxmlformats.org/officeDocument/2006/relationships/hyperlink" Target="http://citeseerx.ist.psu.edu/viewdoc/download?doi=10.1.1.645.8863&amp;rep=rep1&amp;type=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customXml" Target="../ink/ink13.xm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content/pnas/115/16/E3635.full.pdf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s://arxiv.org/pdf/1607.06520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customXml" Target="../ink/ink16.xml"/><Relationship Id="rId4" Type="http://schemas.openxmlformats.org/officeDocument/2006/relationships/image" Target="../media/image3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7.06520.pdf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customXml" Target="../ink/ink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7.06520.pdf" TargetMode="Externa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customXml" Target="../ink/ink18.xml"/><Relationship Id="rId4" Type="http://schemas.openxmlformats.org/officeDocument/2006/relationships/image" Target="../media/image3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hyperlink" Target="https://arxiv.org/pdf/1809.01496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customXml" Target="../ink/ink1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hyperlink" Target="https://arxiv.org/pdf/1809.01496.pdf" TargetMode="External"/><Relationship Id="rId7" Type="http://schemas.openxmlformats.org/officeDocument/2006/relationships/customXml" Target="../ink/ink20.xm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13" Type="http://schemas.openxmlformats.org/officeDocument/2006/relationships/customXml" Target="../ink/ink21.xml"/><Relationship Id="rId3" Type="http://schemas.openxmlformats.org/officeDocument/2006/relationships/hyperlink" Target="https://arxiv.org/pdf/1809.01496.pdf" TargetMode="External"/><Relationship Id="rId7" Type="http://schemas.openxmlformats.org/officeDocument/2006/relationships/image" Target="../media/image47.jpg"/><Relationship Id="rId12" Type="http://schemas.openxmlformats.org/officeDocument/2006/relationships/image" Target="../media/image5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jpg"/><Relationship Id="rId11" Type="http://schemas.openxmlformats.org/officeDocument/2006/relationships/image" Target="../media/image51.png"/><Relationship Id="rId5" Type="http://schemas.openxmlformats.org/officeDocument/2006/relationships/image" Target="../media/image43.jpg"/><Relationship Id="rId10" Type="http://schemas.openxmlformats.org/officeDocument/2006/relationships/image" Target="../media/image50.jpg"/><Relationship Id="rId4" Type="http://schemas.openxmlformats.org/officeDocument/2006/relationships/image" Target="../media/image42.jpg"/><Relationship Id="rId9" Type="http://schemas.openxmlformats.org/officeDocument/2006/relationships/image" Target="../media/image49.jpg"/><Relationship Id="rId1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hyperlink" Target="https://arxiv.org/pdf/1809.01496.pdf" TargetMode="External"/><Relationship Id="rId7" Type="http://schemas.openxmlformats.org/officeDocument/2006/relationships/image" Target="../media/image57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jpg"/><Relationship Id="rId10" Type="http://schemas.openxmlformats.org/officeDocument/2006/relationships/image" Target="../media/image59.png"/><Relationship Id="rId4" Type="http://schemas.openxmlformats.org/officeDocument/2006/relationships/image" Target="../media/image54.jpg"/><Relationship Id="rId9" Type="http://schemas.openxmlformats.org/officeDocument/2006/relationships/customXml" Target="../ink/ink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3.jpg"/><Relationship Id="rId7" Type="http://schemas.openxmlformats.org/officeDocument/2006/relationships/customXml" Target="../ink/ink2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aclweb.org/anthology/S12-1047.pdf" TargetMode="External"/><Relationship Id="rId5" Type="http://schemas.openxmlformats.org/officeDocument/2006/relationships/image" Target="../media/image65.jpg"/><Relationship Id="rId4" Type="http://schemas.openxmlformats.org/officeDocument/2006/relationships/image" Target="../media/image6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aclweb.org/anthology/S12-1047.pdf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" TargetMode="External"/><Relationship Id="rId2" Type="http://schemas.openxmlformats.org/officeDocument/2006/relationships/hyperlink" Target="https://arxiv.org/abs/1802.05365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customXml" Target="../ink/ink25.xml"/><Relationship Id="rId4" Type="http://schemas.openxmlformats.org/officeDocument/2006/relationships/hyperlink" Target="https://arxiv.org/abs/1906.08237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www.aclweb.org/anthology/D18-1002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customXml" Target="../ink/ink26.xml"/><Relationship Id="rId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5.png"/><Relationship Id="rId5" Type="http://schemas.openxmlformats.org/officeDocument/2006/relationships/customXml" Target="../ink/ink27.xml"/><Relationship Id="rId4" Type="http://schemas.openxmlformats.org/officeDocument/2006/relationships/hyperlink" Target="https://www.aclweb.org/anthology/D18-1002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D18-1002/" TargetMode="External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customXml" Target="../ink/ink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D18-1002/" TargetMode="External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customXml" Target="../ink/ink29.xml"/><Relationship Id="rId4" Type="http://schemas.openxmlformats.org/officeDocument/2006/relationships/image" Target="../media/image79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g"/><Relationship Id="rId3" Type="http://schemas.openxmlformats.org/officeDocument/2006/relationships/image" Target="../media/image82.jpg"/><Relationship Id="rId7" Type="http://schemas.openxmlformats.org/officeDocument/2006/relationships/hyperlink" Target="https://arxiv.org/pdf/1811.05245.pdf" TargetMode="External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jpg"/><Relationship Id="rId5" Type="http://schemas.openxmlformats.org/officeDocument/2006/relationships/image" Target="../media/image84.jpg"/><Relationship Id="rId4" Type="http://schemas.openxmlformats.org/officeDocument/2006/relationships/image" Target="../media/image83.jpg"/><Relationship Id="rId9" Type="http://schemas.openxmlformats.org/officeDocument/2006/relationships/image" Target="../media/image87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5245.pdf" TargetMode="External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6995-counterfactual-fairness.pdf" TargetMode="External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6995-counterfactual-fairness.pdf" TargetMode="External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6995-counterfactual-fairness.pdf" TargetMode="External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nips.cc/paper/6995-counterfactual-fairness.pdf" TargetMode="Externa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9.jpg"/><Relationship Id="rId4" Type="http://schemas.openxmlformats.org/officeDocument/2006/relationships/hyperlink" Target="https://papers.nips.cc/paper/6995-counterfactual-fairness.pdf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jpg"/><Relationship Id="rId5" Type="http://schemas.openxmlformats.org/officeDocument/2006/relationships/image" Target="../media/image95.jpg"/><Relationship Id="rId4" Type="http://schemas.openxmlformats.org/officeDocument/2006/relationships/image" Target="../media/image9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7" Type="http://schemas.openxmlformats.org/officeDocument/2006/relationships/image" Target="../media/image101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jpg"/><Relationship Id="rId5" Type="http://schemas.openxmlformats.org/officeDocument/2006/relationships/image" Target="../media/image99.jpg"/><Relationship Id="rId4" Type="http://schemas.openxmlformats.org/officeDocument/2006/relationships/image" Target="../media/image98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11.7766" TargetMode="Externa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6.06439.pdf" TargetMode="Externa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6.06439.pdf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hyperlink" Target="https://arxiv.org/pdf/1906.06439.pdf" TargetMode="Externa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1.jpg"/><Relationship Id="rId4" Type="http://schemas.openxmlformats.org/officeDocument/2006/relationships/image" Target="../media/image110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7" Type="http://schemas.openxmlformats.org/officeDocument/2006/relationships/image" Target="../media/image120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9.jpg"/><Relationship Id="rId5" Type="http://schemas.openxmlformats.org/officeDocument/2006/relationships/image" Target="../media/image118.jpg"/><Relationship Id="rId4" Type="http://schemas.openxmlformats.org/officeDocument/2006/relationships/image" Target="../media/image117.jp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3.09797.pdf" TargetMode="External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rxiv.org/pdf/1803.09797.pdf" TargetMode="External"/><Relationship Id="rId4" Type="http://schemas.openxmlformats.org/officeDocument/2006/relationships/image" Target="../media/image125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803.09797.pdf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jpg"/><Relationship Id="rId3" Type="http://schemas.openxmlformats.org/officeDocument/2006/relationships/image" Target="../media/image129.jpg"/><Relationship Id="rId7" Type="http://schemas.openxmlformats.org/officeDocument/2006/relationships/image" Target="../media/image133.jp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2.jpg"/><Relationship Id="rId5" Type="http://schemas.openxmlformats.org/officeDocument/2006/relationships/image" Target="../media/image131.jpg"/><Relationship Id="rId4" Type="http://schemas.openxmlformats.org/officeDocument/2006/relationships/image" Target="../media/image130.jpg"/><Relationship Id="rId9" Type="http://schemas.openxmlformats.org/officeDocument/2006/relationships/hyperlink" Target="https://arxiv.org/pdf/1803.09797.pdf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xiv.org/pdf/1803.09797.pdf" TargetMode="External"/><Relationship Id="rId5" Type="http://schemas.openxmlformats.org/officeDocument/2006/relationships/image" Target="../media/image138.png"/><Relationship Id="rId4" Type="http://schemas.openxmlformats.org/officeDocument/2006/relationships/image" Target="../media/image137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2.03044" TargetMode="External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0.jpg"/><Relationship Id="rId4" Type="http://schemas.openxmlformats.org/officeDocument/2006/relationships/hyperlink" Target="https://arxiv.org/pdf/1803.09797.pdf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8489.pdf" TargetMode="External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811.08489.pdf" TargetMode="External"/><Relationship Id="rId3" Type="http://schemas.openxmlformats.org/officeDocument/2006/relationships/image" Target="../media/image144.jpg"/><Relationship Id="rId7" Type="http://schemas.openxmlformats.org/officeDocument/2006/relationships/image" Target="../media/image148.jp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7.jpg"/><Relationship Id="rId5" Type="http://schemas.openxmlformats.org/officeDocument/2006/relationships/image" Target="../media/image146.jpg"/><Relationship Id="rId4" Type="http://schemas.openxmlformats.org/officeDocument/2006/relationships/image" Target="../media/image145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jpg"/><Relationship Id="rId3" Type="http://schemas.openxmlformats.org/officeDocument/2006/relationships/image" Target="../media/image149.jpg"/><Relationship Id="rId7" Type="http://schemas.openxmlformats.org/officeDocument/2006/relationships/image" Target="../media/image153.jpg"/><Relationship Id="rId2" Type="http://schemas.openxmlformats.org/officeDocument/2006/relationships/hyperlink" Target="https://arxiv.org/pdf/1811.08489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2.jpg"/><Relationship Id="rId5" Type="http://schemas.openxmlformats.org/officeDocument/2006/relationships/image" Target="../media/image151.jpg"/><Relationship Id="rId4" Type="http://schemas.openxmlformats.org/officeDocument/2006/relationships/image" Target="../media/image150.jpg"/><Relationship Id="rId9" Type="http://schemas.openxmlformats.org/officeDocument/2006/relationships/image" Target="../media/image155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8489.pdf" TargetMode="External"/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8489.pdf" TargetMode="External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Fair, Accountable, Transparent Machine Learning (</a:t>
            </a:r>
            <a:r>
              <a:rPr lang="en-US" sz="2800" dirty="0" err="1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FAccT</a:t>
            </a: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 ML)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ZG517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"/>
          <p:cNvSpPr txBox="1">
            <a:spLocks noGrp="1"/>
          </p:cNvSpPr>
          <p:nvPr>
            <p:ph type="body" idx="1"/>
          </p:nvPr>
        </p:nvSpPr>
        <p:spPr>
          <a:xfrm>
            <a:off x="1371600" y="3314700"/>
            <a:ext cx="63436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77500" lnSpcReduction="20000"/>
          </a:bodyPr>
          <a:lstStyle/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Session 6</a:t>
            </a:r>
            <a:endParaRPr dirty="0"/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Time –  10:40 AM to 12:40 PM</a:t>
            </a: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dirty="0"/>
          </a:p>
          <a:p>
            <a:pPr marL="0" marR="132398" indent="0">
              <a:lnSpc>
                <a:spcPct val="120000"/>
              </a:lnSpc>
              <a:spcBef>
                <a:spcPts val="878"/>
              </a:spcBef>
              <a:buSzPct val="100000"/>
            </a:pPr>
            <a:r>
              <a:rPr lang="en-US" sz="1950" b="0" dirty="0">
                <a:latin typeface="Calibri"/>
                <a:ea typeface="Calibri"/>
                <a:cs typeface="Calibri"/>
                <a:sym typeface="Calibri"/>
              </a:rPr>
              <a:t>These slides are prepared by the instructor, with grateful acknowledgement of many others who made  their course materials freely available online.</a:t>
            </a:r>
            <a:endParaRPr dirty="0"/>
          </a:p>
          <a:p>
            <a:pPr marL="0" indent="0">
              <a:lnSpc>
                <a:spcPct val="117083"/>
              </a:lnSpc>
              <a:buSzPct val="100000"/>
            </a:pPr>
            <a:endParaRPr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sz="2700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BBF0CB-BD1D-4DFD-B734-8D420E253EA3}"/>
                  </a:ext>
                </a:extLst>
              </p14:cNvPr>
              <p14:cNvContentPartPr/>
              <p14:nvPr/>
            </p14:nvContentPartPr>
            <p14:xfrm>
              <a:off x="6253200" y="158112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BBF0CB-BD1D-4DFD-B734-8D420E253E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3840" y="15717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273040" cy="186781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Fair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NLP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Biases in NLP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Models</a:t>
            </a: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Data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Augmentation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Debiasing </a:t>
            </a:r>
            <a:r>
              <a:rPr sz="1400" spc="-10" dirty="0">
                <a:latin typeface="Arial"/>
                <a:cs typeface="Arial"/>
              </a:rPr>
              <a:t>Word </a:t>
            </a:r>
            <a:r>
              <a:rPr sz="1400" spc="-5" dirty="0">
                <a:latin typeface="Arial"/>
                <a:cs typeface="Arial"/>
              </a:rPr>
              <a:t>Embedding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Adversarial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Learning</a:t>
            </a:r>
            <a:endParaRPr lang="en-US" sz="1400" spc="-5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endParaRPr lang="en-US" sz="1400" spc="-5" dirty="0">
              <a:latin typeface="Arial"/>
              <a:cs typeface="Arial"/>
            </a:endParaRPr>
          </a:p>
          <a:p>
            <a:pPr marL="379094" indent="-336550"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lang="en-US" sz="1400" dirty="0">
                <a:latin typeface="Arial"/>
                <a:cs typeface="Arial"/>
              </a:rPr>
              <a:t>Fair Visual Representation</a:t>
            </a:r>
            <a:endParaRPr sz="14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28F10E-4442-47FD-AA14-201845FA3234}"/>
                  </a:ext>
                </a:extLst>
              </p14:cNvPr>
              <p14:cNvContentPartPr/>
              <p14:nvPr/>
            </p14:nvContentPartPr>
            <p14:xfrm>
              <a:off x="905040" y="1138320"/>
              <a:ext cx="2514960" cy="236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28F10E-4442-47FD-AA14-201845FA32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680" y="1128960"/>
                <a:ext cx="2533680" cy="238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Biases </a:t>
            </a:r>
            <a:r>
              <a:rPr lang="en-IN" spc="-5" dirty="0"/>
              <a:t>of NLP</a:t>
            </a:r>
            <a:r>
              <a:rPr lang="en-IN" spc="-135" dirty="0"/>
              <a:t> </a:t>
            </a:r>
            <a:r>
              <a:rPr lang="en-IN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67" y="1233805"/>
            <a:ext cx="7948930" cy="335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indent="-367665">
              <a:lnSpc>
                <a:spcPct val="100000"/>
              </a:lnSpc>
              <a:spcBef>
                <a:spcPts val="100"/>
              </a:spcBef>
              <a:buChar char="●"/>
              <a:tabLst>
                <a:tab pos="389255" algn="l"/>
                <a:tab pos="38989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Denigration</a:t>
            </a:r>
            <a:endParaRPr sz="1800">
              <a:latin typeface="Arial"/>
              <a:cs typeface="Arial"/>
            </a:endParaRPr>
          </a:p>
          <a:p>
            <a:pPr marL="846455" lvl="1" indent="-336550">
              <a:lnSpc>
                <a:spcPct val="100000"/>
              </a:lnSpc>
              <a:spcBef>
                <a:spcPts val="30"/>
              </a:spcBef>
              <a:buChar char="○"/>
              <a:tabLst>
                <a:tab pos="846455" algn="l"/>
                <a:tab pos="84709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use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culturally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 historically derogatory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terms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7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Under-representation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disproportionately low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representation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specific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e.g.,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classifier's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performance is adversely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affected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due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biases of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minority 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protected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endParaRPr sz="1400">
              <a:latin typeface="Arial"/>
              <a:cs typeface="Arial"/>
            </a:endParaRPr>
          </a:p>
          <a:p>
            <a:pPr marL="386715" indent="-367665">
              <a:lnSpc>
                <a:spcPts val="2120"/>
              </a:lnSpc>
              <a:buChar char="●"/>
              <a:tabLst>
                <a:tab pos="386080" algn="l"/>
                <a:tab pos="38735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Stereotyping</a:t>
            </a:r>
            <a:endParaRPr sz="1800">
              <a:latin typeface="Arial"/>
              <a:cs typeface="Arial"/>
            </a:endParaRPr>
          </a:p>
          <a:p>
            <a:pPr marL="84391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3280" algn="l"/>
                <a:tab pos="8445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 over-generalized belief about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particular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category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people</a:t>
            </a:r>
            <a:endParaRPr sz="1400">
              <a:latin typeface="Arial"/>
              <a:cs typeface="Arial"/>
            </a:endParaRPr>
          </a:p>
          <a:p>
            <a:pPr marL="843915" lvl="1" indent="-336550">
              <a:lnSpc>
                <a:spcPts val="1645"/>
              </a:lnSpc>
              <a:spcBef>
                <a:spcPts val="270"/>
              </a:spcBef>
              <a:buChar char="○"/>
              <a:tabLst>
                <a:tab pos="843280" algn="l"/>
                <a:tab pos="8445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e.g.,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classifier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computers more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woman</a:t>
            </a:r>
            <a:endParaRPr sz="1400">
              <a:latin typeface="Arial"/>
              <a:cs typeface="Arial"/>
            </a:endParaRPr>
          </a:p>
          <a:p>
            <a:pPr marL="401320" indent="-367030">
              <a:lnSpc>
                <a:spcPts val="2125"/>
              </a:lnSpc>
              <a:buChar char="●"/>
              <a:tabLst>
                <a:tab pos="401320" algn="l"/>
                <a:tab pos="40195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Recognition</a:t>
            </a:r>
            <a:endParaRPr sz="1800">
              <a:latin typeface="Arial"/>
              <a:cs typeface="Arial"/>
            </a:endParaRPr>
          </a:p>
          <a:p>
            <a:pPr marL="858519" lvl="1" indent="-336550">
              <a:lnSpc>
                <a:spcPct val="100000"/>
              </a:lnSpc>
              <a:spcBef>
                <a:spcPts val="334"/>
              </a:spcBef>
              <a:buChar char="○"/>
              <a:tabLst>
                <a:tab pos="858519" algn="l"/>
                <a:tab pos="85915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Algorithms perform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protected groups because of their inherent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characteristics</a:t>
            </a:r>
            <a:endParaRPr sz="1400">
              <a:latin typeface="Arial"/>
              <a:cs typeface="Arial"/>
            </a:endParaRPr>
          </a:p>
          <a:p>
            <a:pPr marL="858519" marR="454025" lvl="1" indent="-336550">
              <a:lnSpc>
                <a:spcPct val="116100"/>
              </a:lnSpc>
              <a:buChar char="○"/>
              <a:tabLst>
                <a:tab pos="858519" algn="l"/>
                <a:tab pos="85915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e.g.,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voice recognition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 has better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capabilities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recognizing voices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low  frequency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48F747-43BB-471C-AE42-87DEBD1AFC88}"/>
                  </a:ext>
                </a:extLst>
              </p14:cNvPr>
              <p14:cNvContentPartPr/>
              <p14:nvPr/>
            </p14:nvContentPartPr>
            <p14:xfrm>
              <a:off x="743040" y="1095480"/>
              <a:ext cx="7310880" cy="3572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48F747-43BB-471C-AE42-87DEBD1AFC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680" y="1086120"/>
                <a:ext cx="7329600" cy="359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Biases </a:t>
            </a:r>
            <a:r>
              <a:rPr lang="en-IN" spc="-5" dirty="0"/>
              <a:t>of NLP</a:t>
            </a:r>
            <a:r>
              <a:rPr lang="en-IN" spc="-135" dirty="0"/>
              <a:t> </a:t>
            </a:r>
            <a:r>
              <a:rPr lang="en-IN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0573" y="4002355"/>
            <a:ext cx="9575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(S)tereotyping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8758" y="1321974"/>
            <a:ext cx="842644" cy="2354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ts val="1620"/>
              </a:lnSpc>
              <a:tabLst>
                <a:tab pos="331470" algn="l"/>
                <a:tab pos="676910" algn="l"/>
              </a:tabLst>
            </a:pPr>
            <a:r>
              <a:rPr sz="2100" baseline="1984" dirty="0">
                <a:latin typeface="Arial"/>
                <a:cs typeface="Arial"/>
              </a:rPr>
              <a:t>D	</a:t>
            </a:r>
            <a:r>
              <a:rPr sz="1400" dirty="0">
                <a:latin typeface="Arial"/>
                <a:cs typeface="Arial"/>
              </a:rPr>
              <a:t>R	</a:t>
            </a:r>
            <a:r>
              <a:rPr sz="2100" baseline="1984" dirty="0">
                <a:latin typeface="Arial"/>
                <a:cs typeface="Arial"/>
              </a:rPr>
              <a:t>U</a:t>
            </a:r>
            <a:endParaRPr sz="2100" baseline="1984">
              <a:latin typeface="Arial"/>
              <a:cs typeface="Arial"/>
            </a:endParaRPr>
          </a:p>
          <a:p>
            <a:pPr marL="325755">
              <a:lnSpc>
                <a:spcPct val="100000"/>
              </a:lnSpc>
              <a:spcBef>
                <a:spcPts val="320"/>
              </a:spcBef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  <a:endParaRPr sz="1400">
              <a:latin typeface="AoyagiKouzanFontT"/>
              <a:cs typeface="AoyagiKouzanFontT"/>
            </a:endParaRPr>
          </a:p>
          <a:p>
            <a:pPr marL="318135">
              <a:lnSpc>
                <a:spcPct val="100000"/>
              </a:lnSpc>
              <a:spcBef>
                <a:spcPts val="825"/>
              </a:spcBef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  <a:endParaRPr sz="1400">
              <a:latin typeface="AoyagiKouzanFontT"/>
              <a:cs typeface="AoyagiKouzanFontT"/>
            </a:endParaRPr>
          </a:p>
          <a:p>
            <a:pPr marL="335280">
              <a:lnSpc>
                <a:spcPct val="100000"/>
              </a:lnSpc>
              <a:spcBef>
                <a:spcPts val="950"/>
              </a:spcBef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  <a:r>
              <a:rPr sz="1400" spc="200" dirty="0">
                <a:solidFill>
                  <a:srgbClr val="69A84F"/>
                </a:solidFill>
                <a:latin typeface="AoyagiKouzanFontT"/>
                <a:cs typeface="AoyagiKouzanFontT"/>
              </a:rPr>
              <a:t> </a:t>
            </a: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  <a:endParaRPr sz="1400">
              <a:latin typeface="AoyagiKouzanFontT"/>
              <a:cs typeface="AoyagiKouzanFontT"/>
            </a:endParaRPr>
          </a:p>
          <a:p>
            <a:pPr>
              <a:lnSpc>
                <a:spcPct val="100000"/>
              </a:lnSpc>
            </a:pPr>
            <a:endParaRPr sz="1400">
              <a:latin typeface="AoyagiKouzanFontT"/>
              <a:cs typeface="AoyagiKouzanFontT"/>
            </a:endParaRPr>
          </a:p>
          <a:p>
            <a:pPr>
              <a:lnSpc>
                <a:spcPct val="100000"/>
              </a:lnSpc>
            </a:pPr>
            <a:endParaRPr sz="1400">
              <a:latin typeface="AoyagiKouzanFontT"/>
              <a:cs typeface="AoyagiKouzanFont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oyagiKouzanFontT"/>
              <a:cs typeface="AoyagiKouzanFontT"/>
            </a:endParaRPr>
          </a:p>
          <a:p>
            <a:pPr marL="349250">
              <a:lnSpc>
                <a:spcPct val="100000"/>
              </a:lnSpc>
              <a:spcBef>
                <a:spcPts val="5"/>
              </a:spcBef>
              <a:tabLst>
                <a:tab pos="663575" algn="l"/>
              </a:tabLst>
            </a:pPr>
            <a:r>
              <a:rPr sz="2100" baseline="1984" dirty="0">
                <a:solidFill>
                  <a:srgbClr val="69A84F"/>
                </a:solidFill>
                <a:latin typeface="AoyagiKouzanFontT"/>
                <a:cs typeface="AoyagiKouzanFontT"/>
              </a:rPr>
              <a:t>✓	</a:t>
            </a: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  <a:endParaRPr sz="1400">
              <a:latin typeface="AoyagiKouzanFontT"/>
              <a:cs typeface="AoyagiKouzanFont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oyagiKouzanFontT"/>
              <a:cs typeface="AoyagiKouzanFontT"/>
            </a:endParaRPr>
          </a:p>
          <a:p>
            <a:pPr>
              <a:lnSpc>
                <a:spcPts val="1595"/>
              </a:lnSpc>
              <a:tabLst>
                <a:tab pos="321945" algn="l"/>
                <a:tab pos="640715" algn="l"/>
              </a:tabLst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	✓	✓</a:t>
            </a:r>
            <a:endParaRPr sz="1400">
              <a:latin typeface="AoyagiKouzanFontT"/>
              <a:cs typeface="AoyagiKouzanFont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8071" y="1319962"/>
            <a:ext cx="7239634" cy="2530475"/>
            <a:chOff x="848071" y="1319962"/>
            <a:chExt cx="7239634" cy="2530475"/>
          </a:xfrm>
        </p:grpSpPr>
        <p:sp>
          <p:nvSpPr>
            <p:cNvPr id="6" name="object 6"/>
            <p:cNvSpPr/>
            <p:nvPr/>
          </p:nvSpPr>
          <p:spPr>
            <a:xfrm>
              <a:off x="848071" y="1319962"/>
              <a:ext cx="7239616" cy="25301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1033" y="1359128"/>
              <a:ext cx="257175" cy="2195195"/>
            </a:xfrm>
            <a:custGeom>
              <a:avLst/>
              <a:gdLst/>
              <a:ahLst/>
              <a:cxnLst/>
              <a:rect l="l" t="t" r="r" b="b"/>
              <a:pathLst>
                <a:path w="257175" h="2195195">
                  <a:moveTo>
                    <a:pt x="235051" y="1982927"/>
                  </a:moveTo>
                  <a:lnTo>
                    <a:pt x="31343" y="1982927"/>
                  </a:lnTo>
                  <a:lnTo>
                    <a:pt x="31343" y="2194725"/>
                  </a:lnTo>
                  <a:lnTo>
                    <a:pt x="235051" y="2194725"/>
                  </a:lnTo>
                  <a:lnTo>
                    <a:pt x="235051" y="1982927"/>
                  </a:lnTo>
                  <a:close/>
                </a:path>
                <a:path w="257175" h="2195195">
                  <a:moveTo>
                    <a:pt x="256794" y="0"/>
                  </a:moveTo>
                  <a:lnTo>
                    <a:pt x="0" y="0"/>
                  </a:lnTo>
                  <a:lnTo>
                    <a:pt x="0" y="115798"/>
                  </a:lnTo>
                  <a:lnTo>
                    <a:pt x="256794" y="115798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496517" y="1010805"/>
            <a:ext cx="6955155" cy="3390265"/>
          </a:xfrm>
          <a:custGeom>
            <a:avLst/>
            <a:gdLst/>
            <a:ahLst/>
            <a:cxnLst/>
            <a:rect l="l" t="t" r="r" b="b"/>
            <a:pathLst>
              <a:path w="6955155" h="3390265">
                <a:moveTo>
                  <a:pt x="4965293" y="2897492"/>
                </a:moveTo>
                <a:lnTo>
                  <a:pt x="0" y="2897492"/>
                </a:lnTo>
                <a:lnTo>
                  <a:pt x="0" y="3390087"/>
                </a:lnTo>
                <a:lnTo>
                  <a:pt x="4965293" y="3390087"/>
                </a:lnTo>
                <a:lnTo>
                  <a:pt x="4965293" y="2897492"/>
                </a:lnTo>
                <a:close/>
              </a:path>
              <a:path w="6955155" h="3390265">
                <a:moveTo>
                  <a:pt x="6954914" y="0"/>
                </a:moveTo>
                <a:lnTo>
                  <a:pt x="5596509" y="0"/>
                </a:lnTo>
                <a:lnTo>
                  <a:pt x="5596509" y="2994888"/>
                </a:lnTo>
                <a:lnTo>
                  <a:pt x="6954914" y="2994888"/>
                </a:lnTo>
                <a:lnTo>
                  <a:pt x="69549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676400" y="1231425"/>
            <a:ext cx="6934200" cy="3366947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5306695">
              <a:lnSpc>
                <a:spcPct val="100000"/>
              </a:lnSpc>
              <a:spcBef>
                <a:spcPts val="415"/>
              </a:spcBef>
            </a:pPr>
            <a:r>
              <a:rPr sz="1400" dirty="0"/>
              <a:t>S</a:t>
            </a:r>
          </a:p>
          <a:p>
            <a:pPr marL="5306060">
              <a:lnSpc>
                <a:spcPct val="100000"/>
              </a:lnSpc>
              <a:spcBef>
                <a:spcPts val="315"/>
              </a:spcBef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</a:p>
          <a:p>
            <a:pPr marL="5306060">
              <a:lnSpc>
                <a:spcPct val="100000"/>
              </a:lnSpc>
              <a:spcBef>
                <a:spcPts val="969"/>
              </a:spcBef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</a:p>
          <a:p>
            <a:pPr marL="530098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solidFill>
                  <a:srgbClr val="CC0000"/>
                </a:solidFill>
                <a:latin typeface="AoyagiKouzanFontT"/>
                <a:cs typeface="AoyagiKouzanFontT"/>
              </a:rPr>
              <a:t>✗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 dirty="0">
              <a:latin typeface="AoyagiKouzanFontT"/>
              <a:cs typeface="AoyagiKouzanFontT"/>
            </a:endParaRPr>
          </a:p>
          <a:p>
            <a:pPr marL="531939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</a:p>
          <a:p>
            <a:pPr>
              <a:lnSpc>
                <a:spcPct val="100000"/>
              </a:lnSpc>
            </a:pPr>
            <a:endParaRPr sz="1050" dirty="0">
              <a:latin typeface="AoyagiKouzanFontT"/>
              <a:cs typeface="AoyagiKouzanFontT"/>
            </a:endParaRPr>
          </a:p>
          <a:p>
            <a:pPr marL="5327650">
              <a:lnSpc>
                <a:spcPct val="100000"/>
              </a:lnSpc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 dirty="0">
              <a:latin typeface="AoyagiKouzanFontT"/>
              <a:cs typeface="AoyagiKouzanFontT"/>
            </a:endParaRPr>
          </a:p>
          <a:p>
            <a:pPr marL="5290185">
              <a:lnSpc>
                <a:spcPct val="100000"/>
              </a:lnSpc>
            </a:pPr>
            <a:r>
              <a:rPr sz="1400" dirty="0">
                <a:solidFill>
                  <a:srgbClr val="69A84F"/>
                </a:solidFill>
                <a:latin typeface="AoyagiKouzanFontT"/>
                <a:cs typeface="AoyagiKouzanFontT"/>
              </a:rPr>
              <a:t>✓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 dirty="0">
              <a:latin typeface="AoyagiKouzanFontT"/>
              <a:cs typeface="AoyagiKouzanFont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595959"/>
                </a:solidFill>
              </a:rPr>
              <a:t>(S)tereotyping, (D)enigration, (R)ecognition,</a:t>
            </a:r>
            <a:r>
              <a:rPr sz="1200" spc="-25" dirty="0">
                <a:solidFill>
                  <a:srgbClr val="595959"/>
                </a:solidFill>
              </a:rPr>
              <a:t> </a:t>
            </a:r>
            <a:r>
              <a:rPr sz="1200" dirty="0">
                <a:solidFill>
                  <a:srgbClr val="595959"/>
                </a:solidFill>
              </a:rPr>
              <a:t>(U)nder-representation</a:t>
            </a:r>
            <a:endParaRPr sz="1200" dirty="0"/>
          </a:p>
          <a:p>
            <a:pPr marL="5423535">
              <a:lnSpc>
                <a:spcPct val="100000"/>
              </a:lnSpc>
              <a:spcBef>
                <a:spcPts val="475"/>
              </a:spcBef>
            </a:pPr>
            <a:r>
              <a:rPr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Sun et al,</a:t>
            </a:r>
            <a:r>
              <a:rPr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2019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2DB532-0FC7-4B5B-B509-ED1C49933861}"/>
                  </a:ext>
                </a:extLst>
              </p14:cNvPr>
              <p14:cNvContentPartPr/>
              <p14:nvPr/>
            </p14:nvContentPartPr>
            <p14:xfrm>
              <a:off x="1695600" y="1509840"/>
              <a:ext cx="5481720" cy="283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2DB532-0FC7-4B5B-B509-ED1C499338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6240" y="1500480"/>
                <a:ext cx="5500440" cy="285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4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Data</a:t>
            </a:r>
            <a:r>
              <a:rPr lang="en-IN" spc="-240" dirty="0"/>
              <a:t> </a:t>
            </a:r>
            <a:r>
              <a:rPr lang="en-IN" spc="-5" dirty="0"/>
              <a:t>Augmentation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296259" y="1921983"/>
            <a:ext cx="1722755" cy="318770"/>
            <a:chOff x="1296259" y="1921983"/>
            <a:chExt cx="1722755" cy="318770"/>
          </a:xfrm>
        </p:grpSpPr>
        <p:sp>
          <p:nvSpPr>
            <p:cNvPr id="4" name="object 4"/>
            <p:cNvSpPr/>
            <p:nvPr/>
          </p:nvSpPr>
          <p:spPr>
            <a:xfrm>
              <a:off x="1301022" y="1926746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4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01022" y="1926746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4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96259" y="2302982"/>
            <a:ext cx="1722755" cy="318770"/>
            <a:chOff x="1296259" y="2302982"/>
            <a:chExt cx="1722755" cy="318770"/>
          </a:xfrm>
        </p:grpSpPr>
        <p:sp>
          <p:nvSpPr>
            <p:cNvPr id="7" name="object 7"/>
            <p:cNvSpPr/>
            <p:nvPr/>
          </p:nvSpPr>
          <p:spPr>
            <a:xfrm>
              <a:off x="1301022" y="2307745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4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01022" y="2307745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4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296259" y="2683982"/>
            <a:ext cx="1722755" cy="318770"/>
            <a:chOff x="1296259" y="2683982"/>
            <a:chExt cx="1722755" cy="318770"/>
          </a:xfrm>
        </p:grpSpPr>
        <p:sp>
          <p:nvSpPr>
            <p:cNvPr id="10" name="object 10"/>
            <p:cNvSpPr/>
            <p:nvPr/>
          </p:nvSpPr>
          <p:spPr>
            <a:xfrm>
              <a:off x="1301022" y="2688744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4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1022" y="2688744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4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297572" y="3059831"/>
            <a:ext cx="1722755" cy="318770"/>
            <a:chOff x="1297572" y="3059831"/>
            <a:chExt cx="1722755" cy="318770"/>
          </a:xfrm>
        </p:grpSpPr>
        <p:sp>
          <p:nvSpPr>
            <p:cNvPr id="13" name="object 13"/>
            <p:cNvSpPr/>
            <p:nvPr/>
          </p:nvSpPr>
          <p:spPr>
            <a:xfrm>
              <a:off x="1302334" y="3064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5">
                  <a:moveTo>
                    <a:pt x="1712684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84" y="0"/>
                  </a:lnTo>
                  <a:lnTo>
                    <a:pt x="1712684" y="308999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02334" y="3064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5">
                  <a:moveTo>
                    <a:pt x="0" y="0"/>
                  </a:moveTo>
                  <a:lnTo>
                    <a:pt x="1712684" y="0"/>
                  </a:lnTo>
                  <a:lnTo>
                    <a:pt x="1712684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297572" y="3440830"/>
            <a:ext cx="1722755" cy="318770"/>
            <a:chOff x="1297572" y="3440830"/>
            <a:chExt cx="1722755" cy="318770"/>
          </a:xfrm>
        </p:grpSpPr>
        <p:sp>
          <p:nvSpPr>
            <p:cNvPr id="16" name="object 16"/>
            <p:cNvSpPr/>
            <p:nvPr/>
          </p:nvSpPr>
          <p:spPr>
            <a:xfrm>
              <a:off x="1302334" y="3445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5">
                  <a:moveTo>
                    <a:pt x="1712684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84" y="0"/>
                  </a:lnTo>
                  <a:lnTo>
                    <a:pt x="1712684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02334" y="3445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5">
                  <a:moveTo>
                    <a:pt x="0" y="0"/>
                  </a:moveTo>
                  <a:lnTo>
                    <a:pt x="1712684" y="0"/>
                  </a:lnTo>
                  <a:lnTo>
                    <a:pt x="1712684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297572" y="3821829"/>
            <a:ext cx="1722755" cy="318770"/>
            <a:chOff x="1297572" y="3821829"/>
            <a:chExt cx="1722755" cy="318770"/>
          </a:xfrm>
        </p:grpSpPr>
        <p:sp>
          <p:nvSpPr>
            <p:cNvPr id="19" name="object 19"/>
            <p:cNvSpPr/>
            <p:nvPr/>
          </p:nvSpPr>
          <p:spPr>
            <a:xfrm>
              <a:off x="1302334" y="3826592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5">
                  <a:moveTo>
                    <a:pt x="1712684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84" y="0"/>
                  </a:lnTo>
                  <a:lnTo>
                    <a:pt x="1712684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02334" y="3826592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30" h="309245">
                  <a:moveTo>
                    <a:pt x="0" y="0"/>
                  </a:moveTo>
                  <a:lnTo>
                    <a:pt x="1712684" y="0"/>
                  </a:lnTo>
                  <a:lnTo>
                    <a:pt x="1712684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538519" y="1626256"/>
            <a:ext cx="12287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Biased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42980" y="2745532"/>
            <a:ext cx="1863089" cy="384175"/>
            <a:chOff x="3242980" y="2745532"/>
            <a:chExt cx="1863089" cy="384175"/>
          </a:xfrm>
        </p:grpSpPr>
        <p:sp>
          <p:nvSpPr>
            <p:cNvPr id="23" name="object 23"/>
            <p:cNvSpPr/>
            <p:nvPr/>
          </p:nvSpPr>
          <p:spPr>
            <a:xfrm>
              <a:off x="3247743" y="2750294"/>
              <a:ext cx="1853564" cy="374650"/>
            </a:xfrm>
            <a:custGeom>
              <a:avLst/>
              <a:gdLst/>
              <a:ahLst/>
              <a:cxnLst/>
              <a:rect l="l" t="t" r="r" b="b"/>
              <a:pathLst>
                <a:path w="1853564" h="374650">
                  <a:moveTo>
                    <a:pt x="1665896" y="374399"/>
                  </a:moveTo>
                  <a:lnTo>
                    <a:pt x="1665896" y="280799"/>
                  </a:lnTo>
                  <a:lnTo>
                    <a:pt x="0" y="280799"/>
                  </a:lnTo>
                  <a:lnTo>
                    <a:pt x="0" y="93599"/>
                  </a:lnTo>
                  <a:lnTo>
                    <a:pt x="1665896" y="93599"/>
                  </a:lnTo>
                  <a:lnTo>
                    <a:pt x="1665896" y="0"/>
                  </a:lnTo>
                  <a:lnTo>
                    <a:pt x="1853096" y="187199"/>
                  </a:lnTo>
                  <a:lnTo>
                    <a:pt x="1665896" y="3743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47743" y="2750294"/>
              <a:ext cx="1853564" cy="374650"/>
            </a:xfrm>
            <a:custGeom>
              <a:avLst/>
              <a:gdLst/>
              <a:ahLst/>
              <a:cxnLst/>
              <a:rect l="l" t="t" r="r" b="b"/>
              <a:pathLst>
                <a:path w="1853564" h="374650">
                  <a:moveTo>
                    <a:pt x="0" y="93599"/>
                  </a:moveTo>
                  <a:lnTo>
                    <a:pt x="1665896" y="93599"/>
                  </a:lnTo>
                  <a:lnTo>
                    <a:pt x="1665896" y="0"/>
                  </a:lnTo>
                  <a:lnTo>
                    <a:pt x="1853096" y="187199"/>
                  </a:lnTo>
                  <a:lnTo>
                    <a:pt x="1665896" y="374399"/>
                  </a:lnTo>
                  <a:lnTo>
                    <a:pt x="1665896" y="280799"/>
                  </a:lnTo>
                  <a:lnTo>
                    <a:pt x="0" y="280799"/>
                  </a:lnTo>
                  <a:lnTo>
                    <a:pt x="0" y="93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50913" y="2566153"/>
            <a:ext cx="1535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Data</a:t>
            </a:r>
            <a:r>
              <a:rPr sz="1400" spc="-1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Augmentation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16276" y="4202829"/>
            <a:ext cx="1722755" cy="318770"/>
            <a:chOff x="5216276" y="4202829"/>
            <a:chExt cx="1722755" cy="318770"/>
          </a:xfrm>
        </p:grpSpPr>
        <p:sp>
          <p:nvSpPr>
            <p:cNvPr id="27" name="object 27"/>
            <p:cNvSpPr/>
            <p:nvPr/>
          </p:nvSpPr>
          <p:spPr>
            <a:xfrm>
              <a:off x="5221039" y="4207591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21039" y="4207591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52889" y="4178580"/>
            <a:ext cx="9334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79400" marR="5080" indent="-267335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Augmented  Data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214977" y="1921983"/>
            <a:ext cx="1722755" cy="318770"/>
            <a:chOff x="5214977" y="1921983"/>
            <a:chExt cx="1722755" cy="318770"/>
          </a:xfrm>
        </p:grpSpPr>
        <p:sp>
          <p:nvSpPr>
            <p:cNvPr id="31" name="object 31"/>
            <p:cNvSpPr/>
            <p:nvPr/>
          </p:nvSpPr>
          <p:spPr>
            <a:xfrm>
              <a:off x="5219739" y="1926746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4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9739" y="1926746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4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5214977" y="2302982"/>
            <a:ext cx="1722755" cy="318770"/>
            <a:chOff x="5214977" y="2302982"/>
            <a:chExt cx="1722755" cy="318770"/>
          </a:xfrm>
        </p:grpSpPr>
        <p:sp>
          <p:nvSpPr>
            <p:cNvPr id="34" name="object 34"/>
            <p:cNvSpPr/>
            <p:nvPr/>
          </p:nvSpPr>
          <p:spPr>
            <a:xfrm>
              <a:off x="5219739" y="2307745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4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19739" y="2307745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4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214977" y="2683982"/>
            <a:ext cx="1722755" cy="318770"/>
            <a:chOff x="5214977" y="2683982"/>
            <a:chExt cx="1722755" cy="318770"/>
          </a:xfrm>
        </p:grpSpPr>
        <p:sp>
          <p:nvSpPr>
            <p:cNvPr id="37" name="object 37"/>
            <p:cNvSpPr/>
            <p:nvPr/>
          </p:nvSpPr>
          <p:spPr>
            <a:xfrm>
              <a:off x="5219739" y="2688744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4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19739" y="2688744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4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216276" y="3059831"/>
            <a:ext cx="1722755" cy="318770"/>
            <a:chOff x="5216276" y="3059831"/>
            <a:chExt cx="1722755" cy="318770"/>
          </a:xfrm>
        </p:grpSpPr>
        <p:sp>
          <p:nvSpPr>
            <p:cNvPr id="40" name="object 40"/>
            <p:cNvSpPr/>
            <p:nvPr/>
          </p:nvSpPr>
          <p:spPr>
            <a:xfrm>
              <a:off x="5221039" y="3064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21039" y="3064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216276" y="3440830"/>
            <a:ext cx="1722755" cy="318770"/>
            <a:chOff x="5216276" y="3440830"/>
            <a:chExt cx="1722755" cy="318770"/>
          </a:xfrm>
        </p:grpSpPr>
        <p:sp>
          <p:nvSpPr>
            <p:cNvPr id="43" name="object 43"/>
            <p:cNvSpPr/>
            <p:nvPr/>
          </p:nvSpPr>
          <p:spPr>
            <a:xfrm>
              <a:off x="5221039" y="3445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21039" y="3445593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5216276" y="3821829"/>
            <a:ext cx="1722755" cy="318770"/>
            <a:chOff x="5216276" y="3821829"/>
            <a:chExt cx="1722755" cy="318770"/>
          </a:xfrm>
        </p:grpSpPr>
        <p:sp>
          <p:nvSpPr>
            <p:cNvPr id="46" name="object 46"/>
            <p:cNvSpPr/>
            <p:nvPr/>
          </p:nvSpPr>
          <p:spPr>
            <a:xfrm>
              <a:off x="5221039" y="3826592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1712696" y="308999"/>
                  </a:moveTo>
                  <a:lnTo>
                    <a:pt x="0" y="308999"/>
                  </a:lnTo>
                  <a:lnTo>
                    <a:pt x="0" y="0"/>
                  </a:lnTo>
                  <a:lnTo>
                    <a:pt x="1712696" y="0"/>
                  </a:lnTo>
                  <a:lnTo>
                    <a:pt x="1712696" y="308999"/>
                  </a:lnTo>
                  <a:close/>
                </a:path>
              </a:pathLst>
            </a:custGeom>
            <a:solidFill>
              <a:srgbClr val="A3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21039" y="3826592"/>
              <a:ext cx="1713230" cy="309245"/>
            </a:xfrm>
            <a:custGeom>
              <a:avLst/>
              <a:gdLst/>
              <a:ahLst/>
              <a:cxnLst/>
              <a:rect l="l" t="t" r="r" b="b"/>
              <a:pathLst>
                <a:path w="1713229" h="309245">
                  <a:moveTo>
                    <a:pt x="0" y="0"/>
                  </a:moveTo>
                  <a:lnTo>
                    <a:pt x="1712696" y="0"/>
                  </a:lnTo>
                  <a:lnTo>
                    <a:pt x="1712696" y="308999"/>
                  </a:lnTo>
                  <a:lnTo>
                    <a:pt x="0" y="308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116371" y="2806982"/>
            <a:ext cx="63690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30810" marR="5080" indent="-118745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Original  Data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0D421F-BB9A-4D34-878A-57CACD80D220}"/>
                  </a:ext>
                </a:extLst>
              </p14:cNvPr>
              <p14:cNvContentPartPr/>
              <p14:nvPr/>
            </p14:nvContentPartPr>
            <p14:xfrm>
              <a:off x="2138400" y="1438200"/>
              <a:ext cx="6415560" cy="329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0D421F-BB9A-4D34-878A-57CACD80D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9040" y="1428840"/>
                <a:ext cx="6434280" cy="331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 err="1"/>
              <a:t>Coreference</a:t>
            </a:r>
            <a:r>
              <a:rPr lang="en-IN" spc="-85" dirty="0"/>
              <a:t> </a:t>
            </a:r>
            <a:r>
              <a:rPr lang="en-IN" spc="-5" dirty="0"/>
              <a:t>Resolution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384724" y="1176351"/>
            <a:ext cx="786130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his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get into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terrible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car crash.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father dies, and the boy</a:t>
            </a:r>
            <a:r>
              <a:rPr sz="1800"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 badly injured. In the hospital,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surgeon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looks at the patient and exclaims,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“I  can’t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operate on this 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boy,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he’s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my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son!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4588" y="4385005"/>
            <a:ext cx="1625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Rudinger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2544" y="3019146"/>
            <a:ext cx="58083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latin typeface="Arial"/>
                <a:cs typeface="Arial"/>
              </a:rPr>
              <a:t>Does this paragraph </a:t>
            </a:r>
            <a:r>
              <a:rPr sz="2500" dirty="0">
                <a:latin typeface="Arial"/>
                <a:cs typeface="Arial"/>
              </a:rPr>
              <a:t>make sense </a:t>
            </a:r>
            <a:r>
              <a:rPr sz="2500" spc="-5" dirty="0">
                <a:latin typeface="Arial"/>
                <a:cs typeface="Arial"/>
              </a:rPr>
              <a:t>to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you?</a:t>
            </a:r>
            <a:endParaRPr sz="25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0A8987-F5BF-4672-8233-CACD7893B87E}"/>
                  </a:ext>
                </a:extLst>
              </p14:cNvPr>
              <p14:cNvContentPartPr/>
              <p14:nvPr/>
            </p14:nvContentPartPr>
            <p14:xfrm>
              <a:off x="85680" y="1366920"/>
              <a:ext cx="5148720" cy="323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0A8987-F5BF-4672-8233-CACD7893B8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20" y="1357560"/>
                <a:ext cx="5167440" cy="32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838326-82C5-45A9-B4BA-C0CD5D8F7D2A}"/>
                  </a:ext>
                </a:extLst>
              </p14:cNvPr>
              <p14:cNvContentPartPr/>
              <p14:nvPr/>
            </p14:nvContentPartPr>
            <p14:xfrm>
              <a:off x="3828960" y="380880"/>
              <a:ext cx="3872520" cy="2110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838326-82C5-45A9-B4BA-C0CD5D8F7D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19600" y="371520"/>
                <a:ext cx="3891240" cy="2129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Gender </a:t>
            </a:r>
            <a:r>
              <a:rPr lang="en-US" spc="-10" dirty="0"/>
              <a:t>Swapping </a:t>
            </a:r>
            <a:r>
              <a:rPr lang="en-US" spc="-5" dirty="0"/>
              <a:t>in </a:t>
            </a:r>
            <a:r>
              <a:rPr lang="en-US" spc="-5" dirty="0" err="1"/>
              <a:t>Coreference</a:t>
            </a:r>
            <a:r>
              <a:rPr lang="en-US" spc="-80" dirty="0"/>
              <a:t> </a:t>
            </a:r>
            <a:r>
              <a:rPr lang="en-US" spc="-5" dirty="0"/>
              <a:t>Resolution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669073" y="1724642"/>
            <a:ext cx="6242478" cy="2497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24588" y="4385005"/>
            <a:ext cx="1625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Rudinger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8823" y="1858933"/>
            <a:ext cx="636905" cy="21247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Original  </a:t>
            </a:r>
            <a:r>
              <a:rPr sz="140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24130" marR="12700">
              <a:lnSpc>
                <a:spcPts val="1650"/>
              </a:lnSpc>
            </a:pPr>
            <a:r>
              <a:rPr sz="1400" spc="-5" dirty="0">
                <a:latin typeface="Arial"/>
                <a:cs typeface="Arial"/>
              </a:rPr>
              <a:t>Gender  </a:t>
            </a:r>
            <a:r>
              <a:rPr sz="1400" dirty="0">
                <a:latin typeface="Arial"/>
                <a:cs typeface="Arial"/>
              </a:rPr>
              <a:t>swap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Arial"/>
              <a:cs typeface="Arial"/>
            </a:endParaRPr>
          </a:p>
          <a:p>
            <a:pPr marL="24130" marR="12700">
              <a:lnSpc>
                <a:spcPts val="1650"/>
              </a:lnSpc>
            </a:pPr>
            <a:r>
              <a:rPr sz="1400" spc="-5" dirty="0">
                <a:latin typeface="Arial"/>
                <a:cs typeface="Arial"/>
              </a:rPr>
              <a:t>Gender  </a:t>
            </a:r>
            <a:r>
              <a:rPr sz="1400" dirty="0">
                <a:latin typeface="Arial"/>
                <a:cs typeface="Arial"/>
              </a:rPr>
              <a:t>swap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64AB29-3CE0-4AB7-8E83-C2909D5F35F9}"/>
                  </a:ext>
                </a:extLst>
              </p14:cNvPr>
              <p14:cNvContentPartPr/>
              <p14:nvPr/>
            </p14:nvContentPartPr>
            <p14:xfrm>
              <a:off x="1038240" y="2038320"/>
              <a:ext cx="6082200" cy="241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64AB29-3CE0-4AB7-8E83-C2909D5F35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8880" y="2028960"/>
                <a:ext cx="6100920" cy="24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372384" y="1049189"/>
            <a:ext cx="6400016" cy="34275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34200" y="4628845"/>
            <a:ext cx="1625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Rudinger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400" y="4451350"/>
            <a:ext cx="28435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2905">
              <a:lnSpc>
                <a:spcPct val="100000"/>
              </a:lnSpc>
              <a:spcBef>
                <a:spcPts val="100"/>
              </a:spcBef>
            </a:pPr>
            <a:r>
              <a:rPr sz="1000" spc="-45" dirty="0">
                <a:latin typeface="Arial"/>
                <a:cs typeface="Arial"/>
              </a:rPr>
              <a:t>STAT- </a:t>
            </a:r>
            <a:r>
              <a:rPr sz="1000" spc="-5" dirty="0">
                <a:latin typeface="Arial"/>
                <a:cs typeface="Arial"/>
              </a:rPr>
              <a:t>Statistical </a:t>
            </a:r>
            <a:r>
              <a:rPr sz="1000" dirty="0">
                <a:latin typeface="Arial"/>
                <a:cs typeface="Arial"/>
              </a:rPr>
              <a:t>Model </a:t>
            </a:r>
            <a:r>
              <a:rPr sz="1000" spc="-5" dirty="0">
                <a:latin typeface="Arial"/>
                <a:cs typeface="Arial"/>
              </a:rPr>
              <a:t>(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Durrett et al, 2013</a:t>
            </a:r>
            <a:r>
              <a:rPr sz="1000" spc="-5" dirty="0">
                <a:latin typeface="Arial"/>
                <a:cs typeface="Arial"/>
              </a:rPr>
              <a:t>)  RULE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Rule Based </a:t>
            </a:r>
            <a:r>
              <a:rPr sz="1000" dirty="0">
                <a:latin typeface="Arial"/>
                <a:cs typeface="Arial"/>
              </a:rPr>
              <a:t>Model (</a:t>
            </a:r>
            <a:r>
              <a:rPr sz="10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Lee 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et al,</a:t>
            </a:r>
            <a:r>
              <a:rPr sz="10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0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2011</a:t>
            </a:r>
            <a:r>
              <a:rPr sz="1000" spc="-20" dirty="0"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NEURAL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Neural Based </a:t>
            </a:r>
            <a:r>
              <a:rPr sz="1000" dirty="0">
                <a:latin typeface="Arial"/>
                <a:cs typeface="Arial"/>
              </a:rPr>
              <a:t>Model </a:t>
            </a:r>
            <a:r>
              <a:rPr sz="1000" spc="-5" dirty="0">
                <a:latin typeface="Arial"/>
                <a:cs typeface="Arial"/>
              </a:rPr>
              <a:t>(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Clark et al,</a:t>
            </a:r>
            <a:r>
              <a:rPr sz="1000" u="sng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2016</a:t>
            </a:r>
            <a:r>
              <a:rPr sz="1000" spc="-5" dirty="0"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34D9EE-6FEC-4CCC-BAD7-1DB7F8538E86}"/>
                  </a:ext>
                </a:extLst>
              </p14:cNvPr>
              <p14:cNvContentPartPr/>
              <p14:nvPr/>
            </p14:nvContentPartPr>
            <p14:xfrm>
              <a:off x="814320" y="1204920"/>
              <a:ext cx="8182440" cy="354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34D9EE-6FEC-4CCC-BAD7-1DB7F8538E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960" y="1195560"/>
                <a:ext cx="8201160" cy="356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Gender Balanced Co-occurrence Test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06" y="1428750"/>
            <a:ext cx="4117051" cy="1876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945" y="1441059"/>
            <a:ext cx="4036349" cy="1864116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2336431" y="3105150"/>
            <a:ext cx="330569" cy="38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53553" y="3357979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Anti stereotypical</a:t>
            </a:r>
            <a:endParaRPr lang="en-IN" sz="12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019800" y="1276350"/>
            <a:ext cx="304800" cy="453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66800" y="3782528"/>
            <a:ext cx="7240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Type 1: [entity1] [interacts with] [entity2] [conjunction] [pronoun] [circumstances]</a:t>
            </a:r>
          </a:p>
          <a:p>
            <a:endParaRPr lang="en-US" sz="1200" b="1" dirty="0"/>
          </a:p>
          <a:p>
            <a:r>
              <a:rPr lang="en-US" sz="1200" b="1" dirty="0"/>
              <a:t>Type 2: [entity1] [interacts with] [entity2] and then [interacts with] [pronoun] for [circumstances].</a:t>
            </a:r>
            <a:endParaRPr lang="en-IN" sz="1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276144" y="990493"/>
            <a:ext cx="1327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 stereotypical</a:t>
            </a:r>
            <a:endParaRPr lang="en-IN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8E19DD-AF7E-4F6A-8C29-C3583188D33B}"/>
                  </a:ext>
                </a:extLst>
              </p14:cNvPr>
              <p14:cNvContentPartPr/>
              <p14:nvPr/>
            </p14:nvContentPartPr>
            <p14:xfrm>
              <a:off x="876240" y="1271520"/>
              <a:ext cx="6691680" cy="338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8E19DD-AF7E-4F6A-8C29-C3583188D3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6880" y="1262160"/>
                <a:ext cx="6710400" cy="340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421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Results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384649" y="1975873"/>
            <a:ext cx="8526145" cy="1313815"/>
            <a:chOff x="384649" y="1975873"/>
            <a:chExt cx="8526145" cy="1313815"/>
          </a:xfrm>
        </p:grpSpPr>
        <p:sp>
          <p:nvSpPr>
            <p:cNvPr id="4" name="object 4"/>
            <p:cNvSpPr/>
            <p:nvPr/>
          </p:nvSpPr>
          <p:spPr>
            <a:xfrm>
              <a:off x="384649" y="1975873"/>
              <a:ext cx="8525857" cy="10742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5841" y="3006044"/>
              <a:ext cx="8520582" cy="2835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9552" y="3812601"/>
            <a:ext cx="2059939" cy="5359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308610">
              <a:lnSpc>
                <a:spcPct val="102299"/>
              </a:lnSpc>
              <a:spcBef>
                <a:spcPts val="70"/>
              </a:spcBef>
            </a:pPr>
            <a:r>
              <a:rPr sz="1100" spc="-5" dirty="0">
                <a:latin typeface="Arial"/>
                <a:cs typeface="Arial"/>
              </a:rPr>
              <a:t>E2E (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Lee et al, </a:t>
            </a:r>
            <a:r>
              <a:rPr sz="11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2011</a:t>
            </a:r>
            <a:r>
              <a:rPr sz="1100" spc="-20" dirty="0">
                <a:latin typeface="Arial"/>
                <a:cs typeface="Arial"/>
              </a:rPr>
              <a:t>)  </a:t>
            </a:r>
            <a:r>
              <a:rPr sz="1100" spc="-5" dirty="0">
                <a:latin typeface="Arial"/>
                <a:cs typeface="Arial"/>
              </a:rPr>
              <a:t>Feature (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Durrett et al,</a:t>
            </a:r>
            <a:r>
              <a:rPr sz="1100" u="sng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2013</a:t>
            </a:r>
            <a:r>
              <a:rPr sz="1100" spc="-5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latin typeface="Arial"/>
                <a:cs typeface="Arial"/>
              </a:rPr>
              <a:t>Diff </a:t>
            </a:r>
            <a:r>
              <a:rPr sz="1100" dirty="0">
                <a:latin typeface="Arial"/>
                <a:cs typeface="Arial"/>
              </a:rPr>
              <a:t>- </a:t>
            </a:r>
            <a:r>
              <a:rPr sz="1100" spc="-10" dirty="0">
                <a:latin typeface="Arial"/>
                <a:cs typeface="Arial"/>
              </a:rPr>
              <a:t>Difference </a:t>
            </a:r>
            <a:r>
              <a:rPr sz="1100" spc="-5" dirty="0">
                <a:latin typeface="Arial"/>
                <a:cs typeface="Arial"/>
              </a:rPr>
              <a:t>between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pro/anti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82561" y="4233224"/>
            <a:ext cx="1308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Zhao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8A2C7E-6ED8-4408-9466-B7E3F7857586}"/>
                  </a:ext>
                </a:extLst>
              </p14:cNvPr>
              <p14:cNvContentPartPr/>
              <p14:nvPr/>
            </p14:nvContentPartPr>
            <p14:xfrm>
              <a:off x="628560" y="1857240"/>
              <a:ext cx="8196840" cy="2081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8A2C7E-6ED8-4408-9466-B7E3F78575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9200" y="1847880"/>
                <a:ext cx="8215560" cy="210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20" dirty="0"/>
              <a:t>Word</a:t>
            </a:r>
            <a:r>
              <a:rPr lang="en-IN" spc="-80" dirty="0"/>
              <a:t> </a:t>
            </a:r>
            <a:r>
              <a:rPr lang="en-IN" spc="-5" dirty="0" err="1"/>
              <a:t>Embeddings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477510" cy="13525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Essential Part of Deep NLP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Classifications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Sentiment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Analysis)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Text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Generation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translation,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summarization)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Text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Retrieval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Question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Answering)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Visual-Language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Representations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Captioning)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397" y="2789044"/>
            <a:ext cx="542925" cy="128270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400" spc="-45" dirty="0">
                <a:latin typeface="Arial"/>
                <a:cs typeface="Arial"/>
              </a:rPr>
              <a:t>Text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023" y="4258856"/>
            <a:ext cx="12299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Discrete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1617" y="2789044"/>
            <a:ext cx="1628775" cy="128270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Word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Embedding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5716" y="4258856"/>
            <a:ext cx="14770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Continuous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Space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42183" y="3327130"/>
            <a:ext cx="1110615" cy="385445"/>
            <a:chOff x="2042183" y="3327130"/>
            <a:chExt cx="1110615" cy="385445"/>
          </a:xfrm>
        </p:grpSpPr>
        <p:sp>
          <p:nvSpPr>
            <p:cNvPr id="9" name="object 9"/>
            <p:cNvSpPr/>
            <p:nvPr/>
          </p:nvSpPr>
          <p:spPr>
            <a:xfrm>
              <a:off x="2046945" y="3331893"/>
              <a:ext cx="1101090" cy="375920"/>
            </a:xfrm>
            <a:custGeom>
              <a:avLst/>
              <a:gdLst/>
              <a:ahLst/>
              <a:cxnLst/>
              <a:rect l="l" t="t" r="r" b="b"/>
              <a:pathLst>
                <a:path w="1101089" h="375920">
                  <a:moveTo>
                    <a:pt x="913048" y="375899"/>
                  </a:moveTo>
                  <a:lnTo>
                    <a:pt x="913048" y="281924"/>
                  </a:lnTo>
                  <a:lnTo>
                    <a:pt x="0" y="281924"/>
                  </a:lnTo>
                  <a:lnTo>
                    <a:pt x="0" y="93974"/>
                  </a:lnTo>
                  <a:lnTo>
                    <a:pt x="913048" y="93974"/>
                  </a:lnTo>
                  <a:lnTo>
                    <a:pt x="913048" y="0"/>
                  </a:lnTo>
                  <a:lnTo>
                    <a:pt x="1100997" y="187949"/>
                  </a:lnTo>
                  <a:lnTo>
                    <a:pt x="913048" y="3758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46945" y="3331893"/>
              <a:ext cx="1101090" cy="375920"/>
            </a:xfrm>
            <a:custGeom>
              <a:avLst/>
              <a:gdLst/>
              <a:ahLst/>
              <a:cxnLst/>
              <a:rect l="l" t="t" r="r" b="b"/>
              <a:pathLst>
                <a:path w="1101089" h="375920">
                  <a:moveTo>
                    <a:pt x="0" y="93974"/>
                  </a:moveTo>
                  <a:lnTo>
                    <a:pt x="913048" y="93974"/>
                  </a:lnTo>
                  <a:lnTo>
                    <a:pt x="913048" y="0"/>
                  </a:lnTo>
                  <a:lnTo>
                    <a:pt x="1100997" y="187949"/>
                  </a:lnTo>
                  <a:lnTo>
                    <a:pt x="913048" y="375899"/>
                  </a:lnTo>
                  <a:lnTo>
                    <a:pt x="913048" y="281924"/>
                  </a:lnTo>
                  <a:lnTo>
                    <a:pt x="0" y="281924"/>
                  </a:lnTo>
                  <a:lnTo>
                    <a:pt x="0" y="939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34716" y="3163826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Look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Ups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0973" y="4277573"/>
            <a:ext cx="13392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Neural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4967" y="2860475"/>
            <a:ext cx="1614325" cy="11779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317651" y="3327130"/>
            <a:ext cx="927100" cy="385445"/>
            <a:chOff x="5317651" y="3327130"/>
            <a:chExt cx="927100" cy="385445"/>
          </a:xfrm>
        </p:grpSpPr>
        <p:sp>
          <p:nvSpPr>
            <p:cNvPr id="15" name="object 15"/>
            <p:cNvSpPr/>
            <p:nvPr/>
          </p:nvSpPr>
          <p:spPr>
            <a:xfrm>
              <a:off x="5322414" y="3331893"/>
              <a:ext cx="917575" cy="375920"/>
            </a:xfrm>
            <a:custGeom>
              <a:avLst/>
              <a:gdLst/>
              <a:ahLst/>
              <a:cxnLst/>
              <a:rect l="l" t="t" r="r" b="b"/>
              <a:pathLst>
                <a:path w="917575" h="375920">
                  <a:moveTo>
                    <a:pt x="729148" y="375899"/>
                  </a:moveTo>
                  <a:lnTo>
                    <a:pt x="729148" y="281924"/>
                  </a:lnTo>
                  <a:lnTo>
                    <a:pt x="0" y="281924"/>
                  </a:lnTo>
                  <a:lnTo>
                    <a:pt x="0" y="93974"/>
                  </a:lnTo>
                  <a:lnTo>
                    <a:pt x="729148" y="93974"/>
                  </a:lnTo>
                  <a:lnTo>
                    <a:pt x="729148" y="0"/>
                  </a:lnTo>
                  <a:lnTo>
                    <a:pt x="917098" y="187949"/>
                  </a:lnTo>
                  <a:lnTo>
                    <a:pt x="729148" y="3758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2414" y="3331893"/>
              <a:ext cx="917575" cy="375920"/>
            </a:xfrm>
            <a:custGeom>
              <a:avLst/>
              <a:gdLst/>
              <a:ahLst/>
              <a:cxnLst/>
              <a:rect l="l" t="t" r="r" b="b"/>
              <a:pathLst>
                <a:path w="917575" h="375920">
                  <a:moveTo>
                    <a:pt x="0" y="93974"/>
                  </a:moveTo>
                  <a:lnTo>
                    <a:pt x="729148" y="93974"/>
                  </a:lnTo>
                  <a:lnTo>
                    <a:pt x="729148" y="0"/>
                  </a:lnTo>
                  <a:lnTo>
                    <a:pt x="917098" y="187949"/>
                  </a:lnTo>
                  <a:lnTo>
                    <a:pt x="729148" y="375899"/>
                  </a:lnTo>
                  <a:lnTo>
                    <a:pt x="729148" y="281924"/>
                  </a:lnTo>
                  <a:lnTo>
                    <a:pt x="0" y="281924"/>
                  </a:lnTo>
                  <a:lnTo>
                    <a:pt x="0" y="939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5AA963-3CD3-45DF-810B-1AB001F0F52D}"/>
                  </a:ext>
                </a:extLst>
              </p14:cNvPr>
              <p14:cNvContentPartPr/>
              <p14:nvPr/>
            </p14:nvContentPartPr>
            <p14:xfrm>
              <a:off x="1552680" y="328680"/>
              <a:ext cx="7267680" cy="3262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5AA963-3CD3-45DF-810B-1AB001F0F5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3320" y="319320"/>
                <a:ext cx="7286400" cy="328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20" dirty="0"/>
              <a:t>Word</a:t>
            </a:r>
            <a:r>
              <a:rPr lang="en-IN" spc="-80" dirty="0"/>
              <a:t> </a:t>
            </a:r>
            <a:r>
              <a:rPr lang="en-IN" spc="-5" dirty="0" err="1"/>
              <a:t>Embeddings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3431540" cy="19145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GloVe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Pennington et al,</a:t>
            </a:r>
            <a:r>
              <a:rPr sz="1400" u="heavy" spc="-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2014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Word2Vec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Rong et al,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2014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○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Trained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Through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Proxy</a:t>
            </a:r>
            <a:r>
              <a:rPr sz="1800" spc="-3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Word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proximity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(GloVe)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SkipGram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(Word2Vec)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56894" y="1675470"/>
            <a:ext cx="3279883" cy="28372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58E0FB-1C51-4E92-A236-E7CB48DC19E8}"/>
                  </a:ext>
                </a:extLst>
              </p14:cNvPr>
              <p14:cNvContentPartPr/>
              <p14:nvPr/>
            </p14:nvContentPartPr>
            <p14:xfrm>
              <a:off x="447840" y="1528920"/>
              <a:ext cx="1514520" cy="1833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58E0FB-1C51-4E92-A236-E7CB48DC19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480" y="1519560"/>
                <a:ext cx="1533240" cy="185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Geometric </a:t>
            </a:r>
            <a:r>
              <a:rPr lang="en-US" spc="-10" dirty="0"/>
              <a:t>Properties </a:t>
            </a:r>
            <a:r>
              <a:rPr lang="en-US" spc="-5" dirty="0"/>
              <a:t>of </a:t>
            </a:r>
            <a:r>
              <a:rPr lang="en-US" spc="-20" dirty="0"/>
              <a:t>Word</a:t>
            </a:r>
            <a:r>
              <a:rPr lang="en-US" spc="-75" dirty="0"/>
              <a:t> </a:t>
            </a:r>
            <a:r>
              <a:rPr lang="en-US" spc="-5" dirty="0" err="1"/>
              <a:t>Embeddings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821698" y="1365349"/>
            <a:ext cx="7500584" cy="2857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098EE5-142A-457C-AC7D-E43E8FAF170B}"/>
                  </a:ext>
                </a:extLst>
              </p14:cNvPr>
              <p14:cNvContentPartPr/>
              <p14:nvPr/>
            </p14:nvContentPartPr>
            <p14:xfrm>
              <a:off x="1185840" y="2057400"/>
              <a:ext cx="6310800" cy="2281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098EE5-142A-457C-AC7D-E43E8FAF1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6480" y="2048040"/>
                <a:ext cx="6329520" cy="230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pc="-5" dirty="0"/>
              <a:t>Can </a:t>
            </a:r>
            <a:r>
              <a:rPr lang="en-US" spc="-20" dirty="0"/>
              <a:t>Word </a:t>
            </a:r>
            <a:r>
              <a:rPr lang="en-US" spc="-10" dirty="0"/>
              <a:t>Embedding </a:t>
            </a:r>
            <a:r>
              <a:rPr lang="en-US" spc="-5" dirty="0"/>
              <a:t>Be</a:t>
            </a:r>
            <a:r>
              <a:rPr lang="en-US" spc="-65" dirty="0"/>
              <a:t> </a:t>
            </a:r>
            <a:r>
              <a:rPr lang="en-US" spc="-5" dirty="0"/>
              <a:t>Biased?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703671" y="1559161"/>
            <a:ext cx="5029747" cy="3033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49489" y="4695500"/>
            <a:ext cx="1397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Garga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B4AEE2-ABDC-4D97-B57C-0D298005FA8D}"/>
                  </a:ext>
                </a:extLst>
              </p14:cNvPr>
              <p14:cNvContentPartPr/>
              <p14:nvPr/>
            </p14:nvContentPartPr>
            <p14:xfrm>
              <a:off x="1843200" y="1747800"/>
              <a:ext cx="5948640" cy="248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B4AEE2-ABDC-4D97-B57C-0D298005FA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3840" y="1738440"/>
                <a:ext cx="5967360" cy="250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5" dirty="0"/>
              <a:t>Types </a:t>
            </a:r>
            <a:r>
              <a:rPr lang="en-IN" spc="-5" dirty="0"/>
              <a:t>of Gender</a:t>
            </a:r>
            <a:r>
              <a:rPr lang="en-IN" spc="-210" dirty="0"/>
              <a:t> </a:t>
            </a:r>
            <a:r>
              <a:rPr lang="en-IN" spc="-5" dirty="0"/>
              <a:t>Associations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3677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Definitional Gender</a:t>
            </a:r>
            <a:r>
              <a:rPr sz="18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Associations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759402"/>
            <a:ext cx="38627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Stereotypical Gender</a:t>
            </a:r>
            <a:r>
              <a:rPr sz="18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Associations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4991" y="4238301"/>
            <a:ext cx="16725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Bolukbasi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8919" y="1753452"/>
            <a:ext cx="3829345" cy="438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3805" y="3275543"/>
            <a:ext cx="6583432" cy="4003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F12F28-7B07-4A21-8F26-08916ED1D5E5}"/>
                  </a:ext>
                </a:extLst>
              </p14:cNvPr>
              <p14:cNvContentPartPr/>
              <p14:nvPr/>
            </p14:nvContentPartPr>
            <p14:xfrm>
              <a:off x="1471680" y="1504800"/>
              <a:ext cx="7291800" cy="244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F12F28-7B07-4A21-8F26-08916ED1D5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2320" y="1495440"/>
                <a:ext cx="7310520" cy="246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IN" spc="-5" dirty="0"/>
              <a:t>Definitional and </a:t>
            </a:r>
            <a:r>
              <a:rPr lang="en-IN" spc="-10" dirty="0"/>
              <a:t>Stereotypical</a:t>
            </a:r>
            <a:r>
              <a:rPr lang="en-IN" spc="-240" dirty="0"/>
              <a:t> </a:t>
            </a:r>
            <a:r>
              <a:rPr lang="en-IN" spc="-5" dirty="0"/>
              <a:t>Associations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501333" y="1408774"/>
            <a:ext cx="8108518" cy="29760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9790" y="4390701"/>
            <a:ext cx="16725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Bolukbasi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54C65E-9C5C-47DB-8C58-ECC709E934E6}"/>
                  </a:ext>
                </a:extLst>
              </p14:cNvPr>
              <p14:cNvContentPartPr/>
              <p14:nvPr/>
            </p14:nvContentPartPr>
            <p14:xfrm>
              <a:off x="976320" y="1428840"/>
              <a:ext cx="7306200" cy="298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54C65E-9C5C-47DB-8C58-ECC709E934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6960" y="1419480"/>
                <a:ext cx="7324920" cy="300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</a:t>
            </a:r>
            <a:r>
              <a:rPr lang="en-IN" spc="-95" dirty="0"/>
              <a:t> </a:t>
            </a:r>
            <a:r>
              <a:rPr lang="en-IN" spc="-5" dirty="0"/>
              <a:t>Subspace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183979" y="1738169"/>
            <a:ext cx="7324828" cy="511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7002" y="4481108"/>
            <a:ext cx="16725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Bolukbasi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0185" y="2367595"/>
            <a:ext cx="6473190" cy="2085339"/>
            <a:chOff x="1250185" y="2367595"/>
            <a:chExt cx="6473190" cy="2085339"/>
          </a:xfrm>
        </p:grpSpPr>
        <p:sp>
          <p:nvSpPr>
            <p:cNvPr id="6" name="object 6"/>
            <p:cNvSpPr/>
            <p:nvPr/>
          </p:nvSpPr>
          <p:spPr>
            <a:xfrm>
              <a:off x="1250185" y="2367595"/>
              <a:ext cx="6473112" cy="208497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85592" y="2422639"/>
              <a:ext cx="4598670" cy="2003425"/>
            </a:xfrm>
            <a:custGeom>
              <a:avLst/>
              <a:gdLst/>
              <a:ahLst/>
              <a:cxnLst/>
              <a:rect l="l" t="t" r="r" b="b"/>
              <a:pathLst>
                <a:path w="4598670" h="2003425">
                  <a:moveTo>
                    <a:pt x="1403997" y="28155"/>
                  </a:moveTo>
                  <a:lnTo>
                    <a:pt x="0" y="28155"/>
                  </a:lnTo>
                  <a:lnTo>
                    <a:pt x="0" y="2003056"/>
                  </a:lnTo>
                  <a:lnTo>
                    <a:pt x="1403997" y="2003056"/>
                  </a:lnTo>
                  <a:lnTo>
                    <a:pt x="1403997" y="28155"/>
                  </a:lnTo>
                  <a:close/>
                </a:path>
                <a:path w="4598670" h="2003425">
                  <a:moveTo>
                    <a:pt x="4598136" y="0"/>
                  </a:moveTo>
                  <a:lnTo>
                    <a:pt x="3194139" y="0"/>
                  </a:lnTo>
                  <a:lnTo>
                    <a:pt x="3194139" y="1974913"/>
                  </a:lnTo>
                  <a:lnTo>
                    <a:pt x="4598136" y="1974913"/>
                  </a:lnTo>
                  <a:lnTo>
                    <a:pt x="4598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EFAE93-BDC7-48A4-AD3D-084E2EA0420D}"/>
                  </a:ext>
                </a:extLst>
              </p14:cNvPr>
              <p14:cNvContentPartPr/>
              <p14:nvPr/>
            </p14:nvContentPartPr>
            <p14:xfrm>
              <a:off x="1066680" y="799920"/>
              <a:ext cx="7725240" cy="350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EFAE93-BDC7-48A4-AD3D-084E2EA042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7320" y="790560"/>
                <a:ext cx="7743960" cy="351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Gender-Neutral </a:t>
            </a:r>
            <a:r>
              <a:rPr lang="en-IN" spc="-20" dirty="0"/>
              <a:t>Word</a:t>
            </a:r>
            <a:r>
              <a:rPr lang="en-IN" spc="-85" dirty="0"/>
              <a:t> </a:t>
            </a:r>
            <a:r>
              <a:rPr lang="en-IN" spc="-5" dirty="0" err="1"/>
              <a:t>Embeddings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68858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Decompose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Embeddings Into Gender-Related and Gender-Neural  Parts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487" y="4511554"/>
            <a:ext cx="1308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Zhao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54668" y="1999043"/>
            <a:ext cx="2661594" cy="5544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4568" y="2637657"/>
            <a:ext cx="2270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56665" algn="l"/>
              </a:tabLst>
            </a:pPr>
            <a:r>
              <a:rPr sz="1400" spc="-5" dirty="0">
                <a:latin typeface="Arial"/>
                <a:cs typeface="Arial"/>
              </a:rPr>
              <a:t>grandfather	grandfather</a:t>
            </a:r>
            <a:r>
              <a:rPr sz="1350" spc="-7" baseline="30864" dirty="0">
                <a:latin typeface="Arial"/>
                <a:cs typeface="Arial"/>
              </a:rPr>
              <a:t>a</a:t>
            </a:r>
            <a:endParaRPr sz="1350" baseline="30864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09356" y="2931381"/>
          <a:ext cx="640715" cy="2011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0.292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0.48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0.58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0.293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0.58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0.68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04753" y="3617180"/>
          <a:ext cx="640715" cy="1340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0.58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0.293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0.58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0.68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360563" y="2637657"/>
            <a:ext cx="1051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grandfather</a:t>
            </a:r>
            <a:r>
              <a:rPr sz="1350" spc="-7" baseline="30864" dirty="0">
                <a:latin typeface="Arial"/>
                <a:cs typeface="Arial"/>
              </a:rPr>
              <a:t>g</a:t>
            </a:r>
            <a:endParaRPr sz="1350" baseline="3086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9463" y="2936144"/>
            <a:ext cx="641350" cy="335280"/>
          </a:xfrm>
          <a:prstGeom prst="rect">
            <a:avLst/>
          </a:prstGeom>
          <a:solidFill>
            <a:srgbClr val="F4CCCC"/>
          </a:solidFill>
          <a:ln w="9524">
            <a:solidFill>
              <a:srgbClr val="9E9E9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35"/>
              </a:spcBef>
            </a:pPr>
            <a:r>
              <a:rPr sz="1000" spc="-5" dirty="0">
                <a:latin typeface="Arial"/>
                <a:cs typeface="Arial"/>
              </a:rPr>
              <a:t>0.292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9463" y="3271393"/>
            <a:ext cx="641350" cy="335280"/>
          </a:xfrm>
          <a:prstGeom prst="rect">
            <a:avLst/>
          </a:prstGeom>
          <a:solidFill>
            <a:srgbClr val="F4CCCC"/>
          </a:solidFill>
          <a:ln w="9524">
            <a:solidFill>
              <a:srgbClr val="9E9E9E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35"/>
              </a:spcBef>
            </a:pPr>
            <a:r>
              <a:rPr sz="1000" spc="-5" dirty="0">
                <a:latin typeface="Arial"/>
                <a:cs typeface="Arial"/>
              </a:rPr>
              <a:t>0.48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7421" y="3257409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Gender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Related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91994" y="3279143"/>
            <a:ext cx="312420" cy="131445"/>
          </a:xfrm>
          <a:custGeom>
            <a:avLst/>
            <a:gdLst/>
            <a:ahLst/>
            <a:cxnLst/>
            <a:rect l="l" t="t" r="r" b="b"/>
            <a:pathLst>
              <a:path w="312419" h="131445">
                <a:moveTo>
                  <a:pt x="0" y="130899"/>
                </a:moveTo>
                <a:lnTo>
                  <a:pt x="3123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193531" y="3257655"/>
            <a:ext cx="55880" cy="41275"/>
            <a:chOff x="3193531" y="3257655"/>
            <a:chExt cx="55880" cy="41275"/>
          </a:xfrm>
        </p:grpSpPr>
        <p:sp>
          <p:nvSpPr>
            <p:cNvPr id="15" name="object 15"/>
            <p:cNvSpPr/>
            <p:nvPr/>
          </p:nvSpPr>
          <p:spPr>
            <a:xfrm>
              <a:off x="3198293" y="3262418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12174" y="31224"/>
                  </a:moveTo>
                  <a:lnTo>
                    <a:pt x="0" y="2199"/>
                  </a:lnTo>
                  <a:lnTo>
                    <a:pt x="45949" y="0"/>
                  </a:lnTo>
                  <a:lnTo>
                    <a:pt x="12174" y="31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98293" y="3262418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12174" y="31224"/>
                  </a:moveTo>
                  <a:lnTo>
                    <a:pt x="45949" y="0"/>
                  </a:lnTo>
                  <a:lnTo>
                    <a:pt x="0" y="2199"/>
                  </a:lnTo>
                  <a:lnTo>
                    <a:pt x="12174" y="31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37421" y="4095608"/>
            <a:ext cx="1238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Gender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Neutral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91994" y="4248241"/>
            <a:ext cx="300990" cy="88265"/>
          </a:xfrm>
          <a:custGeom>
            <a:avLst/>
            <a:gdLst/>
            <a:ahLst/>
            <a:cxnLst/>
            <a:rect l="l" t="t" r="r" b="b"/>
            <a:pathLst>
              <a:path w="300989" h="88264">
                <a:moveTo>
                  <a:pt x="0" y="0"/>
                </a:moveTo>
                <a:lnTo>
                  <a:pt x="300924" y="877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183756" y="4316178"/>
            <a:ext cx="55880" cy="40005"/>
            <a:chOff x="3183756" y="4316178"/>
            <a:chExt cx="55880" cy="40005"/>
          </a:xfrm>
        </p:grpSpPr>
        <p:sp>
          <p:nvSpPr>
            <p:cNvPr id="20" name="object 20"/>
            <p:cNvSpPr/>
            <p:nvPr/>
          </p:nvSpPr>
          <p:spPr>
            <a:xfrm>
              <a:off x="3188518" y="432094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30199"/>
                  </a:moveTo>
                  <a:lnTo>
                    <a:pt x="8824" y="0"/>
                  </a:lnTo>
                  <a:lnTo>
                    <a:pt x="45899" y="27199"/>
                  </a:lnTo>
                  <a:lnTo>
                    <a:pt x="0" y="30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88518" y="432094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30199"/>
                  </a:moveTo>
                  <a:lnTo>
                    <a:pt x="45899" y="27199"/>
                  </a:lnTo>
                  <a:lnTo>
                    <a:pt x="8824" y="0"/>
                  </a:lnTo>
                  <a:lnTo>
                    <a:pt x="0" y="30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4333341" y="2957519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5">
                <a:moveTo>
                  <a:pt x="0" y="0"/>
                </a:moveTo>
                <a:lnTo>
                  <a:pt x="1038897" y="0"/>
                </a:lnTo>
              </a:path>
            </a:pathLst>
          </a:custGeom>
          <a:ln w="28574">
            <a:solidFill>
              <a:srgbClr val="49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7F33BC-A891-4EE3-84F2-5014BCFE3EF2}"/>
                  </a:ext>
                </a:extLst>
              </p14:cNvPr>
              <p14:cNvContentPartPr/>
              <p14:nvPr/>
            </p14:nvContentPartPr>
            <p14:xfrm>
              <a:off x="3009960" y="1533600"/>
              <a:ext cx="5848560" cy="356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7F33BC-A891-4EE3-84F2-5014BCFE3E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0600" y="1524240"/>
                <a:ext cx="5867280" cy="358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Gender-Neutral </a:t>
            </a:r>
            <a:r>
              <a:rPr lang="en-IN" spc="-20" dirty="0"/>
              <a:t>Word</a:t>
            </a:r>
            <a:r>
              <a:rPr lang="en-IN" spc="-85" dirty="0"/>
              <a:t> </a:t>
            </a:r>
            <a:r>
              <a:rPr lang="en-IN" spc="-5" dirty="0" err="1"/>
              <a:t>Embeddings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539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Fine-tuning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Embeddings Using Debiasing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Regularizers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9180" y="2065552"/>
            <a:ext cx="4794109" cy="445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8487" y="4511554"/>
            <a:ext cx="1308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Zhao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4130" y="2707644"/>
            <a:ext cx="97345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27495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Glove  Loss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Function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39594" y="2577844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5">
                <a:moveTo>
                  <a:pt x="0" y="0"/>
                </a:moveTo>
                <a:lnTo>
                  <a:pt x="870298" y="0"/>
                </a:lnTo>
              </a:path>
            </a:pathLst>
          </a:custGeom>
          <a:ln w="19049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2390" y="2707644"/>
            <a:ext cx="1047115" cy="5702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2540" algn="ctr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Regulate  Gender-related  </a:t>
            </a:r>
            <a:r>
              <a:rPr sz="1200" spc="-10" dirty="0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15990" y="2577844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5">
                <a:moveTo>
                  <a:pt x="0" y="0"/>
                </a:moveTo>
                <a:lnTo>
                  <a:pt x="870298" y="0"/>
                </a:lnTo>
              </a:path>
            </a:pathLst>
          </a:custGeom>
          <a:ln w="1904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02896" y="2707644"/>
            <a:ext cx="1259840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12115" marR="5080" indent="-400050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Regulate All</a:t>
            </a:r>
            <a:r>
              <a:rPr sz="1200" spc="-15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Other  </a:t>
            </a:r>
            <a:r>
              <a:rPr sz="1200" spc="-10" dirty="0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92387" y="2577844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4">
                <a:moveTo>
                  <a:pt x="0" y="0"/>
                </a:moveTo>
                <a:lnTo>
                  <a:pt x="870298" y="0"/>
                </a:lnTo>
              </a:path>
            </a:pathLst>
          </a:custGeom>
          <a:ln w="19049">
            <a:solidFill>
              <a:srgbClr val="49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53581" y="4107531"/>
            <a:ext cx="407458" cy="2583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82468" y="4371331"/>
            <a:ext cx="10312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Male </a:t>
            </a:r>
            <a:r>
              <a:rPr sz="1000" spc="-5" dirty="0">
                <a:latin typeface="Arial"/>
                <a:cs typeface="Arial"/>
              </a:rPr>
              <a:t>Seed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Words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52624" y="3423055"/>
            <a:ext cx="406214" cy="2976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15642" y="3688514"/>
            <a:ext cx="11785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Female Seed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Words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48863" y="3431844"/>
            <a:ext cx="406847" cy="2747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15838" y="3688514"/>
            <a:ext cx="9175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All Other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Words</a:t>
            </a:r>
            <a:endParaRPr sz="10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10ACD8-0B48-4750-9CBC-4B6CDAA55187}"/>
                  </a:ext>
                </a:extLst>
              </p14:cNvPr>
              <p14:cNvContentPartPr/>
              <p14:nvPr/>
            </p14:nvContentPartPr>
            <p14:xfrm>
              <a:off x="776160" y="1552680"/>
              <a:ext cx="8154000" cy="322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10ACD8-0B48-4750-9CBC-4B6CDAA551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6800" y="1543320"/>
                <a:ext cx="8172720" cy="324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216356"/>
            <a:ext cx="6539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Fine-tuning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Embeddings Using Debiasing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Regularizers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Text Placeholder 2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Gender-Neutral </a:t>
            </a:r>
            <a:r>
              <a:rPr lang="en-IN" spc="-20" dirty="0"/>
              <a:t>Word</a:t>
            </a:r>
            <a:r>
              <a:rPr lang="en-IN" spc="-85" dirty="0"/>
              <a:t> </a:t>
            </a:r>
            <a:r>
              <a:rPr lang="en-IN" spc="-5" dirty="0" err="1"/>
              <a:t>Embeddings</a:t>
            </a:r>
            <a:endParaRPr lang="en-IN" dirty="0"/>
          </a:p>
        </p:txBody>
      </p:sp>
      <p:sp>
        <p:nvSpPr>
          <p:cNvPr id="4" name="object 4"/>
          <p:cNvSpPr/>
          <p:nvPr/>
        </p:nvSpPr>
        <p:spPr>
          <a:xfrm>
            <a:off x="1932355" y="2068502"/>
            <a:ext cx="4794109" cy="445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0486" y="4740154"/>
            <a:ext cx="1308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Zhao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15990" y="2577844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5">
                <a:moveTo>
                  <a:pt x="0" y="0"/>
                </a:moveTo>
                <a:lnTo>
                  <a:pt x="870298" y="0"/>
                </a:lnTo>
              </a:path>
            </a:pathLst>
          </a:custGeom>
          <a:ln w="1904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409455" y="3751204"/>
            <a:ext cx="2381250" cy="318770"/>
            <a:chOff x="3409455" y="3751204"/>
            <a:chExt cx="2381250" cy="318770"/>
          </a:xfrm>
        </p:grpSpPr>
        <p:sp>
          <p:nvSpPr>
            <p:cNvPr id="8" name="object 8"/>
            <p:cNvSpPr/>
            <p:nvPr/>
          </p:nvSpPr>
          <p:spPr>
            <a:xfrm>
              <a:off x="3414217" y="3755967"/>
              <a:ext cx="2371725" cy="309245"/>
            </a:xfrm>
            <a:custGeom>
              <a:avLst/>
              <a:gdLst/>
              <a:ahLst/>
              <a:cxnLst/>
              <a:rect l="l" t="t" r="r" b="b"/>
              <a:pathLst>
                <a:path w="2371725" h="309245">
                  <a:moveTo>
                    <a:pt x="2216845" y="308699"/>
                  </a:moveTo>
                  <a:lnTo>
                    <a:pt x="2216845" y="231524"/>
                  </a:lnTo>
                  <a:lnTo>
                    <a:pt x="154349" y="231524"/>
                  </a:lnTo>
                  <a:lnTo>
                    <a:pt x="154349" y="308699"/>
                  </a:lnTo>
                  <a:lnTo>
                    <a:pt x="0" y="154349"/>
                  </a:lnTo>
                  <a:lnTo>
                    <a:pt x="154349" y="0"/>
                  </a:lnTo>
                  <a:lnTo>
                    <a:pt x="154349" y="77174"/>
                  </a:lnTo>
                  <a:lnTo>
                    <a:pt x="2216845" y="77174"/>
                  </a:lnTo>
                  <a:lnTo>
                    <a:pt x="2216845" y="0"/>
                  </a:lnTo>
                  <a:lnTo>
                    <a:pt x="2371195" y="154349"/>
                  </a:lnTo>
                  <a:lnTo>
                    <a:pt x="2216845" y="308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14217" y="3755967"/>
              <a:ext cx="2371725" cy="309245"/>
            </a:xfrm>
            <a:custGeom>
              <a:avLst/>
              <a:gdLst/>
              <a:ahLst/>
              <a:cxnLst/>
              <a:rect l="l" t="t" r="r" b="b"/>
              <a:pathLst>
                <a:path w="2371725" h="309245">
                  <a:moveTo>
                    <a:pt x="0" y="154349"/>
                  </a:moveTo>
                  <a:lnTo>
                    <a:pt x="154349" y="0"/>
                  </a:lnTo>
                  <a:lnTo>
                    <a:pt x="154349" y="77174"/>
                  </a:lnTo>
                  <a:lnTo>
                    <a:pt x="2216845" y="77174"/>
                  </a:lnTo>
                  <a:lnTo>
                    <a:pt x="2216845" y="0"/>
                  </a:lnTo>
                  <a:lnTo>
                    <a:pt x="2371195" y="154349"/>
                  </a:lnTo>
                  <a:lnTo>
                    <a:pt x="2216845" y="308699"/>
                  </a:lnTo>
                  <a:lnTo>
                    <a:pt x="2216845" y="231524"/>
                  </a:lnTo>
                  <a:lnTo>
                    <a:pt x="154349" y="231524"/>
                  </a:lnTo>
                  <a:lnTo>
                    <a:pt x="154349" y="308699"/>
                  </a:lnTo>
                  <a:lnTo>
                    <a:pt x="0" y="154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94289" y="2707644"/>
            <a:ext cx="1615440" cy="11290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550545" marR="34925" indent="2540" algn="ctr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Regulate  Gender-related  </a:t>
            </a:r>
            <a:r>
              <a:rPr sz="1200" spc="-10" dirty="0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"/>
              <a:cs typeface="Arial"/>
            </a:endParaRPr>
          </a:p>
          <a:p>
            <a:pPr marL="12700" marR="5080" indent="13970">
              <a:lnSpc>
                <a:spcPts val="1420"/>
              </a:lnSpc>
            </a:pPr>
            <a:r>
              <a:rPr sz="1200" spc="-5" dirty="0">
                <a:latin typeface="Arial"/>
                <a:cs typeface="Arial"/>
              </a:rPr>
              <a:t>Push </a:t>
            </a:r>
            <a:r>
              <a:rPr sz="1200" spc="-30" dirty="0">
                <a:latin typeface="Arial"/>
                <a:cs typeface="Arial"/>
              </a:rPr>
              <a:t>Toward </a:t>
            </a:r>
            <a:r>
              <a:rPr sz="1200" spc="-5" dirty="0">
                <a:latin typeface="Arial"/>
                <a:cs typeface="Arial"/>
              </a:rPr>
              <a:t>Extremes  On Gender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Dimensions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6004" y="3557632"/>
            <a:ext cx="407471" cy="2583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74904" y="3821435"/>
            <a:ext cx="967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Male </a:t>
            </a:r>
            <a:r>
              <a:rPr sz="1000" spc="-5" dirty="0">
                <a:latin typeface="Arial"/>
                <a:cs typeface="Arial"/>
              </a:rPr>
              <a:t>Seed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Word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65214" y="3570479"/>
            <a:ext cx="406205" cy="2976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52021" y="3835941"/>
            <a:ext cx="11150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Female Seed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Word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173" y="4120634"/>
            <a:ext cx="1990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(g)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Gender-related Components  </a:t>
            </a: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(a)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Gender-neutral</a:t>
            </a:r>
            <a:r>
              <a:rPr sz="1000" spc="-1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64024" y="3985416"/>
            <a:ext cx="1459865" cy="515620"/>
            <a:chOff x="2864024" y="3985416"/>
            <a:chExt cx="1459865" cy="515620"/>
          </a:xfrm>
        </p:grpSpPr>
        <p:sp>
          <p:nvSpPr>
            <p:cNvPr id="17" name="object 17"/>
            <p:cNvSpPr/>
            <p:nvPr/>
          </p:nvSpPr>
          <p:spPr>
            <a:xfrm>
              <a:off x="2864024" y="4139138"/>
              <a:ext cx="1459499" cy="36134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22219" y="3985416"/>
              <a:ext cx="91440" cy="327660"/>
            </a:xfrm>
            <a:custGeom>
              <a:avLst/>
              <a:gdLst/>
              <a:ahLst/>
              <a:cxnLst/>
              <a:rect l="l" t="t" r="r" b="b"/>
              <a:pathLst>
                <a:path w="91439" h="327660">
                  <a:moveTo>
                    <a:pt x="91074" y="327174"/>
                  </a:moveTo>
                  <a:lnTo>
                    <a:pt x="0" y="327174"/>
                  </a:lnTo>
                  <a:lnTo>
                    <a:pt x="0" y="0"/>
                  </a:lnTo>
                  <a:lnTo>
                    <a:pt x="91074" y="0"/>
                  </a:lnTo>
                  <a:lnTo>
                    <a:pt x="91074" y="327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4384816" y="4285226"/>
            <a:ext cx="88555" cy="911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4533290" y="4132216"/>
            <a:ext cx="2065655" cy="429259"/>
            <a:chOff x="4533290" y="4132216"/>
            <a:chExt cx="2065655" cy="429259"/>
          </a:xfrm>
        </p:grpSpPr>
        <p:sp>
          <p:nvSpPr>
            <p:cNvPr id="21" name="object 21"/>
            <p:cNvSpPr/>
            <p:nvPr/>
          </p:nvSpPr>
          <p:spPr>
            <a:xfrm>
              <a:off x="4533290" y="4174036"/>
              <a:ext cx="353288" cy="32374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21550" y="4155558"/>
              <a:ext cx="979390" cy="34397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31612" y="4154802"/>
              <a:ext cx="567202" cy="26304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4862" y="4132216"/>
              <a:ext cx="131099" cy="4286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02490" y="4217266"/>
              <a:ext cx="102032" cy="14489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09512" y="4219816"/>
              <a:ext cx="102049" cy="14489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F2165E-E5A2-4767-B1DA-AC22F18D1472}"/>
                  </a:ext>
                </a:extLst>
              </p14:cNvPr>
              <p14:cNvContentPartPr/>
              <p14:nvPr/>
            </p14:nvContentPartPr>
            <p14:xfrm>
              <a:off x="414360" y="552600"/>
              <a:ext cx="8720640" cy="428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F2165E-E5A2-4767-B1DA-AC22F18D147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5000" y="543240"/>
                <a:ext cx="8739360" cy="430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Gender-Neutral </a:t>
            </a:r>
            <a:r>
              <a:rPr lang="en-IN" spc="-20" dirty="0"/>
              <a:t>Word</a:t>
            </a:r>
            <a:r>
              <a:rPr lang="en-IN" spc="-85" dirty="0"/>
              <a:t> </a:t>
            </a:r>
            <a:r>
              <a:rPr lang="en-IN" spc="-5" dirty="0" err="1"/>
              <a:t>Embeddings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539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Fine-tuning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Embeddings Using Debiasing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Regularizers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13354" y="2068502"/>
            <a:ext cx="4794109" cy="445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8487" y="4511554"/>
            <a:ext cx="1308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Zhao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7646" y="2707644"/>
            <a:ext cx="2875915" cy="9175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028189" marR="5080" indent="-400050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Regulate All</a:t>
            </a:r>
            <a:r>
              <a:rPr sz="1200" spc="-15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Other  </a:t>
            </a:r>
            <a:r>
              <a:rPr sz="1200" spc="-10" dirty="0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Gender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Subspace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73387" y="2577844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4">
                <a:moveTo>
                  <a:pt x="0" y="0"/>
                </a:moveTo>
                <a:lnTo>
                  <a:pt x="870298" y="0"/>
                </a:lnTo>
              </a:path>
            </a:pathLst>
          </a:custGeom>
          <a:ln w="19049">
            <a:solidFill>
              <a:srgbClr val="4985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6374" y="3803921"/>
            <a:ext cx="2506741" cy="7503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314382" y="3000603"/>
            <a:ext cx="1785620" cy="405130"/>
            <a:chOff x="4314382" y="3000603"/>
            <a:chExt cx="1785620" cy="405130"/>
          </a:xfrm>
        </p:grpSpPr>
        <p:sp>
          <p:nvSpPr>
            <p:cNvPr id="10" name="object 10"/>
            <p:cNvSpPr/>
            <p:nvPr/>
          </p:nvSpPr>
          <p:spPr>
            <a:xfrm>
              <a:off x="4314382" y="3000603"/>
              <a:ext cx="1785115" cy="3881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79214" y="3260643"/>
              <a:ext cx="341349" cy="1450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715342" y="3109615"/>
            <a:ext cx="1006139" cy="1676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2582619" y="3382111"/>
            <a:ext cx="1170305" cy="722630"/>
            <a:chOff x="2582619" y="3382111"/>
            <a:chExt cx="1170305" cy="722630"/>
          </a:xfrm>
        </p:grpSpPr>
        <p:sp>
          <p:nvSpPr>
            <p:cNvPr id="14" name="object 14"/>
            <p:cNvSpPr/>
            <p:nvPr/>
          </p:nvSpPr>
          <p:spPr>
            <a:xfrm>
              <a:off x="2750617" y="3382111"/>
              <a:ext cx="913103" cy="24496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82619" y="4084216"/>
              <a:ext cx="1122045" cy="0"/>
            </a:xfrm>
            <a:custGeom>
              <a:avLst/>
              <a:gdLst/>
              <a:ahLst/>
              <a:cxnLst/>
              <a:rect l="l" t="t" r="r" b="b"/>
              <a:pathLst>
                <a:path w="1122045">
                  <a:moveTo>
                    <a:pt x="0" y="0"/>
                  </a:moveTo>
                  <a:lnTo>
                    <a:pt x="112202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4642" y="40684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04642" y="40684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89794" y="3610667"/>
              <a:ext cx="1076960" cy="466725"/>
            </a:xfrm>
            <a:custGeom>
              <a:avLst/>
              <a:gdLst/>
              <a:ahLst/>
              <a:cxnLst/>
              <a:rect l="l" t="t" r="r" b="b"/>
              <a:pathLst>
                <a:path w="1076960" h="466725">
                  <a:moveTo>
                    <a:pt x="0" y="466374"/>
                  </a:moveTo>
                  <a:lnTo>
                    <a:pt x="107649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60042" y="359346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12499" y="31624"/>
                  </a:moveTo>
                  <a:lnTo>
                    <a:pt x="0" y="2749"/>
                  </a:lnTo>
                  <a:lnTo>
                    <a:pt x="45924" y="0"/>
                  </a:lnTo>
                  <a:lnTo>
                    <a:pt x="12499" y="316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0042" y="359346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12499" y="31624"/>
                  </a:moveTo>
                  <a:lnTo>
                    <a:pt x="45924" y="0"/>
                  </a:lnTo>
                  <a:lnTo>
                    <a:pt x="0" y="2749"/>
                  </a:lnTo>
                  <a:lnTo>
                    <a:pt x="12499" y="316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40776" y="4062820"/>
            <a:ext cx="208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v</a:t>
            </a:r>
            <a:r>
              <a:rPr sz="1200" baseline="-31250" dirty="0">
                <a:latin typeface="Arial"/>
                <a:cs typeface="Arial"/>
              </a:rPr>
              <a:t>g</a:t>
            </a:r>
            <a:endParaRPr sz="1200" baseline="-31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30084" y="3583828"/>
            <a:ext cx="33782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26670">
              <a:lnSpc>
                <a:spcPct val="126200"/>
              </a:lnSpc>
              <a:spcBef>
                <a:spcPts val="100"/>
              </a:spcBef>
            </a:pPr>
            <a:r>
              <a:rPr sz="1800" baseline="-20833" dirty="0">
                <a:latin typeface="Arial"/>
                <a:cs typeface="Arial"/>
              </a:rPr>
              <a:t>w</a:t>
            </a:r>
            <a:r>
              <a:rPr sz="800" dirty="0">
                <a:latin typeface="Arial"/>
                <a:cs typeface="Arial"/>
              </a:rPr>
              <a:t>(a)  </a:t>
            </a:r>
            <a:r>
              <a:rPr sz="1200" dirty="0">
                <a:latin typeface="Arial"/>
                <a:cs typeface="Arial"/>
              </a:rPr>
              <a:t>θ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198" y="4130359"/>
            <a:ext cx="1990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(g)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Gender-related Components  </a:t>
            </a: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(a)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Gender-neutral</a:t>
            </a:r>
            <a:r>
              <a:rPr sz="1000" spc="-1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11CD7B-7984-4FE8-A4AF-3E563E0EEAAF}"/>
                  </a:ext>
                </a:extLst>
              </p14:cNvPr>
              <p14:cNvContentPartPr/>
              <p14:nvPr/>
            </p14:nvContentPartPr>
            <p14:xfrm>
              <a:off x="833400" y="552600"/>
              <a:ext cx="8182440" cy="4181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11CD7B-7984-4FE8-A4AF-3E563E0EEA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4040" y="543240"/>
                <a:ext cx="8201160" cy="420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 </a:t>
            </a:r>
            <a:r>
              <a:rPr lang="en-IN" spc="-10" dirty="0"/>
              <a:t>Attribute</a:t>
            </a:r>
            <a:r>
              <a:rPr lang="en-IN" spc="-250" dirty="0"/>
              <a:t> </a:t>
            </a:r>
            <a:r>
              <a:rPr lang="en-IN" spc="-5" dirty="0"/>
              <a:t>Separation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846035" y="1683934"/>
            <a:ext cx="7402329" cy="1963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4173" y="3713332"/>
            <a:ext cx="1819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30864" dirty="0">
                <a:latin typeface="Arial"/>
                <a:cs typeface="Arial"/>
              </a:rPr>
              <a:t>(g) </a:t>
            </a:r>
            <a:r>
              <a:rPr sz="1400" spc="-5" dirty="0">
                <a:latin typeface="Arial"/>
                <a:cs typeface="Arial"/>
              </a:rPr>
              <a:t>of All</a:t>
            </a:r>
            <a:r>
              <a:rPr sz="1400" spc="-2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Occupations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0545" y="3713332"/>
            <a:ext cx="19761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 marR="304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30864" dirty="0">
                <a:latin typeface="Arial"/>
                <a:cs typeface="Arial"/>
              </a:rPr>
              <a:t>(a) </a:t>
            </a:r>
            <a:r>
              <a:rPr sz="1400" spc="-5" dirty="0">
                <a:latin typeface="Arial"/>
                <a:cs typeface="Arial"/>
              </a:rPr>
              <a:t>of </a:t>
            </a:r>
            <a:r>
              <a:rPr sz="1400" spc="-20" dirty="0">
                <a:latin typeface="Arial"/>
                <a:cs typeface="Arial"/>
              </a:rPr>
              <a:t>GloVe </a:t>
            </a:r>
            <a:r>
              <a:rPr sz="1400" spc="-5" dirty="0">
                <a:latin typeface="Arial"/>
                <a:cs typeface="Arial"/>
              </a:rPr>
              <a:t>for Gender  Neutral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Occupations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0984" y="3713332"/>
            <a:ext cx="26352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 marR="304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30864" dirty="0">
                <a:latin typeface="Arial"/>
                <a:cs typeface="Arial"/>
              </a:rPr>
              <a:t>(a) </a:t>
            </a:r>
            <a:r>
              <a:rPr sz="1400" spc="-5" dirty="0">
                <a:latin typeface="Arial"/>
                <a:cs typeface="Arial"/>
              </a:rPr>
              <a:t>of Gender-Neutral GloVE for  Gender Neutral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Occupations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7973" y="4288064"/>
            <a:ext cx="1990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(g)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Gender-related Components  </a:t>
            </a: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(a)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Gender-neutral</a:t>
            </a:r>
            <a:r>
              <a:rPr sz="1000" spc="-1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25E048-3210-46AE-AA19-4489C4845F2B}"/>
                  </a:ext>
                </a:extLst>
              </p14:cNvPr>
              <p14:cNvContentPartPr/>
              <p14:nvPr/>
            </p14:nvContentPartPr>
            <p14:xfrm>
              <a:off x="428760" y="1766880"/>
              <a:ext cx="7958520" cy="260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25E048-3210-46AE-AA19-4489C4845F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400" y="1757520"/>
                <a:ext cx="7977240" cy="262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Gender Relational</a:t>
            </a:r>
            <a:r>
              <a:rPr lang="en-IN" spc="-250" dirty="0"/>
              <a:t> </a:t>
            </a:r>
            <a:r>
              <a:rPr lang="en-IN" spc="-5" dirty="0"/>
              <a:t>Analogy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568709" y="2618969"/>
            <a:ext cx="5731510" cy="1714500"/>
            <a:chOff x="1568709" y="2618969"/>
            <a:chExt cx="5731510" cy="1714500"/>
          </a:xfrm>
        </p:grpSpPr>
        <p:sp>
          <p:nvSpPr>
            <p:cNvPr id="4" name="object 4"/>
            <p:cNvSpPr/>
            <p:nvPr/>
          </p:nvSpPr>
          <p:spPr>
            <a:xfrm>
              <a:off x="1568709" y="2618969"/>
              <a:ext cx="5731118" cy="171444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5941" y="3241468"/>
              <a:ext cx="892053" cy="273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1541" y="3695567"/>
              <a:ext cx="969603" cy="4864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896710" y="1354772"/>
            <a:ext cx="3075719" cy="12169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6331" y="4323131"/>
            <a:ext cx="1586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Jurgens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et al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,</a:t>
            </a:r>
            <a:r>
              <a:rPr sz="1400" u="heavy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2012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D425D8-0538-46AB-952A-4E1733B7388E}"/>
                  </a:ext>
                </a:extLst>
              </p14:cNvPr>
              <p14:cNvContentPartPr/>
              <p14:nvPr/>
            </p14:nvContentPartPr>
            <p14:xfrm>
              <a:off x="6958080" y="3162240"/>
              <a:ext cx="271800" cy="101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D425D8-0538-46AB-952A-4E1733B738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48720" y="3152880"/>
                <a:ext cx="290520" cy="103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 err="1"/>
              <a:t>Coreference</a:t>
            </a:r>
            <a:r>
              <a:rPr lang="en-IN" spc="-85" dirty="0"/>
              <a:t> </a:t>
            </a:r>
            <a:r>
              <a:rPr lang="en-IN" spc="-5" dirty="0"/>
              <a:t>Resolution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723408" y="2090458"/>
            <a:ext cx="7550150" cy="1653539"/>
            <a:chOff x="723408" y="2090458"/>
            <a:chExt cx="7550150" cy="1653539"/>
          </a:xfrm>
        </p:grpSpPr>
        <p:sp>
          <p:nvSpPr>
            <p:cNvPr id="4" name="object 4"/>
            <p:cNvSpPr/>
            <p:nvPr/>
          </p:nvSpPr>
          <p:spPr>
            <a:xfrm>
              <a:off x="989018" y="2090458"/>
              <a:ext cx="7277700" cy="7384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3408" y="2774944"/>
              <a:ext cx="7549949" cy="9687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56331" y="4323131"/>
            <a:ext cx="1586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Jurgens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et al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,</a:t>
            </a:r>
            <a:r>
              <a:rPr sz="1400" u="heavy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1498" y="4193909"/>
            <a:ext cx="19907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w</a:t>
            </a:r>
            <a:r>
              <a:rPr sz="975" baseline="29914" dirty="0">
                <a:latin typeface="Arial"/>
                <a:cs typeface="Arial"/>
              </a:rPr>
              <a:t>(a)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Gender-neutral</a:t>
            </a:r>
            <a:r>
              <a:rPr sz="1000" spc="-1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The Use of </a:t>
            </a:r>
            <a:r>
              <a:rPr lang="en-US" spc="-10" dirty="0"/>
              <a:t>Pre-trained </a:t>
            </a:r>
            <a:r>
              <a:rPr lang="en-US" spc="-5" dirty="0"/>
              <a:t>NLP</a:t>
            </a:r>
            <a:r>
              <a:rPr lang="en-US" spc="-130" dirty="0"/>
              <a:t> </a:t>
            </a:r>
            <a:r>
              <a:rPr lang="en-US" spc="-5" dirty="0"/>
              <a:t>Encoders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6205857" y="1271910"/>
            <a:ext cx="1109345" cy="537845"/>
          </a:xfrm>
          <a:prstGeom prst="rect">
            <a:avLst/>
          </a:prstGeom>
          <a:solidFill>
            <a:srgbClr val="F4CCCC"/>
          </a:solidFill>
          <a:ln w="9524">
            <a:solidFill>
              <a:srgbClr val="595959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sz="1400" spc="-45" dirty="0">
                <a:latin typeface="Arial"/>
                <a:cs typeface="Arial"/>
              </a:rPr>
              <a:t>Text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3655" y="1271910"/>
            <a:ext cx="1109345" cy="537845"/>
          </a:xfrm>
          <a:prstGeom prst="rect">
            <a:avLst/>
          </a:prstGeom>
          <a:solidFill>
            <a:srgbClr val="B6D6A8"/>
          </a:solidFill>
          <a:ln w="9524">
            <a:solidFill>
              <a:srgbClr val="595959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235"/>
              </a:spcBef>
            </a:pPr>
            <a:r>
              <a:rPr sz="1400" spc="-5" dirty="0">
                <a:latin typeface="Arial"/>
                <a:cs typeface="Arial"/>
              </a:rPr>
              <a:t>Proxy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Task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21642" y="1804446"/>
            <a:ext cx="891540" cy="572135"/>
            <a:chOff x="7107697" y="2226032"/>
            <a:chExt cx="891540" cy="572135"/>
          </a:xfrm>
        </p:grpSpPr>
        <p:sp>
          <p:nvSpPr>
            <p:cNvPr id="6" name="object 6"/>
            <p:cNvSpPr/>
            <p:nvPr/>
          </p:nvSpPr>
          <p:spPr>
            <a:xfrm>
              <a:off x="7148885" y="2230795"/>
              <a:ext cx="845819" cy="539115"/>
            </a:xfrm>
            <a:custGeom>
              <a:avLst/>
              <a:gdLst/>
              <a:ahLst/>
              <a:cxnLst/>
              <a:rect l="l" t="t" r="r" b="b"/>
              <a:pathLst>
                <a:path w="845820" h="539114">
                  <a:moveTo>
                    <a:pt x="845223" y="0"/>
                  </a:moveTo>
                  <a:lnTo>
                    <a:pt x="0" y="53897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12460" y="2756494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0" y="36524"/>
                  </a:moveTo>
                  <a:lnTo>
                    <a:pt x="27974" y="0"/>
                  </a:lnTo>
                  <a:lnTo>
                    <a:pt x="44899" y="26549"/>
                  </a:lnTo>
                  <a:lnTo>
                    <a:pt x="0" y="36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12460" y="2756494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4" h="36830">
                  <a:moveTo>
                    <a:pt x="27974" y="0"/>
                  </a:moveTo>
                  <a:lnTo>
                    <a:pt x="0" y="36524"/>
                  </a:lnTo>
                  <a:lnTo>
                    <a:pt x="44899" y="26549"/>
                  </a:lnTo>
                  <a:lnTo>
                    <a:pt x="27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05857" y="2110108"/>
            <a:ext cx="1109345" cy="537845"/>
          </a:xfrm>
          <a:prstGeom prst="rect">
            <a:avLst/>
          </a:prstGeom>
          <a:solidFill>
            <a:srgbClr val="B6D6A8"/>
          </a:solidFill>
          <a:ln w="9524">
            <a:solidFill>
              <a:srgbClr val="595959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1235"/>
              </a:spcBef>
            </a:pPr>
            <a:r>
              <a:rPr sz="1400" spc="-5" dirty="0">
                <a:latin typeface="Arial"/>
                <a:cs typeface="Arial"/>
              </a:rPr>
              <a:t>Encoder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39769" y="1809209"/>
            <a:ext cx="41275" cy="292100"/>
            <a:chOff x="6525824" y="2230795"/>
            <a:chExt cx="41275" cy="292100"/>
          </a:xfrm>
        </p:grpSpPr>
        <p:sp>
          <p:nvSpPr>
            <p:cNvPr id="11" name="object 11"/>
            <p:cNvSpPr/>
            <p:nvPr/>
          </p:nvSpPr>
          <p:spPr>
            <a:xfrm>
              <a:off x="6546311" y="2230795"/>
              <a:ext cx="0" cy="243840"/>
            </a:xfrm>
            <a:custGeom>
              <a:avLst/>
              <a:gdLst/>
              <a:ahLst/>
              <a:cxnLst/>
              <a:rect l="l" t="t" r="r" b="b"/>
              <a:pathLst>
                <a:path h="243839">
                  <a:moveTo>
                    <a:pt x="0" y="0"/>
                  </a:moveTo>
                  <a:lnTo>
                    <a:pt x="0" y="2437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30586" y="24745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30586" y="24745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739769" y="2647407"/>
            <a:ext cx="41275" cy="596900"/>
            <a:chOff x="6525824" y="3068993"/>
            <a:chExt cx="41275" cy="596900"/>
          </a:xfrm>
        </p:grpSpPr>
        <p:sp>
          <p:nvSpPr>
            <p:cNvPr id="15" name="object 15"/>
            <p:cNvSpPr/>
            <p:nvPr/>
          </p:nvSpPr>
          <p:spPr>
            <a:xfrm>
              <a:off x="6546311" y="3068993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h="548639">
                  <a:moveTo>
                    <a:pt x="0" y="0"/>
                  </a:moveTo>
                  <a:lnTo>
                    <a:pt x="0" y="5485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30586" y="36175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30586" y="36175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05857" y="3253106"/>
            <a:ext cx="1109345" cy="537845"/>
          </a:xfrm>
          <a:prstGeom prst="rect">
            <a:avLst/>
          </a:prstGeom>
          <a:solidFill>
            <a:srgbClr val="C8DAF7"/>
          </a:solidFill>
          <a:ln w="9524">
            <a:solidFill>
              <a:srgbClr val="595959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235"/>
              </a:spcBef>
            </a:pPr>
            <a:r>
              <a:rPr sz="1400" spc="-5" dirty="0">
                <a:latin typeface="Arial"/>
                <a:cs typeface="Arial"/>
              </a:rPr>
              <a:t>Decoder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05857" y="4015105"/>
            <a:ext cx="1109345" cy="537845"/>
          </a:xfrm>
          <a:prstGeom prst="rect">
            <a:avLst/>
          </a:prstGeom>
          <a:solidFill>
            <a:srgbClr val="F4CCCC"/>
          </a:solidFill>
          <a:ln w="9524">
            <a:solidFill>
              <a:srgbClr val="595959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235"/>
              </a:spcBef>
            </a:pPr>
            <a:r>
              <a:rPr sz="1400" spc="-5" dirty="0">
                <a:latin typeface="Arial"/>
                <a:cs typeface="Arial"/>
              </a:rPr>
              <a:t>Prediction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39769" y="3790405"/>
            <a:ext cx="41275" cy="215900"/>
            <a:chOff x="6525824" y="4211991"/>
            <a:chExt cx="41275" cy="215900"/>
          </a:xfrm>
        </p:grpSpPr>
        <p:sp>
          <p:nvSpPr>
            <p:cNvPr id="21" name="object 21"/>
            <p:cNvSpPr/>
            <p:nvPr/>
          </p:nvSpPr>
          <p:spPr>
            <a:xfrm>
              <a:off x="6546311" y="4211991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39">
                  <a:moveTo>
                    <a:pt x="0" y="0"/>
                  </a:moveTo>
                  <a:lnTo>
                    <a:pt x="0" y="1675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30586" y="437954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0586" y="437954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9498" y="1317949"/>
            <a:ext cx="5041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Pre-trained Encoders Are Widely Used in</a:t>
            </a:r>
            <a:r>
              <a:rPr sz="18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NLP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7441" y="1600015"/>
            <a:ext cx="3721735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Transfer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information 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related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domain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Boost performance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small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Trained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through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proxy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5248" y="2577580"/>
            <a:ext cx="304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Pre-trained NLP</a:t>
            </a:r>
            <a:r>
              <a:rPr sz="18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Encoders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3191" y="2859647"/>
            <a:ext cx="2376805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ELMO 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Peters et al</a:t>
            </a:r>
            <a:r>
              <a:rPr sz="14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BERT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Devlin et al,</a:t>
            </a:r>
            <a:r>
              <a:rPr sz="1400" u="heavy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XLNet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Yang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et al,</a:t>
            </a:r>
            <a:r>
              <a:rPr sz="1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5073" y="3962074"/>
            <a:ext cx="4255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Pre-trained Encoders Be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Biased?</a:t>
            </a:r>
            <a:endParaRPr sz="18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82BD01-44AD-4ACF-A53C-3E41C071A9AB}"/>
                  </a:ext>
                </a:extLst>
              </p14:cNvPr>
              <p14:cNvContentPartPr/>
              <p14:nvPr/>
            </p14:nvContentPartPr>
            <p14:xfrm>
              <a:off x="657360" y="671400"/>
              <a:ext cx="8310960" cy="372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82BD01-44AD-4ACF-A53C-3E41C071A9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000" y="662040"/>
                <a:ext cx="8329680" cy="374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Adversarial</a:t>
            </a:r>
            <a:r>
              <a:rPr lang="en-IN" spc="-85" dirty="0"/>
              <a:t> </a:t>
            </a:r>
            <a:r>
              <a:rPr lang="en-IN" spc="-5" dirty="0"/>
              <a:t>Learning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7157781" y="4228481"/>
            <a:ext cx="14065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Elazar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10890" y="1895046"/>
            <a:ext cx="3710717" cy="14750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9387" y="3545873"/>
            <a:ext cx="951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Predicting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51687" y="3503567"/>
            <a:ext cx="82550" cy="476250"/>
            <a:chOff x="6051687" y="3503567"/>
            <a:chExt cx="82550" cy="476250"/>
          </a:xfrm>
        </p:grpSpPr>
        <p:sp>
          <p:nvSpPr>
            <p:cNvPr id="7" name="object 7"/>
            <p:cNvSpPr/>
            <p:nvPr/>
          </p:nvSpPr>
          <p:spPr>
            <a:xfrm>
              <a:off x="6092662" y="3599542"/>
              <a:ext cx="0" cy="380365"/>
            </a:xfrm>
            <a:custGeom>
              <a:avLst/>
              <a:gdLst/>
              <a:ahLst/>
              <a:cxnLst/>
              <a:rect l="l" t="t" r="r" b="b"/>
              <a:pathLst>
                <a:path h="380364">
                  <a:moveTo>
                    <a:pt x="0" y="37974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51687" y="3503567"/>
              <a:ext cx="81974" cy="105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71157" y="3545873"/>
            <a:ext cx="1122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Reconstruct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09483" y="3497967"/>
            <a:ext cx="62230" cy="476250"/>
            <a:chOff x="8209483" y="3497967"/>
            <a:chExt cx="62230" cy="476250"/>
          </a:xfrm>
        </p:grpSpPr>
        <p:sp>
          <p:nvSpPr>
            <p:cNvPr id="11" name="object 11"/>
            <p:cNvSpPr/>
            <p:nvPr/>
          </p:nvSpPr>
          <p:spPr>
            <a:xfrm>
              <a:off x="8240433" y="3497967"/>
              <a:ext cx="0" cy="429259"/>
            </a:xfrm>
            <a:custGeom>
              <a:avLst/>
              <a:gdLst/>
              <a:ahLst/>
              <a:cxnLst/>
              <a:rect l="l" t="t" r="r" b="b"/>
              <a:pathLst>
                <a:path h="429260">
                  <a:moveTo>
                    <a:pt x="0" y="42874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19008" y="3905292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424" y="58874"/>
                  </a:moveTo>
                  <a:lnTo>
                    <a:pt x="0" y="0"/>
                  </a:lnTo>
                  <a:lnTo>
                    <a:pt x="21424" y="21424"/>
                  </a:lnTo>
                  <a:lnTo>
                    <a:pt x="42849" y="0"/>
                  </a:lnTo>
                  <a:lnTo>
                    <a:pt x="21424" y="588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19008" y="3905292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424" y="21424"/>
                  </a:moveTo>
                  <a:lnTo>
                    <a:pt x="0" y="0"/>
                  </a:lnTo>
                  <a:lnTo>
                    <a:pt x="21424" y="58874"/>
                  </a:lnTo>
                  <a:lnTo>
                    <a:pt x="42849" y="0"/>
                  </a:lnTo>
                  <a:lnTo>
                    <a:pt x="21424" y="21424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71322" y="1793221"/>
            <a:ext cx="621665" cy="2584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2723" y="2250420"/>
            <a:ext cx="1080135" cy="381000"/>
          </a:xfrm>
          <a:prstGeom prst="rect">
            <a:avLst/>
          </a:prstGeom>
          <a:solidFill>
            <a:srgbClr val="CFE1F2"/>
          </a:solidFill>
          <a:ln w="9524">
            <a:solidFill>
              <a:srgbClr val="595959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1400" spc="-5" dirty="0">
                <a:latin typeface="Arial"/>
                <a:cs typeface="Arial"/>
              </a:rPr>
              <a:t>h(x)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1322" y="2936219"/>
            <a:ext cx="621665" cy="258445"/>
          </a:xfrm>
          <a:prstGeom prst="rect">
            <a:avLst/>
          </a:prstGeom>
          <a:solidFill>
            <a:srgbClr val="B6D6A8"/>
          </a:solidFill>
          <a:ln w="9524">
            <a:solidFill>
              <a:srgbClr val="59595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62054" y="2046458"/>
            <a:ext cx="41275" cy="194945"/>
            <a:chOff x="1462054" y="2046458"/>
            <a:chExt cx="41275" cy="194945"/>
          </a:xfrm>
        </p:grpSpPr>
        <p:sp>
          <p:nvSpPr>
            <p:cNvPr id="18" name="object 18"/>
            <p:cNvSpPr/>
            <p:nvPr/>
          </p:nvSpPr>
          <p:spPr>
            <a:xfrm>
              <a:off x="1482122" y="2051220"/>
              <a:ext cx="635" cy="142240"/>
            </a:xfrm>
            <a:custGeom>
              <a:avLst/>
              <a:gdLst/>
              <a:ahLst/>
              <a:cxnLst/>
              <a:rect l="l" t="t" r="r" b="b"/>
              <a:pathLst>
                <a:path w="634" h="142239">
                  <a:moveTo>
                    <a:pt x="0" y="0"/>
                  </a:moveTo>
                  <a:lnTo>
                    <a:pt x="427" y="1420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66817" y="21932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862" y="43272"/>
                  </a:moveTo>
                  <a:lnTo>
                    <a:pt x="0" y="94"/>
                  </a:lnTo>
                  <a:lnTo>
                    <a:pt x="31464" y="0"/>
                  </a:lnTo>
                  <a:lnTo>
                    <a:pt x="15862" y="432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66817" y="21932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94"/>
                  </a:moveTo>
                  <a:lnTo>
                    <a:pt x="15862" y="43272"/>
                  </a:lnTo>
                  <a:lnTo>
                    <a:pt x="31464" y="0"/>
                  </a:lnTo>
                  <a:lnTo>
                    <a:pt x="0" y="9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461739" y="2626657"/>
            <a:ext cx="41275" cy="300990"/>
            <a:chOff x="1461739" y="2626657"/>
            <a:chExt cx="41275" cy="300990"/>
          </a:xfrm>
        </p:grpSpPr>
        <p:sp>
          <p:nvSpPr>
            <p:cNvPr id="22" name="object 22"/>
            <p:cNvSpPr/>
            <p:nvPr/>
          </p:nvSpPr>
          <p:spPr>
            <a:xfrm>
              <a:off x="1482234" y="2631419"/>
              <a:ext cx="635" cy="247650"/>
            </a:xfrm>
            <a:custGeom>
              <a:avLst/>
              <a:gdLst/>
              <a:ahLst/>
              <a:cxnLst/>
              <a:rect l="l" t="t" r="r" b="b"/>
              <a:pathLst>
                <a:path w="634" h="247650">
                  <a:moveTo>
                    <a:pt x="487" y="0"/>
                  </a:moveTo>
                  <a:lnTo>
                    <a:pt x="0" y="2476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6502" y="28790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647" y="43249"/>
                  </a:moveTo>
                  <a:lnTo>
                    <a:pt x="0" y="0"/>
                  </a:lnTo>
                  <a:lnTo>
                    <a:pt x="31464" y="49"/>
                  </a:lnTo>
                  <a:lnTo>
                    <a:pt x="15647" y="432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6502" y="28790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647" y="43249"/>
                  </a:lnTo>
                  <a:lnTo>
                    <a:pt x="31464" y="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42660" y="3365468"/>
            <a:ext cx="1080135" cy="408940"/>
          </a:xfrm>
          <a:prstGeom prst="rect">
            <a:avLst/>
          </a:prstGeom>
          <a:solidFill>
            <a:srgbClr val="CFE1F2"/>
          </a:solidFill>
          <a:ln w="9524">
            <a:solidFill>
              <a:srgbClr val="595959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dirty="0">
                <a:latin typeface="Arial"/>
                <a:cs typeface="Arial"/>
              </a:rPr>
              <a:t>c(z)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322" y="4003016"/>
            <a:ext cx="621665" cy="2584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62027" y="3189456"/>
            <a:ext cx="41275" cy="167005"/>
            <a:chOff x="1462027" y="3189456"/>
            <a:chExt cx="41275" cy="167005"/>
          </a:xfrm>
        </p:grpSpPr>
        <p:sp>
          <p:nvSpPr>
            <p:cNvPr id="28" name="object 28"/>
            <p:cNvSpPr/>
            <p:nvPr/>
          </p:nvSpPr>
          <p:spPr>
            <a:xfrm>
              <a:off x="1482121" y="3194218"/>
              <a:ext cx="635" cy="114300"/>
            </a:xfrm>
            <a:custGeom>
              <a:avLst/>
              <a:gdLst/>
              <a:ahLst/>
              <a:cxnLst/>
              <a:rect l="l" t="t" r="r" b="b"/>
              <a:pathLst>
                <a:path w="634" h="114300">
                  <a:moveTo>
                    <a:pt x="0" y="0"/>
                  </a:moveTo>
                  <a:lnTo>
                    <a:pt x="399" y="1141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66789" y="33083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884" y="43274"/>
                  </a:moveTo>
                  <a:lnTo>
                    <a:pt x="0" y="99"/>
                  </a:lnTo>
                  <a:lnTo>
                    <a:pt x="31464" y="0"/>
                  </a:lnTo>
                  <a:lnTo>
                    <a:pt x="15884" y="432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66789" y="33083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99"/>
                  </a:moveTo>
                  <a:lnTo>
                    <a:pt x="15884" y="43274"/>
                  </a:lnTo>
                  <a:lnTo>
                    <a:pt x="31464" y="0"/>
                  </a:lnTo>
                  <a:lnTo>
                    <a:pt x="0" y="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461714" y="3769604"/>
            <a:ext cx="41275" cy="224790"/>
            <a:chOff x="1461714" y="3769604"/>
            <a:chExt cx="41275" cy="224790"/>
          </a:xfrm>
        </p:grpSpPr>
        <p:sp>
          <p:nvSpPr>
            <p:cNvPr id="32" name="object 32"/>
            <p:cNvSpPr/>
            <p:nvPr/>
          </p:nvSpPr>
          <p:spPr>
            <a:xfrm>
              <a:off x="1482209" y="3774367"/>
              <a:ext cx="635" cy="171450"/>
            </a:xfrm>
            <a:custGeom>
              <a:avLst/>
              <a:gdLst/>
              <a:ahLst/>
              <a:cxnLst/>
              <a:rect l="l" t="t" r="r" b="b"/>
              <a:pathLst>
                <a:path w="634" h="171450">
                  <a:moveTo>
                    <a:pt x="449" y="0"/>
                  </a:moveTo>
                  <a:lnTo>
                    <a:pt x="0" y="1714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66477" y="394579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619" y="43249"/>
                  </a:moveTo>
                  <a:lnTo>
                    <a:pt x="0" y="0"/>
                  </a:lnTo>
                  <a:lnTo>
                    <a:pt x="31464" y="74"/>
                  </a:lnTo>
                  <a:lnTo>
                    <a:pt x="15619" y="432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66477" y="394579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619" y="43249"/>
                  </a:lnTo>
                  <a:lnTo>
                    <a:pt x="31464" y="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238120" y="3382893"/>
            <a:ext cx="1080135" cy="408940"/>
          </a:xfrm>
          <a:prstGeom prst="rect">
            <a:avLst/>
          </a:prstGeom>
          <a:solidFill>
            <a:srgbClr val="CFE1F2"/>
          </a:solidFill>
          <a:ln w="9524">
            <a:solidFill>
              <a:srgbClr val="595959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725"/>
              </a:spcBef>
            </a:pPr>
            <a:r>
              <a:rPr sz="1400" spc="-5" dirty="0">
                <a:latin typeface="Arial"/>
                <a:cs typeface="Arial"/>
              </a:rPr>
              <a:t>adv(z)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64262" y="4003016"/>
            <a:ext cx="621665" cy="2584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788158" y="3060456"/>
            <a:ext cx="981710" cy="325120"/>
            <a:chOff x="1788158" y="3060456"/>
            <a:chExt cx="981710" cy="325120"/>
          </a:xfrm>
        </p:grpSpPr>
        <p:sp>
          <p:nvSpPr>
            <p:cNvPr id="38" name="object 38"/>
            <p:cNvSpPr/>
            <p:nvPr/>
          </p:nvSpPr>
          <p:spPr>
            <a:xfrm>
              <a:off x="1792921" y="3065218"/>
              <a:ext cx="930910" cy="300355"/>
            </a:xfrm>
            <a:custGeom>
              <a:avLst/>
              <a:gdLst/>
              <a:ahLst/>
              <a:cxnLst/>
              <a:rect l="l" t="t" r="r" b="b"/>
              <a:pathLst>
                <a:path w="930910" h="300354">
                  <a:moveTo>
                    <a:pt x="0" y="0"/>
                  </a:moveTo>
                  <a:lnTo>
                    <a:pt x="930798" y="3001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18894" y="33503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29949"/>
                  </a:moveTo>
                  <a:lnTo>
                    <a:pt x="9649" y="0"/>
                  </a:lnTo>
                  <a:lnTo>
                    <a:pt x="45974" y="28249"/>
                  </a:lnTo>
                  <a:lnTo>
                    <a:pt x="0" y="29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18894" y="33503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29949"/>
                  </a:moveTo>
                  <a:lnTo>
                    <a:pt x="45974" y="28249"/>
                  </a:lnTo>
                  <a:lnTo>
                    <a:pt x="9649" y="0"/>
                  </a:lnTo>
                  <a:lnTo>
                    <a:pt x="0" y="299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755432" y="3787029"/>
            <a:ext cx="41275" cy="207010"/>
            <a:chOff x="2755432" y="3787029"/>
            <a:chExt cx="41275" cy="207010"/>
          </a:xfrm>
        </p:grpSpPr>
        <p:sp>
          <p:nvSpPr>
            <p:cNvPr id="42" name="object 42"/>
            <p:cNvSpPr/>
            <p:nvPr/>
          </p:nvSpPr>
          <p:spPr>
            <a:xfrm>
              <a:off x="2775919" y="3791792"/>
              <a:ext cx="2540" cy="154305"/>
            </a:xfrm>
            <a:custGeom>
              <a:avLst/>
              <a:gdLst/>
              <a:ahLst/>
              <a:cxnLst/>
              <a:rect l="l" t="t" r="r" b="b"/>
              <a:pathLst>
                <a:path w="2539" h="154304">
                  <a:moveTo>
                    <a:pt x="2199" y="0"/>
                  </a:moveTo>
                  <a:lnTo>
                    <a:pt x="0" y="1540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60194" y="394561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124" y="43449"/>
                  </a:moveTo>
                  <a:lnTo>
                    <a:pt x="0" y="0"/>
                  </a:lnTo>
                  <a:lnTo>
                    <a:pt x="31474" y="449"/>
                  </a:lnTo>
                  <a:lnTo>
                    <a:pt x="15124" y="43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60194" y="394561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124" y="43449"/>
                  </a:lnTo>
                  <a:lnTo>
                    <a:pt x="31474" y="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FFF2EB-4D16-41F2-9C6A-738BC325493A}"/>
                  </a:ext>
                </a:extLst>
              </p14:cNvPr>
              <p14:cNvContentPartPr/>
              <p14:nvPr/>
            </p14:nvContentPartPr>
            <p14:xfrm>
              <a:off x="419040" y="1685880"/>
              <a:ext cx="8406360" cy="282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FFF2EB-4D16-41F2-9C6A-738BC32549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680" y="1676520"/>
                <a:ext cx="8425080" cy="284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0" dirty="0"/>
              <a:t>Twitter </a:t>
            </a:r>
            <a:r>
              <a:rPr lang="en-IN" spc="-10" dirty="0"/>
              <a:t>Prediction</a:t>
            </a:r>
            <a:r>
              <a:rPr lang="en-IN" spc="-45" dirty="0"/>
              <a:t> </a:t>
            </a:r>
            <a:r>
              <a:rPr lang="en-IN" spc="-5" dirty="0"/>
              <a:t>Problem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4274185" cy="19672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Twitter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Sentiment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&amp; Mention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Protected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Race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Gender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Age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Leakage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 protected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attributes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572" y="3259539"/>
            <a:ext cx="7848920" cy="1478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359505" y="1302705"/>
            <a:ext cx="3264535" cy="1773555"/>
            <a:chOff x="5359505" y="1302705"/>
            <a:chExt cx="3264535" cy="1773555"/>
          </a:xfrm>
        </p:grpSpPr>
        <p:sp>
          <p:nvSpPr>
            <p:cNvPr id="6" name="object 6"/>
            <p:cNvSpPr/>
            <p:nvPr/>
          </p:nvSpPr>
          <p:spPr>
            <a:xfrm>
              <a:off x="5359505" y="1302705"/>
              <a:ext cx="3264153" cy="16935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8482" y="2812719"/>
              <a:ext cx="2100580" cy="263525"/>
            </a:xfrm>
            <a:custGeom>
              <a:avLst/>
              <a:gdLst/>
              <a:ahLst/>
              <a:cxnLst/>
              <a:rect l="l" t="t" r="r" b="b"/>
              <a:pathLst>
                <a:path w="2100579" h="263525">
                  <a:moveTo>
                    <a:pt x="347700" y="0"/>
                  </a:moveTo>
                  <a:lnTo>
                    <a:pt x="0" y="0"/>
                  </a:lnTo>
                  <a:lnTo>
                    <a:pt x="0" y="263410"/>
                  </a:lnTo>
                  <a:lnTo>
                    <a:pt x="347700" y="263410"/>
                  </a:lnTo>
                  <a:lnTo>
                    <a:pt x="347700" y="0"/>
                  </a:lnTo>
                  <a:close/>
                </a:path>
                <a:path w="2100579" h="263525">
                  <a:moveTo>
                    <a:pt x="2100300" y="0"/>
                  </a:moveTo>
                  <a:lnTo>
                    <a:pt x="1752600" y="0"/>
                  </a:lnTo>
                  <a:lnTo>
                    <a:pt x="1752600" y="263410"/>
                  </a:lnTo>
                  <a:lnTo>
                    <a:pt x="2100300" y="263410"/>
                  </a:lnTo>
                  <a:lnTo>
                    <a:pt x="2100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33981" y="4761880"/>
            <a:ext cx="14065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Elazar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45FC38-AC1E-4632-941D-B1CBAD3E657A}"/>
                  </a:ext>
                </a:extLst>
              </p14:cNvPr>
              <p14:cNvContentPartPr/>
              <p14:nvPr/>
            </p14:nvContentPartPr>
            <p14:xfrm>
              <a:off x="2071800" y="2357280"/>
              <a:ext cx="5648400" cy="232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45FC38-AC1E-4632-941D-B1CBAD3E65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2440" y="2347920"/>
                <a:ext cx="5667120" cy="234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spc="-85" dirty="0"/>
              <a:t>Task </a:t>
            </a:r>
            <a:r>
              <a:rPr lang="en-US" spc="-5" dirty="0"/>
              <a:t>and </a:t>
            </a:r>
            <a:r>
              <a:rPr lang="en-US" spc="-10" dirty="0"/>
              <a:t>Adversary</a:t>
            </a:r>
            <a:r>
              <a:rPr lang="en-US" spc="-365" dirty="0"/>
              <a:t> </a:t>
            </a:r>
            <a:r>
              <a:rPr lang="en-US" spc="-5" dirty="0"/>
              <a:t>Accuracies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983242" y="1279638"/>
            <a:ext cx="4580982" cy="3219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57781" y="4228481"/>
            <a:ext cx="14065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Elazar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09B0E7-C8B0-4D2D-95F8-EC712F17EF9B}"/>
                  </a:ext>
                </a:extLst>
              </p14:cNvPr>
              <p14:cNvContentPartPr/>
              <p14:nvPr/>
            </p14:nvContentPartPr>
            <p14:xfrm>
              <a:off x="857160" y="1419120"/>
              <a:ext cx="7167960" cy="258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09B0E7-C8B0-4D2D-95F8-EC712F17EF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800" y="1409760"/>
                <a:ext cx="7186680" cy="260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Beefing </a:t>
            </a:r>
            <a:r>
              <a:rPr lang="en-IN" spc="-5" dirty="0"/>
              <a:t>Up the</a:t>
            </a:r>
            <a:r>
              <a:rPr lang="en-IN" spc="-240" dirty="0"/>
              <a:t> </a:t>
            </a:r>
            <a:r>
              <a:rPr lang="en-IN" spc="-5" dirty="0"/>
              <a:t>Adversary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30974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Increase the Capacity of the</a:t>
            </a:r>
            <a:r>
              <a:rPr sz="1800" spc="-1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Adversary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Capacity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Weight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Ensemble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0373" y="2315240"/>
            <a:ext cx="5621977" cy="21705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57781" y="4685680"/>
            <a:ext cx="14065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Elazar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523" y="4590463"/>
            <a:ext cx="49498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difference </a:t>
            </a:r>
            <a:r>
              <a:rPr sz="1000" spc="-5" dirty="0">
                <a:latin typeface="Arial"/>
                <a:cs typeface="Arial"/>
              </a:rPr>
              <a:t>between the attacker </a:t>
            </a:r>
            <a:r>
              <a:rPr sz="1000" dirty="0">
                <a:latin typeface="Arial"/>
                <a:cs typeface="Arial"/>
              </a:rPr>
              <a:t>score </a:t>
            </a:r>
            <a:r>
              <a:rPr sz="1000" spc="-5" dirty="0">
                <a:latin typeface="Arial"/>
                <a:cs typeface="Arial"/>
              </a:rPr>
              <a:t>and the </a:t>
            </a:r>
            <a:r>
              <a:rPr sz="1000" dirty="0">
                <a:latin typeface="Arial"/>
                <a:cs typeface="Arial"/>
              </a:rPr>
              <a:t>corresponding </a:t>
            </a:r>
            <a:r>
              <a:rPr sz="1000" spc="-10" dirty="0">
                <a:latin typeface="Arial"/>
                <a:cs typeface="Arial"/>
              </a:rPr>
              <a:t>adversary’s</a:t>
            </a:r>
            <a:r>
              <a:rPr sz="1000" spc="-5" dirty="0">
                <a:latin typeface="Arial"/>
                <a:cs typeface="Arial"/>
              </a:rPr>
              <a:t> accuracy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777" y="4617725"/>
            <a:ext cx="129323" cy="1369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202F8F-9199-404D-8CA2-3D29EF81C1F3}"/>
                  </a:ext>
                </a:extLst>
              </p14:cNvPr>
              <p14:cNvContentPartPr/>
              <p14:nvPr/>
            </p14:nvContentPartPr>
            <p14:xfrm>
              <a:off x="1152360" y="1733400"/>
              <a:ext cx="4439160" cy="3101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202F8F-9199-404D-8CA2-3D29EF81C1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3000" y="1724040"/>
                <a:ext cx="4457880" cy="311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pc="-5" dirty="0"/>
              <a:t>Fair Visual Representation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453707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Counterfactual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Counterfactual Face</a:t>
            </a:r>
            <a:r>
              <a:rPr sz="18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Attribution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Gender Equalized Image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Captioning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Adversarial Removal of Gender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</a:t>
            </a:r>
            <a:r>
              <a:rPr lang="en-IN" spc="-85" dirty="0"/>
              <a:t> </a:t>
            </a:r>
            <a:r>
              <a:rPr lang="en-IN" spc="-5" dirty="0"/>
              <a:t>Explanation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2115005" y="1708971"/>
            <a:ext cx="1667510" cy="572770"/>
            <a:chOff x="2115005" y="1708971"/>
            <a:chExt cx="1667510" cy="572770"/>
          </a:xfrm>
        </p:grpSpPr>
        <p:sp>
          <p:nvSpPr>
            <p:cNvPr id="4" name="object 4"/>
            <p:cNvSpPr/>
            <p:nvPr/>
          </p:nvSpPr>
          <p:spPr>
            <a:xfrm>
              <a:off x="2436498" y="1893218"/>
              <a:ext cx="226815" cy="954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15005" y="1750626"/>
              <a:ext cx="279477" cy="3003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57644" y="1708971"/>
              <a:ext cx="1124822" cy="5726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865258" y="1670429"/>
            <a:ext cx="3201736" cy="409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21176" y="2694676"/>
            <a:ext cx="4271849" cy="1828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72835" y="4303281"/>
            <a:ext cx="1348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Grath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7304" y="2077363"/>
            <a:ext cx="9772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distance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function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8687" y="2109133"/>
            <a:ext cx="1113790" cy="0"/>
          </a:xfrm>
          <a:custGeom>
            <a:avLst/>
            <a:gdLst/>
            <a:ahLst/>
            <a:cxnLst/>
            <a:rect l="l" t="t" r="r" b="b"/>
            <a:pathLst>
              <a:path w="1113790">
                <a:moveTo>
                  <a:pt x="0" y="0"/>
                </a:moveTo>
                <a:lnTo>
                  <a:pt x="1113297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7881" y="2084145"/>
            <a:ext cx="13385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counterfactual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60113" y="2093458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>
                <a:moveTo>
                  <a:pt x="0" y="0"/>
                </a:moveTo>
                <a:lnTo>
                  <a:pt x="34499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05616" y="2107662"/>
            <a:ext cx="963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desired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outcome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77289" y="2116983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>
                <a:moveTo>
                  <a:pt x="0" y="0"/>
                </a:moveTo>
                <a:lnTo>
                  <a:pt x="34499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27822" y="2367109"/>
            <a:ext cx="705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Increase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3651" y="2367109"/>
            <a:ext cx="430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while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44356" y="2360382"/>
            <a:ext cx="1352423" cy="2605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83615" y="2416767"/>
            <a:ext cx="134850" cy="1698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</a:t>
            </a:r>
            <a:r>
              <a:rPr lang="en-IN" spc="-85" dirty="0"/>
              <a:t> </a:t>
            </a:r>
            <a:r>
              <a:rPr lang="en-IN" spc="-5" dirty="0"/>
              <a:t>Explanations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042439" y="1769796"/>
            <a:ext cx="6948998" cy="2088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2835" y="4303281"/>
            <a:ext cx="1348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Grath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</a:t>
            </a:r>
            <a:r>
              <a:rPr lang="en-IN" spc="-85" dirty="0"/>
              <a:t> </a:t>
            </a:r>
            <a:r>
              <a:rPr lang="en-IN" spc="-5" dirty="0"/>
              <a:t>Fairness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772841" y="3746669"/>
            <a:ext cx="7398142" cy="373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99112" y="4310177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0060" y="1801328"/>
          <a:ext cx="3092448" cy="11778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2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78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90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890696" y="3223034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5044" y="1560762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6665" y="1570040"/>
            <a:ext cx="48640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330" algn="l"/>
              </a:tabLst>
            </a:pPr>
            <a:r>
              <a:rPr sz="1400" dirty="0">
                <a:latin typeface="Arial"/>
                <a:cs typeface="Arial"/>
              </a:rPr>
              <a:t>A	Y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4974" y="3229825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8129" y="1518359"/>
            <a:ext cx="2989580" cy="1605915"/>
            <a:chOff x="4228129" y="1518359"/>
            <a:chExt cx="2989580" cy="1605915"/>
          </a:xfrm>
        </p:grpSpPr>
        <p:sp>
          <p:nvSpPr>
            <p:cNvPr id="11" name="object 11"/>
            <p:cNvSpPr/>
            <p:nvPr/>
          </p:nvSpPr>
          <p:spPr>
            <a:xfrm>
              <a:off x="4690084" y="1751723"/>
              <a:ext cx="2522855" cy="949325"/>
            </a:xfrm>
            <a:custGeom>
              <a:avLst/>
              <a:gdLst/>
              <a:ahLst/>
              <a:cxnLst/>
              <a:rect l="l" t="t" r="r" b="b"/>
              <a:pathLst>
                <a:path w="2522854" h="949325">
                  <a:moveTo>
                    <a:pt x="2522397" y="0"/>
                  </a:moveTo>
                  <a:lnTo>
                    <a:pt x="0" y="0"/>
                  </a:lnTo>
                  <a:lnTo>
                    <a:pt x="0" y="189496"/>
                  </a:lnTo>
                  <a:lnTo>
                    <a:pt x="0" y="949198"/>
                  </a:lnTo>
                  <a:lnTo>
                    <a:pt x="2344394" y="949198"/>
                  </a:lnTo>
                  <a:lnTo>
                    <a:pt x="2344394" y="189496"/>
                  </a:lnTo>
                  <a:lnTo>
                    <a:pt x="2522397" y="189496"/>
                  </a:lnTo>
                  <a:lnTo>
                    <a:pt x="2522397" y="0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90090" y="1523121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0" y="0"/>
                  </a:moveTo>
                  <a:lnTo>
                    <a:pt x="2522394" y="0"/>
                  </a:lnTo>
                  <a:lnTo>
                    <a:pt x="2522394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61484" y="1751723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2522397" y="0"/>
                  </a:moveTo>
                  <a:lnTo>
                    <a:pt x="0" y="0"/>
                  </a:lnTo>
                  <a:lnTo>
                    <a:pt x="0" y="189496"/>
                  </a:lnTo>
                  <a:lnTo>
                    <a:pt x="0" y="1177798"/>
                  </a:lnTo>
                  <a:lnTo>
                    <a:pt x="2522397" y="1177798"/>
                  </a:lnTo>
                  <a:lnTo>
                    <a:pt x="2522397" y="189496"/>
                  </a:lnTo>
                  <a:lnTo>
                    <a:pt x="2522397" y="0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61491" y="1751721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0" y="0"/>
                  </a:moveTo>
                  <a:lnTo>
                    <a:pt x="2522394" y="0"/>
                  </a:lnTo>
                  <a:lnTo>
                    <a:pt x="2522394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32891" y="1941216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2522394" y="1177802"/>
                  </a:moveTo>
                  <a:lnTo>
                    <a:pt x="0" y="1177802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1177802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32891" y="1941216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0" y="0"/>
                  </a:moveTo>
                  <a:lnTo>
                    <a:pt x="2522394" y="0"/>
                  </a:lnTo>
                  <a:lnTo>
                    <a:pt x="2522394" y="1177802"/>
                  </a:lnTo>
                  <a:lnTo>
                    <a:pt x="0" y="1177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69754" y="1296187"/>
            <a:ext cx="346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A=1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50523" y="1518359"/>
            <a:ext cx="749300" cy="1605915"/>
            <a:chOff x="6750523" y="1518359"/>
            <a:chExt cx="749300" cy="1605915"/>
          </a:xfrm>
        </p:grpSpPr>
        <p:sp>
          <p:nvSpPr>
            <p:cNvPr id="19" name="object 19"/>
            <p:cNvSpPr/>
            <p:nvPr/>
          </p:nvSpPr>
          <p:spPr>
            <a:xfrm>
              <a:off x="6983882" y="1751723"/>
              <a:ext cx="237490" cy="1177925"/>
            </a:xfrm>
            <a:custGeom>
              <a:avLst/>
              <a:gdLst/>
              <a:ahLst/>
              <a:cxnLst/>
              <a:rect l="l" t="t" r="r" b="b"/>
              <a:pathLst>
                <a:path w="237490" h="1177925">
                  <a:moveTo>
                    <a:pt x="237070" y="0"/>
                  </a:moveTo>
                  <a:lnTo>
                    <a:pt x="0" y="0"/>
                  </a:lnTo>
                  <a:lnTo>
                    <a:pt x="0" y="189496"/>
                  </a:lnTo>
                  <a:lnTo>
                    <a:pt x="0" y="1177798"/>
                  </a:lnTo>
                  <a:lnTo>
                    <a:pt x="237070" y="1177798"/>
                  </a:lnTo>
                  <a:lnTo>
                    <a:pt x="237070" y="189496"/>
                  </a:lnTo>
                  <a:lnTo>
                    <a:pt x="237070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83885" y="17517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12482" y="1523123"/>
              <a:ext cx="279400" cy="1177925"/>
            </a:xfrm>
            <a:custGeom>
              <a:avLst/>
              <a:gdLst/>
              <a:ahLst/>
              <a:cxnLst/>
              <a:rect l="l" t="t" r="r" b="b"/>
              <a:pathLst>
                <a:path w="279400" h="1177925">
                  <a:moveTo>
                    <a:pt x="27919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18096"/>
                  </a:lnTo>
                  <a:lnTo>
                    <a:pt x="0" y="1177798"/>
                  </a:lnTo>
                  <a:lnTo>
                    <a:pt x="279196" y="1177798"/>
                  </a:lnTo>
                  <a:lnTo>
                    <a:pt x="279196" y="418096"/>
                  </a:lnTo>
                  <a:lnTo>
                    <a:pt x="279196" y="228600"/>
                  </a:lnTo>
                  <a:lnTo>
                    <a:pt x="279196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2485" y="15231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55286" y="1941216"/>
              <a:ext cx="279400" cy="1177925"/>
            </a:xfrm>
            <a:custGeom>
              <a:avLst/>
              <a:gdLst/>
              <a:ahLst/>
              <a:cxnLst/>
              <a:rect l="l" t="t" r="r" b="b"/>
              <a:pathLst>
                <a:path w="279400" h="1177925">
                  <a:moveTo>
                    <a:pt x="0" y="1177802"/>
                  </a:moveTo>
                  <a:lnTo>
                    <a:pt x="279199" y="1177802"/>
                  </a:lnTo>
                  <a:lnTo>
                    <a:pt x="279199" y="0"/>
                  </a:lnTo>
                  <a:lnTo>
                    <a:pt x="0" y="0"/>
                  </a:lnTo>
                  <a:lnTo>
                    <a:pt x="0" y="1177802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55286" y="1941216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802"/>
                  </a:lnTo>
                  <a:lnTo>
                    <a:pt x="0" y="1177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690090" y="1523121"/>
            <a:ext cx="2602865" cy="228600"/>
          </a:xfrm>
          <a:prstGeom prst="rect">
            <a:avLst/>
          </a:prstGeom>
          <a:solidFill>
            <a:srgbClr val="D8E9D3"/>
          </a:solidFill>
          <a:ln w="9524">
            <a:solidFill>
              <a:srgbClr val="59595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r">
              <a:lnSpc>
                <a:spcPts val="1500"/>
              </a:lnSpc>
              <a:spcBef>
                <a:spcPts val="300"/>
              </a:spcBef>
            </a:pPr>
            <a:r>
              <a:rPr sz="1400" spc="-5" dirty="0">
                <a:latin typeface="Arial"/>
                <a:cs typeface="Arial"/>
              </a:rPr>
              <a:t>A=2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90090" y="1751721"/>
            <a:ext cx="2306955" cy="189865"/>
          </a:xfrm>
          <a:prstGeom prst="rect">
            <a:avLst/>
          </a:prstGeom>
          <a:solidFill>
            <a:srgbClr val="D8E9D3"/>
          </a:solidFill>
          <a:ln w="9524">
            <a:solidFill>
              <a:srgbClr val="595959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r">
              <a:lnSpc>
                <a:spcPts val="1175"/>
              </a:lnSpc>
              <a:spcBef>
                <a:spcPts val="315"/>
              </a:spcBef>
            </a:pPr>
            <a:r>
              <a:rPr sz="1400" spc="-5" dirty="0">
                <a:latin typeface="Arial"/>
                <a:cs typeface="Arial"/>
              </a:rPr>
              <a:t>A=3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29723" y="1518359"/>
            <a:ext cx="749300" cy="1605915"/>
            <a:chOff x="7029723" y="1518359"/>
            <a:chExt cx="749300" cy="1605915"/>
          </a:xfrm>
        </p:grpSpPr>
        <p:sp>
          <p:nvSpPr>
            <p:cNvPr id="28" name="object 28"/>
            <p:cNvSpPr/>
            <p:nvPr/>
          </p:nvSpPr>
          <p:spPr>
            <a:xfrm>
              <a:off x="7491685" y="15231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282299" y="1177797"/>
                  </a:moveTo>
                  <a:lnTo>
                    <a:pt x="0" y="1177797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1177797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91685" y="15231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20960" y="17517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282299" y="1177797"/>
                  </a:moveTo>
                  <a:lnTo>
                    <a:pt x="0" y="1177797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1177797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20960" y="17517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34486" y="1941216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282299" y="1177802"/>
                  </a:moveTo>
                  <a:lnTo>
                    <a:pt x="0" y="1177802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1177802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34486" y="1941216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802"/>
                  </a:lnTo>
                  <a:lnTo>
                    <a:pt x="0" y="1177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91416" y="1262631"/>
            <a:ext cx="177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X'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55290" y="1262631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74747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026922" y="4196048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960939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314964" y="4196058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Causal </a:t>
            </a:r>
            <a:r>
              <a:rPr lang="en-US" spc="-20" dirty="0"/>
              <a:t>View </a:t>
            </a:r>
            <a:r>
              <a:rPr lang="en-US" spc="-5" dirty="0"/>
              <a:t>of Counterfactual</a:t>
            </a:r>
            <a:r>
              <a:rPr lang="en-US" spc="-60" dirty="0"/>
              <a:t> </a:t>
            </a:r>
            <a:r>
              <a:rPr lang="en-US" spc="-5" dirty="0"/>
              <a:t>Fairness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772841" y="3746669"/>
            <a:ext cx="7398142" cy="373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99112" y="4310177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98655" y="2479630"/>
            <a:ext cx="292100" cy="356870"/>
            <a:chOff x="3398655" y="2479630"/>
            <a:chExt cx="292100" cy="356870"/>
          </a:xfrm>
        </p:grpSpPr>
        <p:sp>
          <p:nvSpPr>
            <p:cNvPr id="6" name="object 6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30854" y="2865428"/>
            <a:ext cx="346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A=a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4747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6922" y="4196048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0939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14964" y="4196058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6568" y="1646246"/>
            <a:ext cx="2064385" cy="3473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560"/>
              </a:spcBef>
            </a:pPr>
            <a:r>
              <a:rPr sz="1400" dirty="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9696" y="2856160"/>
            <a:ext cx="1219835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3861" y="1988583"/>
            <a:ext cx="3709670" cy="847725"/>
            <a:chOff x="723861" y="1988583"/>
            <a:chExt cx="3709670" cy="847725"/>
          </a:xfrm>
        </p:grpSpPr>
        <p:sp>
          <p:nvSpPr>
            <p:cNvPr id="16" name="object 16"/>
            <p:cNvSpPr/>
            <p:nvPr/>
          </p:nvSpPr>
          <p:spPr>
            <a:xfrm>
              <a:off x="728623" y="2484454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2522394" y="347089"/>
                  </a:moveTo>
                  <a:lnTo>
                    <a:pt x="0" y="347089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34708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623" y="2484454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0" y="0"/>
                  </a:moveTo>
                  <a:lnTo>
                    <a:pt x="2522394" y="0"/>
                  </a:lnTo>
                  <a:lnTo>
                    <a:pt x="2522394" y="347089"/>
                  </a:lnTo>
                  <a:lnTo>
                    <a:pt x="0" y="3470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3567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74035" y="1993345"/>
              <a:ext cx="2254885" cy="838200"/>
            </a:xfrm>
            <a:custGeom>
              <a:avLst/>
              <a:gdLst/>
              <a:ahLst/>
              <a:cxnLst/>
              <a:rect l="l" t="t" r="r" b="b"/>
              <a:pathLst>
                <a:path w="2254885" h="838200">
                  <a:moveTo>
                    <a:pt x="1669531" y="491046"/>
                  </a:moveTo>
                  <a:lnTo>
                    <a:pt x="1951831" y="491046"/>
                  </a:lnTo>
                  <a:lnTo>
                    <a:pt x="1951831" y="838148"/>
                  </a:lnTo>
                  <a:lnTo>
                    <a:pt x="1669531" y="838148"/>
                  </a:lnTo>
                  <a:lnTo>
                    <a:pt x="1669531" y="491046"/>
                  </a:lnTo>
                  <a:close/>
                </a:path>
                <a:path w="2254885" h="838200">
                  <a:moveTo>
                    <a:pt x="2254680" y="0"/>
                  </a:moveTo>
                  <a:lnTo>
                    <a:pt x="0" y="48424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55735" y="2464867"/>
              <a:ext cx="31115" cy="20955"/>
            </a:xfrm>
            <a:custGeom>
              <a:avLst/>
              <a:gdLst/>
              <a:ahLst/>
              <a:cxnLst/>
              <a:rect l="l" t="t" r="r" b="b"/>
              <a:pathLst>
                <a:path w="31114" h="20955">
                  <a:moveTo>
                    <a:pt x="31022" y="20947"/>
                  </a:moveTo>
                  <a:lnTo>
                    <a:pt x="0" y="16652"/>
                  </a:lnTo>
                  <a:lnTo>
                    <a:pt x="26524" y="0"/>
                  </a:lnTo>
                  <a:lnTo>
                    <a:pt x="18299" y="12722"/>
                  </a:lnTo>
                  <a:lnTo>
                    <a:pt x="31022" y="209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55735" y="2464867"/>
              <a:ext cx="31115" cy="20955"/>
            </a:xfrm>
            <a:custGeom>
              <a:avLst/>
              <a:gdLst/>
              <a:ahLst/>
              <a:cxnLst/>
              <a:rect l="l" t="t" r="r" b="b"/>
              <a:pathLst>
                <a:path w="31114" h="20955">
                  <a:moveTo>
                    <a:pt x="18299" y="12722"/>
                  </a:moveTo>
                  <a:lnTo>
                    <a:pt x="26524" y="0"/>
                  </a:lnTo>
                  <a:lnTo>
                    <a:pt x="0" y="16652"/>
                  </a:lnTo>
                  <a:lnTo>
                    <a:pt x="31022" y="20947"/>
                  </a:lnTo>
                  <a:lnTo>
                    <a:pt x="18299" y="1272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06616" y="1993345"/>
              <a:ext cx="422275" cy="467359"/>
            </a:xfrm>
            <a:custGeom>
              <a:avLst/>
              <a:gdLst/>
              <a:ahLst/>
              <a:cxnLst/>
              <a:rect l="l" t="t" r="r" b="b"/>
              <a:pathLst>
                <a:path w="422275" h="467360">
                  <a:moveTo>
                    <a:pt x="422099" y="0"/>
                  </a:moveTo>
                  <a:lnTo>
                    <a:pt x="0" y="46688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94066" y="2445102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0" y="29012"/>
                  </a:moveTo>
                  <a:lnTo>
                    <a:pt x="11774" y="0"/>
                  </a:lnTo>
                  <a:lnTo>
                    <a:pt x="12549" y="15127"/>
                  </a:lnTo>
                  <a:lnTo>
                    <a:pt x="27674" y="14367"/>
                  </a:lnTo>
                  <a:lnTo>
                    <a:pt x="0" y="2901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94066" y="2445102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2549" y="15127"/>
                  </a:moveTo>
                  <a:lnTo>
                    <a:pt x="11774" y="0"/>
                  </a:lnTo>
                  <a:lnTo>
                    <a:pt x="0" y="29012"/>
                  </a:lnTo>
                  <a:lnTo>
                    <a:pt x="27674" y="14367"/>
                  </a:lnTo>
                  <a:lnTo>
                    <a:pt x="12549" y="1512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168" y="2657944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952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64943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64943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17164" y="2871733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Causal </a:t>
            </a:r>
            <a:r>
              <a:rPr lang="en-US" spc="-20" dirty="0"/>
              <a:t>View </a:t>
            </a:r>
            <a:r>
              <a:rPr lang="en-US" spc="-5" dirty="0"/>
              <a:t>of Counterfactual</a:t>
            </a:r>
            <a:r>
              <a:rPr lang="en-US" spc="-60" dirty="0"/>
              <a:t> </a:t>
            </a:r>
            <a:r>
              <a:rPr lang="en-US" spc="-5" dirty="0"/>
              <a:t>Fairness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772841" y="3746669"/>
            <a:ext cx="7398142" cy="373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99112" y="4310177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3861" y="2479630"/>
            <a:ext cx="7005320" cy="356870"/>
            <a:chOff x="723861" y="2479630"/>
            <a:chExt cx="7005320" cy="356870"/>
          </a:xfrm>
        </p:grpSpPr>
        <p:sp>
          <p:nvSpPr>
            <p:cNvPr id="6" name="object 6"/>
            <p:cNvSpPr/>
            <p:nvPr/>
          </p:nvSpPr>
          <p:spPr>
            <a:xfrm>
              <a:off x="728623" y="2484455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2522394" y="347089"/>
                  </a:moveTo>
                  <a:lnTo>
                    <a:pt x="0" y="347089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34708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8623" y="2484455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0" y="0"/>
                  </a:moveTo>
                  <a:lnTo>
                    <a:pt x="2522394" y="0"/>
                  </a:lnTo>
                  <a:lnTo>
                    <a:pt x="2522394" y="347089"/>
                  </a:lnTo>
                  <a:lnTo>
                    <a:pt x="0" y="3470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43567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43567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200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4200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09696" y="2856160"/>
            <a:ext cx="1219835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1277" y="2865428"/>
            <a:ext cx="346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A=a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7164" y="2871733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4747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26922" y="4196048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60939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14964" y="4196058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72088" y="2865428"/>
            <a:ext cx="228536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00"/>
              </a:spcBef>
              <a:tabLst>
                <a:tab pos="1843405" algn="l"/>
              </a:tabLst>
            </a:pPr>
            <a:r>
              <a:rPr sz="2100" spc="-7" baseline="1984" dirty="0">
                <a:latin typeface="Arial"/>
                <a:cs typeface="Arial"/>
              </a:rPr>
              <a:t>X</a:t>
            </a:r>
            <a:r>
              <a:rPr sz="2100" baseline="1984" dirty="0">
                <a:latin typeface="Arial"/>
                <a:cs typeface="Arial"/>
              </a:rPr>
              <a:t>'	</a:t>
            </a:r>
            <a:r>
              <a:rPr sz="1400" spc="-5" dirty="0">
                <a:latin typeface="Arial"/>
                <a:cs typeface="Arial"/>
              </a:rPr>
              <a:t>A←a'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77396" y="2479630"/>
            <a:ext cx="292100" cy="356870"/>
            <a:chOff x="7877396" y="2479630"/>
            <a:chExt cx="292100" cy="356870"/>
          </a:xfrm>
        </p:grpSpPr>
        <p:sp>
          <p:nvSpPr>
            <p:cNvPr id="23" name="object 23"/>
            <p:cNvSpPr/>
            <p:nvPr/>
          </p:nvSpPr>
          <p:spPr>
            <a:xfrm>
              <a:off x="788215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8215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55756" y="2879696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96568" y="1646246"/>
            <a:ext cx="2064385" cy="3473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560"/>
              </a:spcBef>
            </a:pPr>
            <a:r>
              <a:rPr sz="1400" dirty="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84958" y="1986640"/>
            <a:ext cx="2439670" cy="502920"/>
            <a:chOff x="1984958" y="1986640"/>
            <a:chExt cx="2439670" cy="502920"/>
          </a:xfrm>
        </p:grpSpPr>
        <p:sp>
          <p:nvSpPr>
            <p:cNvPr id="28" name="object 28"/>
            <p:cNvSpPr/>
            <p:nvPr/>
          </p:nvSpPr>
          <p:spPr>
            <a:xfrm>
              <a:off x="1989720" y="1999788"/>
              <a:ext cx="2407285" cy="485140"/>
            </a:xfrm>
            <a:custGeom>
              <a:avLst/>
              <a:gdLst/>
              <a:ahLst/>
              <a:cxnLst/>
              <a:rect l="l" t="t" r="r" b="b"/>
              <a:pathLst>
                <a:path w="2407285" h="485139">
                  <a:moveTo>
                    <a:pt x="2406995" y="0"/>
                  </a:moveTo>
                  <a:lnTo>
                    <a:pt x="0" y="48465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4091" y="1991403"/>
              <a:ext cx="31115" cy="21590"/>
            </a:xfrm>
            <a:custGeom>
              <a:avLst/>
              <a:gdLst/>
              <a:ahLst/>
              <a:cxnLst/>
              <a:rect l="l" t="t" r="r" b="b"/>
              <a:pathLst>
                <a:path w="31114" h="21589">
                  <a:moveTo>
                    <a:pt x="4249" y="21002"/>
                  </a:moveTo>
                  <a:lnTo>
                    <a:pt x="12624" y="8384"/>
                  </a:lnTo>
                  <a:lnTo>
                    <a:pt x="0" y="0"/>
                  </a:lnTo>
                  <a:lnTo>
                    <a:pt x="30974" y="4689"/>
                  </a:lnTo>
                  <a:lnTo>
                    <a:pt x="4249" y="2100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84091" y="1991403"/>
              <a:ext cx="31115" cy="21590"/>
            </a:xfrm>
            <a:custGeom>
              <a:avLst/>
              <a:gdLst/>
              <a:ahLst/>
              <a:cxnLst/>
              <a:rect l="l" t="t" r="r" b="b"/>
              <a:pathLst>
                <a:path w="31114" h="21589">
                  <a:moveTo>
                    <a:pt x="12624" y="8384"/>
                  </a:moveTo>
                  <a:lnTo>
                    <a:pt x="4249" y="21002"/>
                  </a:lnTo>
                  <a:lnTo>
                    <a:pt x="30974" y="4689"/>
                  </a:lnTo>
                  <a:lnTo>
                    <a:pt x="0" y="0"/>
                  </a:lnTo>
                  <a:lnTo>
                    <a:pt x="12624" y="838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4717" y="2017560"/>
              <a:ext cx="422275" cy="467359"/>
            </a:xfrm>
            <a:custGeom>
              <a:avLst/>
              <a:gdLst/>
              <a:ahLst/>
              <a:cxnLst/>
              <a:rect l="l" t="t" r="r" b="b"/>
              <a:pathLst>
                <a:path w="422275" h="467360">
                  <a:moveTo>
                    <a:pt x="422099" y="0"/>
                  </a:moveTo>
                  <a:lnTo>
                    <a:pt x="0" y="46688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91691" y="2003675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5899" y="29012"/>
                  </a:moveTo>
                  <a:lnTo>
                    <a:pt x="15124" y="13884"/>
                  </a:lnTo>
                  <a:lnTo>
                    <a:pt x="0" y="14644"/>
                  </a:lnTo>
                  <a:lnTo>
                    <a:pt x="27674" y="0"/>
                  </a:lnTo>
                  <a:lnTo>
                    <a:pt x="15899" y="2901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91691" y="2003675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5124" y="13884"/>
                  </a:moveTo>
                  <a:lnTo>
                    <a:pt x="15899" y="29012"/>
                  </a:lnTo>
                  <a:lnTo>
                    <a:pt x="27674" y="0"/>
                  </a:lnTo>
                  <a:lnTo>
                    <a:pt x="0" y="14644"/>
                  </a:lnTo>
                  <a:lnTo>
                    <a:pt x="15124" y="1388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536145" y="2107719"/>
            <a:ext cx="4489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recover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23953" y="1988583"/>
            <a:ext cx="3018155" cy="847725"/>
            <a:chOff x="4423953" y="1988583"/>
            <a:chExt cx="3018155" cy="847725"/>
          </a:xfrm>
        </p:grpSpPr>
        <p:sp>
          <p:nvSpPr>
            <p:cNvPr id="36" name="object 36"/>
            <p:cNvSpPr/>
            <p:nvPr/>
          </p:nvSpPr>
          <p:spPr>
            <a:xfrm>
              <a:off x="4767215" y="2484454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2522394" y="347089"/>
                  </a:moveTo>
                  <a:lnTo>
                    <a:pt x="0" y="347089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34708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28716" y="1993345"/>
              <a:ext cx="2861310" cy="838200"/>
            </a:xfrm>
            <a:custGeom>
              <a:avLst/>
              <a:gdLst/>
              <a:ahLst/>
              <a:cxnLst/>
              <a:rect l="l" t="t" r="r" b="b"/>
              <a:pathLst>
                <a:path w="2861309" h="838200">
                  <a:moveTo>
                    <a:pt x="338499" y="491109"/>
                  </a:moveTo>
                  <a:lnTo>
                    <a:pt x="2860894" y="491109"/>
                  </a:lnTo>
                  <a:lnTo>
                    <a:pt x="2860894" y="838198"/>
                  </a:lnTo>
                  <a:lnTo>
                    <a:pt x="338499" y="838198"/>
                  </a:lnTo>
                  <a:lnTo>
                    <a:pt x="338499" y="491109"/>
                  </a:lnTo>
                  <a:close/>
                </a:path>
                <a:path w="2861309" h="838200">
                  <a:moveTo>
                    <a:pt x="0" y="0"/>
                  </a:moveTo>
                  <a:lnTo>
                    <a:pt x="1544971" y="47432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69062" y="245263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079"/>
                  </a:moveTo>
                  <a:lnTo>
                    <a:pt x="9224" y="0"/>
                  </a:lnTo>
                  <a:lnTo>
                    <a:pt x="45949" y="27724"/>
                  </a:lnTo>
                  <a:lnTo>
                    <a:pt x="0" y="3007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69062" y="245263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079"/>
                  </a:moveTo>
                  <a:lnTo>
                    <a:pt x="45949" y="27724"/>
                  </a:lnTo>
                  <a:lnTo>
                    <a:pt x="9224" y="0"/>
                  </a:lnTo>
                  <a:lnTo>
                    <a:pt x="0" y="3007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46760" y="2657944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952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03535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03535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Red Car</a:t>
            </a:r>
            <a:r>
              <a:rPr lang="en-IN" spc="-90" dirty="0"/>
              <a:t> </a:t>
            </a:r>
            <a:r>
              <a:rPr lang="en-IN" spc="-5" dirty="0"/>
              <a:t>Problem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29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Develop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Algorithm to Determine Insurance</a:t>
            </a:r>
            <a:r>
              <a:rPr sz="18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Premium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0561" y="3591864"/>
            <a:ext cx="48323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Group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6154" y="2160783"/>
            <a:ext cx="1155700" cy="1290320"/>
            <a:chOff x="3896154" y="2160783"/>
            <a:chExt cx="1155700" cy="1290320"/>
          </a:xfrm>
        </p:grpSpPr>
        <p:sp>
          <p:nvSpPr>
            <p:cNvPr id="6" name="object 6"/>
            <p:cNvSpPr/>
            <p:nvPr/>
          </p:nvSpPr>
          <p:spPr>
            <a:xfrm>
              <a:off x="3900917" y="2165545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228599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228599" y="0"/>
                  </a:lnTo>
                  <a:lnTo>
                    <a:pt x="228599" y="2885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0917" y="2165545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0" y="0"/>
                  </a:moveTo>
                  <a:lnTo>
                    <a:pt x="228599" y="0"/>
                  </a:lnTo>
                  <a:lnTo>
                    <a:pt x="228599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9516" y="2165545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917398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917398" y="0"/>
                  </a:lnTo>
                  <a:lnTo>
                    <a:pt x="917398" y="288599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29516" y="2165545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0" y="0"/>
                  </a:moveTo>
                  <a:lnTo>
                    <a:pt x="917398" y="0"/>
                  </a:lnTo>
                  <a:lnTo>
                    <a:pt x="917398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0917" y="2461072"/>
              <a:ext cx="1012825" cy="985519"/>
            </a:xfrm>
            <a:custGeom>
              <a:avLst/>
              <a:gdLst/>
              <a:ahLst/>
              <a:cxnLst/>
              <a:rect l="l" t="t" r="r" b="b"/>
              <a:pathLst>
                <a:path w="1012825" h="985520">
                  <a:moveTo>
                    <a:pt x="1012197" y="985195"/>
                  </a:moveTo>
                  <a:lnTo>
                    <a:pt x="0" y="985195"/>
                  </a:lnTo>
                  <a:lnTo>
                    <a:pt x="0" y="0"/>
                  </a:lnTo>
                  <a:lnTo>
                    <a:pt x="1012197" y="0"/>
                  </a:lnTo>
                  <a:lnTo>
                    <a:pt x="1012197" y="985195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00917" y="2461072"/>
              <a:ext cx="1012825" cy="985519"/>
            </a:xfrm>
            <a:custGeom>
              <a:avLst/>
              <a:gdLst/>
              <a:ahLst/>
              <a:cxnLst/>
              <a:rect l="l" t="t" r="r" b="b"/>
              <a:pathLst>
                <a:path w="1012825" h="985520">
                  <a:moveTo>
                    <a:pt x="0" y="0"/>
                  </a:moveTo>
                  <a:lnTo>
                    <a:pt x="1012197" y="0"/>
                  </a:lnTo>
                  <a:lnTo>
                    <a:pt x="1012197" y="985195"/>
                  </a:lnTo>
                  <a:lnTo>
                    <a:pt x="0" y="9851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3140" y="2461072"/>
              <a:ext cx="133985" cy="985519"/>
            </a:xfrm>
            <a:custGeom>
              <a:avLst/>
              <a:gdLst/>
              <a:ahLst/>
              <a:cxnLst/>
              <a:rect l="l" t="t" r="r" b="b"/>
              <a:pathLst>
                <a:path w="133985" h="985520">
                  <a:moveTo>
                    <a:pt x="133799" y="985195"/>
                  </a:moveTo>
                  <a:lnTo>
                    <a:pt x="0" y="985195"/>
                  </a:lnTo>
                  <a:lnTo>
                    <a:pt x="0" y="0"/>
                  </a:lnTo>
                  <a:lnTo>
                    <a:pt x="133799" y="0"/>
                  </a:lnTo>
                  <a:lnTo>
                    <a:pt x="133799" y="985195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3140" y="2461072"/>
              <a:ext cx="133985" cy="985519"/>
            </a:xfrm>
            <a:custGeom>
              <a:avLst/>
              <a:gdLst/>
              <a:ahLst/>
              <a:cxnLst/>
              <a:rect l="l" t="t" r="r" b="b"/>
              <a:pathLst>
                <a:path w="133985" h="985520">
                  <a:moveTo>
                    <a:pt x="0" y="0"/>
                  </a:moveTo>
                  <a:lnTo>
                    <a:pt x="133799" y="0"/>
                  </a:lnTo>
                  <a:lnTo>
                    <a:pt x="133799" y="985195"/>
                  </a:lnTo>
                  <a:lnTo>
                    <a:pt x="0" y="9851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47607" y="3606265"/>
            <a:ext cx="48323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Group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lang="en-US" sz="1000" dirty="0">
                <a:latin typeface="Arial"/>
                <a:cs typeface="Arial"/>
              </a:rPr>
              <a:t>3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3200" y="2175188"/>
            <a:ext cx="1155700" cy="1290320"/>
            <a:chOff x="5743200" y="2175188"/>
            <a:chExt cx="1155700" cy="1290320"/>
          </a:xfrm>
        </p:grpSpPr>
        <p:sp>
          <p:nvSpPr>
            <p:cNvPr id="16" name="object 16"/>
            <p:cNvSpPr/>
            <p:nvPr/>
          </p:nvSpPr>
          <p:spPr>
            <a:xfrm>
              <a:off x="5747963" y="2179950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228599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228599" y="0"/>
                  </a:lnTo>
                  <a:lnTo>
                    <a:pt x="228599" y="2885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47963" y="2179950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0" y="0"/>
                  </a:moveTo>
                  <a:lnTo>
                    <a:pt x="228599" y="0"/>
                  </a:lnTo>
                  <a:lnTo>
                    <a:pt x="228599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6563" y="2179950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917398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917398" y="0"/>
                  </a:lnTo>
                  <a:lnTo>
                    <a:pt x="917398" y="288599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76563" y="2179950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0" y="0"/>
                  </a:moveTo>
                  <a:lnTo>
                    <a:pt x="917398" y="0"/>
                  </a:lnTo>
                  <a:lnTo>
                    <a:pt x="917398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47963" y="2475475"/>
              <a:ext cx="1010919" cy="985519"/>
            </a:xfrm>
            <a:custGeom>
              <a:avLst/>
              <a:gdLst/>
              <a:ahLst/>
              <a:cxnLst/>
              <a:rect l="l" t="t" r="r" b="b"/>
              <a:pathLst>
                <a:path w="1010920" h="985520">
                  <a:moveTo>
                    <a:pt x="1010697" y="985193"/>
                  </a:moveTo>
                  <a:lnTo>
                    <a:pt x="0" y="985193"/>
                  </a:lnTo>
                  <a:lnTo>
                    <a:pt x="0" y="0"/>
                  </a:lnTo>
                  <a:lnTo>
                    <a:pt x="1010697" y="0"/>
                  </a:lnTo>
                  <a:lnTo>
                    <a:pt x="1010697" y="985193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7963" y="2475475"/>
              <a:ext cx="1010919" cy="985519"/>
            </a:xfrm>
            <a:custGeom>
              <a:avLst/>
              <a:gdLst/>
              <a:ahLst/>
              <a:cxnLst/>
              <a:rect l="l" t="t" r="r" b="b"/>
              <a:pathLst>
                <a:path w="1010920" h="985520">
                  <a:moveTo>
                    <a:pt x="0" y="0"/>
                  </a:moveTo>
                  <a:lnTo>
                    <a:pt x="1010697" y="0"/>
                  </a:lnTo>
                  <a:lnTo>
                    <a:pt x="1010697" y="985193"/>
                  </a:lnTo>
                  <a:lnTo>
                    <a:pt x="0" y="9851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58686" y="2475475"/>
              <a:ext cx="135890" cy="985519"/>
            </a:xfrm>
            <a:custGeom>
              <a:avLst/>
              <a:gdLst/>
              <a:ahLst/>
              <a:cxnLst/>
              <a:rect l="l" t="t" r="r" b="b"/>
              <a:pathLst>
                <a:path w="135890" h="985520">
                  <a:moveTo>
                    <a:pt x="135299" y="985193"/>
                  </a:moveTo>
                  <a:lnTo>
                    <a:pt x="0" y="985193"/>
                  </a:lnTo>
                  <a:lnTo>
                    <a:pt x="0" y="0"/>
                  </a:lnTo>
                  <a:lnTo>
                    <a:pt x="135299" y="0"/>
                  </a:lnTo>
                  <a:lnTo>
                    <a:pt x="135299" y="985193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58686" y="2475475"/>
              <a:ext cx="135890" cy="985519"/>
            </a:xfrm>
            <a:custGeom>
              <a:avLst/>
              <a:gdLst/>
              <a:ahLst/>
              <a:cxnLst/>
              <a:rect l="l" t="t" r="r" b="b"/>
              <a:pathLst>
                <a:path w="135890" h="985520">
                  <a:moveTo>
                    <a:pt x="0" y="0"/>
                  </a:moveTo>
                  <a:lnTo>
                    <a:pt x="135299" y="0"/>
                  </a:lnTo>
                  <a:lnTo>
                    <a:pt x="135299" y="985193"/>
                  </a:lnTo>
                  <a:lnTo>
                    <a:pt x="0" y="9851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733819" y="4088026"/>
            <a:ext cx="172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P(y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" dirty="0">
                <a:latin typeface="Arial"/>
                <a:cs typeface="Arial"/>
              </a:rPr>
              <a:t>acc </a:t>
            </a:r>
            <a:r>
              <a:rPr sz="1400" dirty="0">
                <a:latin typeface="Arial"/>
                <a:cs typeface="Arial"/>
              </a:rPr>
              <a:t>| A </a:t>
            </a:r>
            <a:r>
              <a:rPr sz="1400" spc="-5" dirty="0">
                <a:latin typeface="Arial"/>
                <a:cs typeface="Arial"/>
              </a:rPr>
              <a:t>=1)</a:t>
            </a:r>
            <a:r>
              <a:rPr sz="1400" spc="-25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=0.2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3963" y="4069481"/>
            <a:ext cx="172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P(y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" dirty="0">
                <a:latin typeface="Arial"/>
                <a:cs typeface="Arial"/>
              </a:rPr>
              <a:t>acc </a:t>
            </a:r>
            <a:r>
              <a:rPr sz="1400" dirty="0">
                <a:latin typeface="Arial"/>
                <a:cs typeface="Arial"/>
              </a:rPr>
              <a:t>| A </a:t>
            </a:r>
            <a:r>
              <a:rPr sz="1400" spc="-5" dirty="0">
                <a:latin typeface="Arial"/>
                <a:cs typeface="Arial"/>
              </a:rPr>
              <a:t>=2)</a:t>
            </a:r>
            <a:r>
              <a:rPr sz="1400" spc="-25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=0.2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05464" y="4060203"/>
            <a:ext cx="172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P(y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" dirty="0">
                <a:latin typeface="Arial"/>
                <a:cs typeface="Arial"/>
              </a:rPr>
              <a:t>acc </a:t>
            </a:r>
            <a:r>
              <a:rPr sz="1400" dirty="0">
                <a:latin typeface="Arial"/>
                <a:cs typeface="Arial"/>
              </a:rPr>
              <a:t>| A </a:t>
            </a:r>
            <a:r>
              <a:rPr sz="1400" spc="-5" dirty="0">
                <a:latin typeface="Arial"/>
                <a:cs typeface="Arial"/>
              </a:rPr>
              <a:t>=3)</a:t>
            </a:r>
            <a:r>
              <a:rPr sz="1400" spc="-25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=0.2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62235" y="4287003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109580" y="2164908"/>
          <a:ext cx="1146175" cy="1288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8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7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498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498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90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9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2431543" y="3594064"/>
            <a:ext cx="48323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Group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22075" y="2476193"/>
            <a:ext cx="209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red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36598" y="3260128"/>
            <a:ext cx="314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other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61454" y="1918105"/>
            <a:ext cx="675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no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accident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21509" y="1917667"/>
            <a:ext cx="9207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future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accidents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02617" y="2405087"/>
            <a:ext cx="196215" cy="10325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"/>
                <a:cs typeface="Arial"/>
              </a:rPr>
              <a:t>color </a:t>
            </a:r>
            <a:r>
              <a:rPr sz="1200" spc="-5" dirty="0">
                <a:latin typeface="Arial"/>
                <a:cs typeface="Arial"/>
              </a:rPr>
              <a:t>of the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Placeholder 78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Causal </a:t>
            </a:r>
            <a:r>
              <a:rPr lang="en-US" spc="-10" dirty="0"/>
              <a:t>Perspective </a:t>
            </a:r>
            <a:r>
              <a:rPr lang="en-US" spc="-5" dirty="0"/>
              <a:t>of the Red Car</a:t>
            </a:r>
            <a:r>
              <a:rPr lang="en-US" spc="-75" dirty="0"/>
              <a:t> </a:t>
            </a:r>
            <a:r>
              <a:rPr lang="en-US" spc="-5" dirty="0"/>
              <a:t>Problem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884727" y="4086730"/>
            <a:ext cx="242316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Observed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Latent </a:t>
            </a:r>
            <a:r>
              <a:rPr sz="1400" dirty="0">
                <a:latin typeface="Arial"/>
                <a:cs typeface="Arial"/>
              </a:rPr>
              <a:t>(Unobserved)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3078" y="4138629"/>
            <a:ext cx="175895" cy="391160"/>
            <a:chOff x="643078" y="4138629"/>
            <a:chExt cx="175895" cy="391160"/>
          </a:xfrm>
        </p:grpSpPr>
        <p:sp>
          <p:nvSpPr>
            <p:cNvPr id="5" name="object 5"/>
            <p:cNvSpPr/>
            <p:nvPr/>
          </p:nvSpPr>
          <p:spPr>
            <a:xfrm>
              <a:off x="643078" y="4138629"/>
              <a:ext cx="173624" cy="1736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5088" y="4356053"/>
              <a:ext cx="173624" cy="1736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368334" y="1582659"/>
            <a:ext cx="765810" cy="765810"/>
            <a:chOff x="1368334" y="1582659"/>
            <a:chExt cx="765810" cy="765810"/>
          </a:xfrm>
        </p:grpSpPr>
        <p:sp>
          <p:nvSpPr>
            <p:cNvPr id="8" name="object 8"/>
            <p:cNvSpPr/>
            <p:nvPr/>
          </p:nvSpPr>
          <p:spPr>
            <a:xfrm>
              <a:off x="1373097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7"/>
                  </a:lnTo>
                  <a:lnTo>
                    <a:pt x="161976" y="688000"/>
                  </a:lnTo>
                  <a:lnTo>
                    <a:pt x="126904" y="660337"/>
                  </a:lnTo>
                  <a:lnTo>
                    <a:pt x="95360" y="628793"/>
                  </a:lnTo>
                  <a:lnTo>
                    <a:pt x="67698" y="593722"/>
                  </a:lnTo>
                  <a:lnTo>
                    <a:pt x="44271" y="555477"/>
                  </a:lnTo>
                  <a:lnTo>
                    <a:pt x="25433" y="514414"/>
                  </a:lnTo>
                  <a:lnTo>
                    <a:pt x="11539" y="470885"/>
                  </a:lnTo>
                  <a:lnTo>
                    <a:pt x="2943" y="425245"/>
                  </a:lnTo>
                  <a:lnTo>
                    <a:pt x="0" y="377849"/>
                  </a:lnTo>
                  <a:lnTo>
                    <a:pt x="2943" y="330452"/>
                  </a:lnTo>
                  <a:lnTo>
                    <a:pt x="11539" y="284813"/>
                  </a:lnTo>
                  <a:lnTo>
                    <a:pt x="25433" y="241284"/>
                  </a:lnTo>
                  <a:lnTo>
                    <a:pt x="44271" y="200220"/>
                  </a:lnTo>
                  <a:lnTo>
                    <a:pt x="67698" y="161976"/>
                  </a:lnTo>
                  <a:lnTo>
                    <a:pt x="95360" y="126904"/>
                  </a:lnTo>
                  <a:lnTo>
                    <a:pt x="126904" y="95360"/>
                  </a:lnTo>
                  <a:lnTo>
                    <a:pt x="161976" y="67698"/>
                  </a:lnTo>
                  <a:lnTo>
                    <a:pt x="200220" y="44271"/>
                  </a:lnTo>
                  <a:lnTo>
                    <a:pt x="241284" y="25433"/>
                  </a:lnTo>
                  <a:lnTo>
                    <a:pt x="284813" y="11539"/>
                  </a:lnTo>
                  <a:lnTo>
                    <a:pt x="330452" y="2943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5"/>
                  </a:lnTo>
                  <a:lnTo>
                    <a:pt x="522446" y="28762"/>
                  </a:lnTo>
                  <a:lnTo>
                    <a:pt x="566536" y="50484"/>
                  </a:lnTo>
                  <a:lnTo>
                    <a:pt x="607592" y="77867"/>
                  </a:lnTo>
                  <a:lnTo>
                    <a:pt x="645028" y="110669"/>
                  </a:lnTo>
                  <a:lnTo>
                    <a:pt x="677830" y="148105"/>
                  </a:lnTo>
                  <a:lnTo>
                    <a:pt x="705214" y="189162"/>
                  </a:lnTo>
                  <a:lnTo>
                    <a:pt x="726936" y="233252"/>
                  </a:lnTo>
                  <a:lnTo>
                    <a:pt x="742752" y="279788"/>
                  </a:lnTo>
                  <a:lnTo>
                    <a:pt x="752421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7" y="555477"/>
                  </a:lnTo>
                  <a:lnTo>
                    <a:pt x="688000" y="593722"/>
                  </a:lnTo>
                  <a:lnTo>
                    <a:pt x="660337" y="628793"/>
                  </a:lnTo>
                  <a:lnTo>
                    <a:pt x="628793" y="660337"/>
                  </a:lnTo>
                  <a:lnTo>
                    <a:pt x="593722" y="688000"/>
                  </a:lnTo>
                  <a:lnTo>
                    <a:pt x="555477" y="711427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3097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3" y="330452"/>
                  </a:lnTo>
                  <a:lnTo>
                    <a:pt x="11539" y="284813"/>
                  </a:lnTo>
                  <a:lnTo>
                    <a:pt x="25433" y="241284"/>
                  </a:lnTo>
                  <a:lnTo>
                    <a:pt x="44271" y="200220"/>
                  </a:lnTo>
                  <a:lnTo>
                    <a:pt x="67698" y="161976"/>
                  </a:lnTo>
                  <a:lnTo>
                    <a:pt x="95360" y="126904"/>
                  </a:lnTo>
                  <a:lnTo>
                    <a:pt x="126904" y="95360"/>
                  </a:lnTo>
                  <a:lnTo>
                    <a:pt x="161976" y="67698"/>
                  </a:lnTo>
                  <a:lnTo>
                    <a:pt x="200220" y="44271"/>
                  </a:lnTo>
                  <a:lnTo>
                    <a:pt x="241284" y="25433"/>
                  </a:lnTo>
                  <a:lnTo>
                    <a:pt x="284813" y="11539"/>
                  </a:lnTo>
                  <a:lnTo>
                    <a:pt x="330452" y="2943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5"/>
                  </a:lnTo>
                  <a:lnTo>
                    <a:pt x="522446" y="28762"/>
                  </a:lnTo>
                  <a:lnTo>
                    <a:pt x="566536" y="50484"/>
                  </a:lnTo>
                  <a:lnTo>
                    <a:pt x="607592" y="77867"/>
                  </a:lnTo>
                  <a:lnTo>
                    <a:pt x="645028" y="110669"/>
                  </a:lnTo>
                  <a:lnTo>
                    <a:pt x="677830" y="148105"/>
                  </a:lnTo>
                  <a:lnTo>
                    <a:pt x="705214" y="189162"/>
                  </a:lnTo>
                  <a:lnTo>
                    <a:pt x="726936" y="233252"/>
                  </a:lnTo>
                  <a:lnTo>
                    <a:pt x="742752" y="279788"/>
                  </a:lnTo>
                  <a:lnTo>
                    <a:pt x="752421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7" y="555477"/>
                  </a:lnTo>
                  <a:lnTo>
                    <a:pt x="688000" y="593722"/>
                  </a:lnTo>
                  <a:lnTo>
                    <a:pt x="660337" y="628793"/>
                  </a:lnTo>
                  <a:lnTo>
                    <a:pt x="628793" y="660337"/>
                  </a:lnTo>
                  <a:lnTo>
                    <a:pt x="593722" y="688000"/>
                  </a:lnTo>
                  <a:lnTo>
                    <a:pt x="555477" y="711427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7"/>
                  </a:lnTo>
                  <a:lnTo>
                    <a:pt x="161976" y="688000"/>
                  </a:lnTo>
                  <a:lnTo>
                    <a:pt x="126904" y="660337"/>
                  </a:lnTo>
                  <a:lnTo>
                    <a:pt x="95360" y="628793"/>
                  </a:lnTo>
                  <a:lnTo>
                    <a:pt x="67698" y="593722"/>
                  </a:lnTo>
                  <a:lnTo>
                    <a:pt x="44271" y="555477"/>
                  </a:lnTo>
                  <a:lnTo>
                    <a:pt x="25433" y="514414"/>
                  </a:lnTo>
                  <a:lnTo>
                    <a:pt x="11539" y="470885"/>
                  </a:lnTo>
                  <a:lnTo>
                    <a:pt x="2943" y="425245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78980" y="1840686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8674" y="1843471"/>
            <a:ext cx="44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Group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68334" y="3030456"/>
            <a:ext cx="765810" cy="765810"/>
            <a:chOff x="1368334" y="3030456"/>
            <a:chExt cx="765810" cy="765810"/>
          </a:xfrm>
        </p:grpSpPr>
        <p:sp>
          <p:nvSpPr>
            <p:cNvPr id="13" name="object 13"/>
            <p:cNvSpPr/>
            <p:nvPr/>
          </p:nvSpPr>
          <p:spPr>
            <a:xfrm>
              <a:off x="1373097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6"/>
                  </a:lnTo>
                  <a:lnTo>
                    <a:pt x="161976" y="687998"/>
                  </a:lnTo>
                  <a:lnTo>
                    <a:pt x="126904" y="660335"/>
                  </a:lnTo>
                  <a:lnTo>
                    <a:pt x="95360" y="628791"/>
                  </a:lnTo>
                  <a:lnTo>
                    <a:pt x="67698" y="593720"/>
                  </a:lnTo>
                  <a:lnTo>
                    <a:pt x="44271" y="555475"/>
                  </a:lnTo>
                  <a:lnTo>
                    <a:pt x="25433" y="514411"/>
                  </a:lnTo>
                  <a:lnTo>
                    <a:pt x="11539" y="470883"/>
                  </a:lnTo>
                  <a:lnTo>
                    <a:pt x="2943" y="425244"/>
                  </a:lnTo>
                  <a:lnTo>
                    <a:pt x="0" y="377849"/>
                  </a:lnTo>
                  <a:lnTo>
                    <a:pt x="2943" y="330453"/>
                  </a:lnTo>
                  <a:lnTo>
                    <a:pt x="11539" y="284814"/>
                  </a:lnTo>
                  <a:lnTo>
                    <a:pt x="25433" y="241286"/>
                  </a:lnTo>
                  <a:lnTo>
                    <a:pt x="44271" y="200222"/>
                  </a:lnTo>
                  <a:lnTo>
                    <a:pt x="67698" y="161978"/>
                  </a:lnTo>
                  <a:lnTo>
                    <a:pt x="95360" y="126906"/>
                  </a:lnTo>
                  <a:lnTo>
                    <a:pt x="126904" y="95362"/>
                  </a:lnTo>
                  <a:lnTo>
                    <a:pt x="161976" y="67699"/>
                  </a:lnTo>
                  <a:lnTo>
                    <a:pt x="200220" y="44272"/>
                  </a:lnTo>
                  <a:lnTo>
                    <a:pt x="241284" y="25434"/>
                  </a:lnTo>
                  <a:lnTo>
                    <a:pt x="284813" y="11540"/>
                  </a:lnTo>
                  <a:lnTo>
                    <a:pt x="330452" y="2944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3"/>
                  </a:lnTo>
                  <a:lnTo>
                    <a:pt x="522446" y="28759"/>
                  </a:lnTo>
                  <a:lnTo>
                    <a:pt x="566536" y="50481"/>
                  </a:lnTo>
                  <a:lnTo>
                    <a:pt x="607592" y="77867"/>
                  </a:lnTo>
                  <a:lnTo>
                    <a:pt x="645028" y="110674"/>
                  </a:lnTo>
                  <a:lnTo>
                    <a:pt x="677830" y="148107"/>
                  </a:lnTo>
                  <a:lnTo>
                    <a:pt x="705214" y="189164"/>
                  </a:lnTo>
                  <a:lnTo>
                    <a:pt x="726936" y="233255"/>
                  </a:lnTo>
                  <a:lnTo>
                    <a:pt x="742752" y="279792"/>
                  </a:lnTo>
                  <a:lnTo>
                    <a:pt x="752421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7" y="555475"/>
                  </a:lnTo>
                  <a:lnTo>
                    <a:pt x="688000" y="593720"/>
                  </a:lnTo>
                  <a:lnTo>
                    <a:pt x="660337" y="628791"/>
                  </a:lnTo>
                  <a:lnTo>
                    <a:pt x="628793" y="660335"/>
                  </a:lnTo>
                  <a:lnTo>
                    <a:pt x="593722" y="687998"/>
                  </a:lnTo>
                  <a:lnTo>
                    <a:pt x="555477" y="711426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73097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3" y="330453"/>
                  </a:lnTo>
                  <a:lnTo>
                    <a:pt x="11539" y="284814"/>
                  </a:lnTo>
                  <a:lnTo>
                    <a:pt x="25433" y="241286"/>
                  </a:lnTo>
                  <a:lnTo>
                    <a:pt x="44271" y="200222"/>
                  </a:lnTo>
                  <a:lnTo>
                    <a:pt x="67698" y="161978"/>
                  </a:lnTo>
                  <a:lnTo>
                    <a:pt x="95360" y="126906"/>
                  </a:lnTo>
                  <a:lnTo>
                    <a:pt x="126904" y="95362"/>
                  </a:lnTo>
                  <a:lnTo>
                    <a:pt x="161976" y="67699"/>
                  </a:lnTo>
                  <a:lnTo>
                    <a:pt x="200220" y="44272"/>
                  </a:lnTo>
                  <a:lnTo>
                    <a:pt x="241284" y="25434"/>
                  </a:lnTo>
                  <a:lnTo>
                    <a:pt x="284813" y="11540"/>
                  </a:lnTo>
                  <a:lnTo>
                    <a:pt x="330452" y="2944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3"/>
                  </a:lnTo>
                  <a:lnTo>
                    <a:pt x="522446" y="28759"/>
                  </a:lnTo>
                  <a:lnTo>
                    <a:pt x="566536" y="50481"/>
                  </a:lnTo>
                  <a:lnTo>
                    <a:pt x="607592" y="77867"/>
                  </a:lnTo>
                  <a:lnTo>
                    <a:pt x="645028" y="110674"/>
                  </a:lnTo>
                  <a:lnTo>
                    <a:pt x="677830" y="148107"/>
                  </a:lnTo>
                  <a:lnTo>
                    <a:pt x="705214" y="189164"/>
                  </a:lnTo>
                  <a:lnTo>
                    <a:pt x="726936" y="233255"/>
                  </a:lnTo>
                  <a:lnTo>
                    <a:pt x="742752" y="279792"/>
                  </a:lnTo>
                  <a:lnTo>
                    <a:pt x="752421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7" y="555475"/>
                  </a:lnTo>
                  <a:lnTo>
                    <a:pt x="688000" y="593720"/>
                  </a:lnTo>
                  <a:lnTo>
                    <a:pt x="660337" y="628791"/>
                  </a:lnTo>
                  <a:lnTo>
                    <a:pt x="628793" y="660335"/>
                  </a:lnTo>
                  <a:lnTo>
                    <a:pt x="593722" y="687998"/>
                  </a:lnTo>
                  <a:lnTo>
                    <a:pt x="555477" y="711426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6"/>
                  </a:lnTo>
                  <a:lnTo>
                    <a:pt x="161976" y="687998"/>
                  </a:lnTo>
                  <a:lnTo>
                    <a:pt x="126904" y="660335"/>
                  </a:lnTo>
                  <a:lnTo>
                    <a:pt x="95360" y="628791"/>
                  </a:lnTo>
                  <a:lnTo>
                    <a:pt x="67698" y="593720"/>
                  </a:lnTo>
                  <a:lnTo>
                    <a:pt x="44271" y="555475"/>
                  </a:lnTo>
                  <a:lnTo>
                    <a:pt x="25433" y="514411"/>
                  </a:lnTo>
                  <a:lnTo>
                    <a:pt x="11539" y="470883"/>
                  </a:lnTo>
                  <a:lnTo>
                    <a:pt x="2943" y="425244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78980" y="3288484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30451" y="1582659"/>
            <a:ext cx="1698625" cy="1557655"/>
            <a:chOff x="1730451" y="1582659"/>
            <a:chExt cx="1698625" cy="1557655"/>
          </a:xfrm>
        </p:grpSpPr>
        <p:sp>
          <p:nvSpPr>
            <p:cNvPr id="17" name="object 17"/>
            <p:cNvSpPr/>
            <p:nvPr/>
          </p:nvSpPr>
          <p:spPr>
            <a:xfrm>
              <a:off x="1750946" y="234312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49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35214" y="29780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4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35214" y="29780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4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4648" y="2232450"/>
              <a:ext cx="724535" cy="869950"/>
            </a:xfrm>
            <a:custGeom>
              <a:avLst/>
              <a:gdLst/>
              <a:ahLst/>
              <a:cxnLst/>
              <a:rect l="l" t="t" r="r" b="b"/>
              <a:pathLst>
                <a:path w="724535" h="869950">
                  <a:moveTo>
                    <a:pt x="724521" y="0"/>
                  </a:moveTo>
                  <a:lnTo>
                    <a:pt x="0" y="86959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6978" y="3091968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5" h="43814">
                  <a:moveTo>
                    <a:pt x="0" y="43274"/>
                  </a:moveTo>
                  <a:lnTo>
                    <a:pt x="15582" y="0"/>
                  </a:lnTo>
                  <a:lnTo>
                    <a:pt x="39757" y="20149"/>
                  </a:lnTo>
                  <a:lnTo>
                    <a:pt x="0" y="432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6978" y="3091968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5" h="43814">
                  <a:moveTo>
                    <a:pt x="15582" y="0"/>
                  </a:moveTo>
                  <a:lnTo>
                    <a:pt x="0" y="43274"/>
                  </a:lnTo>
                  <a:lnTo>
                    <a:pt x="39757" y="20149"/>
                  </a:lnTo>
                  <a:lnTo>
                    <a:pt x="1558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68494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7"/>
                  </a:lnTo>
                  <a:lnTo>
                    <a:pt x="161978" y="688000"/>
                  </a:lnTo>
                  <a:lnTo>
                    <a:pt x="126906" y="660337"/>
                  </a:lnTo>
                  <a:lnTo>
                    <a:pt x="95362" y="628793"/>
                  </a:lnTo>
                  <a:lnTo>
                    <a:pt x="67699" y="593722"/>
                  </a:lnTo>
                  <a:lnTo>
                    <a:pt x="44272" y="555477"/>
                  </a:lnTo>
                  <a:lnTo>
                    <a:pt x="25434" y="514414"/>
                  </a:lnTo>
                  <a:lnTo>
                    <a:pt x="11540" y="470885"/>
                  </a:lnTo>
                  <a:lnTo>
                    <a:pt x="2944" y="425245"/>
                  </a:lnTo>
                  <a:lnTo>
                    <a:pt x="0" y="377849"/>
                  </a:ln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5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6" y="555477"/>
                  </a:lnTo>
                  <a:lnTo>
                    <a:pt x="687998" y="593722"/>
                  </a:lnTo>
                  <a:lnTo>
                    <a:pt x="660335" y="628793"/>
                  </a:lnTo>
                  <a:lnTo>
                    <a:pt x="628791" y="660337"/>
                  </a:lnTo>
                  <a:lnTo>
                    <a:pt x="593720" y="688000"/>
                  </a:lnTo>
                  <a:lnTo>
                    <a:pt x="555475" y="711427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68494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4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6" y="555477"/>
                  </a:lnTo>
                  <a:lnTo>
                    <a:pt x="687998" y="593722"/>
                  </a:lnTo>
                  <a:lnTo>
                    <a:pt x="660335" y="628793"/>
                  </a:lnTo>
                  <a:lnTo>
                    <a:pt x="628791" y="660337"/>
                  </a:lnTo>
                  <a:lnTo>
                    <a:pt x="593720" y="688000"/>
                  </a:lnTo>
                  <a:lnTo>
                    <a:pt x="555475" y="711427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7"/>
                  </a:lnTo>
                  <a:lnTo>
                    <a:pt x="161978" y="688000"/>
                  </a:lnTo>
                  <a:lnTo>
                    <a:pt x="126906" y="660337"/>
                  </a:lnTo>
                  <a:lnTo>
                    <a:pt x="95362" y="628793"/>
                  </a:lnTo>
                  <a:lnTo>
                    <a:pt x="67699" y="593722"/>
                  </a:lnTo>
                  <a:lnTo>
                    <a:pt x="44272" y="555477"/>
                  </a:lnTo>
                  <a:lnTo>
                    <a:pt x="25434" y="514414"/>
                  </a:lnTo>
                  <a:lnTo>
                    <a:pt x="11540" y="470885"/>
                  </a:lnTo>
                  <a:lnTo>
                    <a:pt x="2944" y="425245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2154" y="3291268"/>
            <a:ext cx="70294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90500" marR="5080" indent="-17843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Drive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Red  Cars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69476" y="1840686"/>
            <a:ext cx="1543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61898" y="1786950"/>
            <a:ext cx="77660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52400" marR="5080" indent="-14033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Aggressive  Driving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63732" y="3030456"/>
            <a:ext cx="765810" cy="765810"/>
            <a:chOff x="2663732" y="3030456"/>
            <a:chExt cx="765810" cy="765810"/>
          </a:xfrm>
        </p:grpSpPr>
        <p:sp>
          <p:nvSpPr>
            <p:cNvPr id="29" name="object 29"/>
            <p:cNvSpPr/>
            <p:nvPr/>
          </p:nvSpPr>
          <p:spPr>
            <a:xfrm>
              <a:off x="2668494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lnTo>
                    <a:pt x="2944" y="330453"/>
                  </a:lnTo>
                  <a:lnTo>
                    <a:pt x="11540" y="284814"/>
                  </a:lnTo>
                  <a:lnTo>
                    <a:pt x="25434" y="241286"/>
                  </a:lnTo>
                  <a:lnTo>
                    <a:pt x="44272" y="200222"/>
                  </a:lnTo>
                  <a:lnTo>
                    <a:pt x="67699" y="161978"/>
                  </a:lnTo>
                  <a:lnTo>
                    <a:pt x="95362" y="126906"/>
                  </a:lnTo>
                  <a:lnTo>
                    <a:pt x="126906" y="95362"/>
                  </a:lnTo>
                  <a:lnTo>
                    <a:pt x="161978" y="67699"/>
                  </a:lnTo>
                  <a:lnTo>
                    <a:pt x="200222" y="44272"/>
                  </a:lnTo>
                  <a:lnTo>
                    <a:pt x="241286" y="25434"/>
                  </a:lnTo>
                  <a:lnTo>
                    <a:pt x="284814" y="11540"/>
                  </a:lnTo>
                  <a:lnTo>
                    <a:pt x="330453" y="2944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3"/>
                  </a:lnTo>
                  <a:lnTo>
                    <a:pt x="522442" y="28759"/>
                  </a:lnTo>
                  <a:lnTo>
                    <a:pt x="566534" y="50481"/>
                  </a:lnTo>
                  <a:lnTo>
                    <a:pt x="607590" y="77867"/>
                  </a:lnTo>
                  <a:lnTo>
                    <a:pt x="645023" y="110674"/>
                  </a:lnTo>
                  <a:lnTo>
                    <a:pt x="677831" y="148107"/>
                  </a:lnTo>
                  <a:lnTo>
                    <a:pt x="705217" y="189164"/>
                  </a:lnTo>
                  <a:lnTo>
                    <a:pt x="726939" y="233255"/>
                  </a:lnTo>
                  <a:lnTo>
                    <a:pt x="742755" y="279792"/>
                  </a:lnTo>
                  <a:lnTo>
                    <a:pt x="752422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68494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4" y="330453"/>
                  </a:lnTo>
                  <a:lnTo>
                    <a:pt x="11540" y="284814"/>
                  </a:lnTo>
                  <a:lnTo>
                    <a:pt x="25434" y="241286"/>
                  </a:lnTo>
                  <a:lnTo>
                    <a:pt x="44272" y="200222"/>
                  </a:lnTo>
                  <a:lnTo>
                    <a:pt x="67699" y="161978"/>
                  </a:lnTo>
                  <a:lnTo>
                    <a:pt x="95362" y="126906"/>
                  </a:lnTo>
                  <a:lnTo>
                    <a:pt x="126906" y="95362"/>
                  </a:lnTo>
                  <a:lnTo>
                    <a:pt x="161978" y="67699"/>
                  </a:lnTo>
                  <a:lnTo>
                    <a:pt x="200222" y="44272"/>
                  </a:lnTo>
                  <a:lnTo>
                    <a:pt x="241286" y="25434"/>
                  </a:lnTo>
                  <a:lnTo>
                    <a:pt x="284814" y="11540"/>
                  </a:lnTo>
                  <a:lnTo>
                    <a:pt x="330453" y="2944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3"/>
                  </a:lnTo>
                  <a:lnTo>
                    <a:pt x="522442" y="28759"/>
                  </a:lnTo>
                  <a:lnTo>
                    <a:pt x="566534" y="50481"/>
                  </a:lnTo>
                  <a:lnTo>
                    <a:pt x="607590" y="77867"/>
                  </a:lnTo>
                  <a:lnTo>
                    <a:pt x="645023" y="110674"/>
                  </a:lnTo>
                  <a:lnTo>
                    <a:pt x="677831" y="148107"/>
                  </a:lnTo>
                  <a:lnTo>
                    <a:pt x="705217" y="189164"/>
                  </a:lnTo>
                  <a:lnTo>
                    <a:pt x="726939" y="233255"/>
                  </a:lnTo>
                  <a:lnTo>
                    <a:pt x="742754" y="279792"/>
                  </a:lnTo>
                  <a:lnTo>
                    <a:pt x="752422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974377" y="3288484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25856" y="2343120"/>
            <a:ext cx="41275" cy="683260"/>
            <a:chOff x="3025856" y="2343120"/>
            <a:chExt cx="41275" cy="683260"/>
          </a:xfrm>
        </p:grpSpPr>
        <p:sp>
          <p:nvSpPr>
            <p:cNvPr id="33" name="object 33"/>
            <p:cNvSpPr/>
            <p:nvPr/>
          </p:nvSpPr>
          <p:spPr>
            <a:xfrm>
              <a:off x="3046343" y="234312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49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30618" y="29780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30618" y="29780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24162" y="3291144"/>
            <a:ext cx="60769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05410" marR="5080" indent="-9334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Accident  Rates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62235" y="4287003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699771" y="3123156"/>
            <a:ext cx="573405" cy="573405"/>
            <a:chOff x="7699771" y="3123156"/>
            <a:chExt cx="573405" cy="573405"/>
          </a:xfrm>
        </p:grpSpPr>
        <p:sp>
          <p:nvSpPr>
            <p:cNvPr id="39" name="object 39"/>
            <p:cNvSpPr/>
            <p:nvPr/>
          </p:nvSpPr>
          <p:spPr>
            <a:xfrm>
              <a:off x="7704534" y="3127918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281699" y="563398"/>
                  </a:moveTo>
                  <a:lnTo>
                    <a:pt x="236007" y="559712"/>
                  </a:lnTo>
                  <a:lnTo>
                    <a:pt x="192662" y="549039"/>
                  </a:lnTo>
                  <a:lnTo>
                    <a:pt x="152243" y="531960"/>
                  </a:lnTo>
                  <a:lnTo>
                    <a:pt x="115332" y="509053"/>
                  </a:lnTo>
                  <a:lnTo>
                    <a:pt x="82509" y="480899"/>
                  </a:lnTo>
                  <a:lnTo>
                    <a:pt x="54352" y="448076"/>
                  </a:lnTo>
                  <a:lnTo>
                    <a:pt x="31443" y="411165"/>
                  </a:lnTo>
                  <a:lnTo>
                    <a:pt x="14361" y="370746"/>
                  </a:lnTo>
                  <a:lnTo>
                    <a:pt x="3687" y="327397"/>
                  </a:lnTo>
                  <a:lnTo>
                    <a:pt x="0" y="281699"/>
                  </a:lnTo>
                  <a:lnTo>
                    <a:pt x="3687" y="236007"/>
                  </a:lnTo>
                  <a:lnTo>
                    <a:pt x="14361" y="192662"/>
                  </a:lnTo>
                  <a:lnTo>
                    <a:pt x="31443" y="152243"/>
                  </a:lnTo>
                  <a:lnTo>
                    <a:pt x="54352" y="115332"/>
                  </a:lnTo>
                  <a:lnTo>
                    <a:pt x="82509" y="82509"/>
                  </a:lnTo>
                  <a:lnTo>
                    <a:pt x="115332" y="54352"/>
                  </a:lnTo>
                  <a:lnTo>
                    <a:pt x="152243" y="31443"/>
                  </a:lnTo>
                  <a:lnTo>
                    <a:pt x="192662" y="14361"/>
                  </a:lnTo>
                  <a:lnTo>
                    <a:pt x="236007" y="3687"/>
                  </a:lnTo>
                  <a:lnTo>
                    <a:pt x="281699" y="0"/>
                  </a:lnTo>
                  <a:lnTo>
                    <a:pt x="336920" y="5466"/>
                  </a:lnTo>
                  <a:lnTo>
                    <a:pt x="389511" y="21453"/>
                  </a:lnTo>
                  <a:lnTo>
                    <a:pt x="437996" y="47344"/>
                  </a:lnTo>
                  <a:lnTo>
                    <a:pt x="480899" y="82524"/>
                  </a:lnTo>
                  <a:lnTo>
                    <a:pt x="516075" y="125426"/>
                  </a:lnTo>
                  <a:lnTo>
                    <a:pt x="541958" y="173909"/>
                  </a:lnTo>
                  <a:lnTo>
                    <a:pt x="557936" y="226492"/>
                  </a:lnTo>
                  <a:lnTo>
                    <a:pt x="563398" y="281699"/>
                  </a:lnTo>
                  <a:lnTo>
                    <a:pt x="559711" y="327397"/>
                  </a:lnTo>
                  <a:lnTo>
                    <a:pt x="549037" y="370746"/>
                  </a:lnTo>
                  <a:lnTo>
                    <a:pt x="531955" y="411165"/>
                  </a:lnTo>
                  <a:lnTo>
                    <a:pt x="509046" y="448076"/>
                  </a:lnTo>
                  <a:lnTo>
                    <a:pt x="480889" y="480899"/>
                  </a:lnTo>
                  <a:lnTo>
                    <a:pt x="448065" y="509053"/>
                  </a:lnTo>
                  <a:lnTo>
                    <a:pt x="411154" y="531960"/>
                  </a:lnTo>
                  <a:lnTo>
                    <a:pt x="370736" y="549039"/>
                  </a:lnTo>
                  <a:lnTo>
                    <a:pt x="327391" y="559712"/>
                  </a:lnTo>
                  <a:lnTo>
                    <a:pt x="281699" y="5633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04534" y="3127918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0" y="281699"/>
                  </a:moveTo>
                  <a:lnTo>
                    <a:pt x="3687" y="236007"/>
                  </a:lnTo>
                  <a:lnTo>
                    <a:pt x="14361" y="192662"/>
                  </a:lnTo>
                  <a:lnTo>
                    <a:pt x="31443" y="152243"/>
                  </a:lnTo>
                  <a:lnTo>
                    <a:pt x="54352" y="115332"/>
                  </a:lnTo>
                  <a:lnTo>
                    <a:pt x="82509" y="82509"/>
                  </a:lnTo>
                  <a:lnTo>
                    <a:pt x="115332" y="54352"/>
                  </a:lnTo>
                  <a:lnTo>
                    <a:pt x="152243" y="31443"/>
                  </a:lnTo>
                  <a:lnTo>
                    <a:pt x="192662" y="14361"/>
                  </a:lnTo>
                  <a:lnTo>
                    <a:pt x="236007" y="3687"/>
                  </a:lnTo>
                  <a:lnTo>
                    <a:pt x="281699" y="0"/>
                  </a:lnTo>
                  <a:lnTo>
                    <a:pt x="336920" y="5466"/>
                  </a:lnTo>
                  <a:lnTo>
                    <a:pt x="389511" y="21453"/>
                  </a:lnTo>
                  <a:lnTo>
                    <a:pt x="437996" y="47344"/>
                  </a:lnTo>
                  <a:lnTo>
                    <a:pt x="480899" y="82524"/>
                  </a:lnTo>
                  <a:lnTo>
                    <a:pt x="516075" y="125426"/>
                  </a:lnTo>
                  <a:lnTo>
                    <a:pt x="541958" y="173909"/>
                  </a:lnTo>
                  <a:lnTo>
                    <a:pt x="557936" y="226492"/>
                  </a:lnTo>
                  <a:lnTo>
                    <a:pt x="563398" y="281699"/>
                  </a:lnTo>
                  <a:lnTo>
                    <a:pt x="559711" y="327397"/>
                  </a:lnTo>
                  <a:lnTo>
                    <a:pt x="549037" y="370746"/>
                  </a:lnTo>
                  <a:lnTo>
                    <a:pt x="531955" y="411165"/>
                  </a:lnTo>
                  <a:lnTo>
                    <a:pt x="509046" y="448076"/>
                  </a:lnTo>
                  <a:lnTo>
                    <a:pt x="480889" y="480899"/>
                  </a:lnTo>
                  <a:lnTo>
                    <a:pt x="448065" y="509053"/>
                  </a:lnTo>
                  <a:lnTo>
                    <a:pt x="411154" y="531960"/>
                  </a:lnTo>
                  <a:lnTo>
                    <a:pt x="370736" y="549039"/>
                  </a:lnTo>
                  <a:lnTo>
                    <a:pt x="327391" y="559712"/>
                  </a:lnTo>
                  <a:lnTo>
                    <a:pt x="281699" y="563398"/>
                  </a:lnTo>
                  <a:lnTo>
                    <a:pt x="236007" y="559712"/>
                  </a:lnTo>
                  <a:lnTo>
                    <a:pt x="192662" y="549039"/>
                  </a:lnTo>
                  <a:lnTo>
                    <a:pt x="152243" y="531960"/>
                  </a:lnTo>
                  <a:lnTo>
                    <a:pt x="115332" y="509053"/>
                  </a:lnTo>
                  <a:lnTo>
                    <a:pt x="82509" y="480899"/>
                  </a:lnTo>
                  <a:lnTo>
                    <a:pt x="54352" y="448076"/>
                  </a:lnTo>
                  <a:lnTo>
                    <a:pt x="31443" y="411165"/>
                  </a:lnTo>
                  <a:lnTo>
                    <a:pt x="14361" y="370746"/>
                  </a:lnTo>
                  <a:lnTo>
                    <a:pt x="3687" y="327397"/>
                  </a:lnTo>
                  <a:lnTo>
                    <a:pt x="0" y="281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72133" y="3330947"/>
            <a:ext cx="2286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A=a'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984473" y="3107581"/>
            <a:ext cx="603885" cy="603885"/>
            <a:chOff x="6984473" y="3107581"/>
            <a:chExt cx="603885" cy="603885"/>
          </a:xfrm>
        </p:grpSpPr>
        <p:sp>
          <p:nvSpPr>
            <p:cNvPr id="43" name="object 43"/>
            <p:cNvSpPr/>
            <p:nvPr/>
          </p:nvSpPr>
          <p:spPr>
            <a:xfrm>
              <a:off x="6989236" y="3112343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297149" y="594298"/>
                  </a:moveTo>
                  <a:lnTo>
                    <a:pt x="248953" y="590410"/>
                  </a:lnTo>
                  <a:lnTo>
                    <a:pt x="203231" y="579151"/>
                  </a:lnTo>
                  <a:lnTo>
                    <a:pt x="160597" y="561134"/>
                  </a:lnTo>
                  <a:lnTo>
                    <a:pt x="121661" y="536970"/>
                  </a:lnTo>
                  <a:lnTo>
                    <a:pt x="87037" y="507270"/>
                  </a:lnTo>
                  <a:lnTo>
                    <a:pt x="57335" y="472647"/>
                  </a:lnTo>
                  <a:lnTo>
                    <a:pt x="33169" y="433712"/>
                  </a:lnTo>
                  <a:lnTo>
                    <a:pt x="15149" y="391076"/>
                  </a:lnTo>
                  <a:lnTo>
                    <a:pt x="3889" y="345351"/>
                  </a:lnTo>
                  <a:lnTo>
                    <a:pt x="0" y="297149"/>
                  </a:lnTo>
                  <a:lnTo>
                    <a:pt x="3889" y="248953"/>
                  </a:lnTo>
                  <a:lnTo>
                    <a:pt x="15149" y="203231"/>
                  </a:lnTo>
                  <a:lnTo>
                    <a:pt x="33169" y="160597"/>
                  </a:lnTo>
                  <a:lnTo>
                    <a:pt x="57335" y="121661"/>
                  </a:lnTo>
                  <a:lnTo>
                    <a:pt x="87051" y="87024"/>
                  </a:lnTo>
                  <a:lnTo>
                    <a:pt x="121661" y="57335"/>
                  </a:lnTo>
                  <a:lnTo>
                    <a:pt x="160597" y="33169"/>
                  </a:lnTo>
                  <a:lnTo>
                    <a:pt x="203231" y="15149"/>
                  </a:lnTo>
                  <a:lnTo>
                    <a:pt x="248953" y="3889"/>
                  </a:lnTo>
                  <a:lnTo>
                    <a:pt x="297149" y="0"/>
                  </a:lnTo>
                  <a:lnTo>
                    <a:pt x="343921" y="3700"/>
                  </a:lnTo>
                  <a:lnTo>
                    <a:pt x="389116" y="14583"/>
                  </a:lnTo>
                  <a:lnTo>
                    <a:pt x="431938" y="32318"/>
                  </a:lnTo>
                  <a:lnTo>
                    <a:pt x="471589" y="56575"/>
                  </a:lnTo>
                  <a:lnTo>
                    <a:pt x="507284" y="87037"/>
                  </a:lnTo>
                  <a:lnTo>
                    <a:pt x="537722" y="122711"/>
                  </a:lnTo>
                  <a:lnTo>
                    <a:pt x="561979" y="162367"/>
                  </a:lnTo>
                  <a:lnTo>
                    <a:pt x="579714" y="205192"/>
                  </a:lnTo>
                  <a:lnTo>
                    <a:pt x="590597" y="250386"/>
                  </a:lnTo>
                  <a:lnTo>
                    <a:pt x="594298" y="297149"/>
                  </a:lnTo>
                  <a:lnTo>
                    <a:pt x="590410" y="345351"/>
                  </a:lnTo>
                  <a:lnTo>
                    <a:pt x="579151" y="391076"/>
                  </a:lnTo>
                  <a:lnTo>
                    <a:pt x="561134" y="433712"/>
                  </a:lnTo>
                  <a:lnTo>
                    <a:pt x="536970" y="472647"/>
                  </a:lnTo>
                  <a:lnTo>
                    <a:pt x="507270" y="507270"/>
                  </a:lnTo>
                  <a:lnTo>
                    <a:pt x="472647" y="536970"/>
                  </a:lnTo>
                  <a:lnTo>
                    <a:pt x="433712" y="561134"/>
                  </a:lnTo>
                  <a:lnTo>
                    <a:pt x="391076" y="579151"/>
                  </a:lnTo>
                  <a:lnTo>
                    <a:pt x="345351" y="590410"/>
                  </a:lnTo>
                  <a:lnTo>
                    <a:pt x="297149" y="5942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89236" y="3112343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0" y="297149"/>
                  </a:moveTo>
                  <a:lnTo>
                    <a:pt x="3889" y="248952"/>
                  </a:lnTo>
                  <a:lnTo>
                    <a:pt x="15149" y="203231"/>
                  </a:lnTo>
                  <a:lnTo>
                    <a:pt x="33169" y="160597"/>
                  </a:lnTo>
                  <a:lnTo>
                    <a:pt x="57335" y="121661"/>
                  </a:lnTo>
                  <a:lnTo>
                    <a:pt x="87037" y="87037"/>
                  </a:lnTo>
                  <a:lnTo>
                    <a:pt x="121661" y="57335"/>
                  </a:lnTo>
                  <a:lnTo>
                    <a:pt x="160597" y="33169"/>
                  </a:lnTo>
                  <a:lnTo>
                    <a:pt x="203231" y="15149"/>
                  </a:lnTo>
                  <a:lnTo>
                    <a:pt x="248952" y="3889"/>
                  </a:lnTo>
                  <a:lnTo>
                    <a:pt x="297149" y="0"/>
                  </a:lnTo>
                  <a:lnTo>
                    <a:pt x="343921" y="3700"/>
                  </a:lnTo>
                  <a:lnTo>
                    <a:pt x="389116" y="14583"/>
                  </a:lnTo>
                  <a:lnTo>
                    <a:pt x="431938" y="32318"/>
                  </a:lnTo>
                  <a:lnTo>
                    <a:pt x="471589" y="56575"/>
                  </a:lnTo>
                  <a:lnTo>
                    <a:pt x="507273" y="87024"/>
                  </a:lnTo>
                  <a:lnTo>
                    <a:pt x="537722" y="122711"/>
                  </a:lnTo>
                  <a:lnTo>
                    <a:pt x="561979" y="162367"/>
                  </a:lnTo>
                  <a:lnTo>
                    <a:pt x="579714" y="205192"/>
                  </a:lnTo>
                  <a:lnTo>
                    <a:pt x="590597" y="250386"/>
                  </a:lnTo>
                  <a:lnTo>
                    <a:pt x="594298" y="297149"/>
                  </a:lnTo>
                  <a:lnTo>
                    <a:pt x="590409" y="345351"/>
                  </a:lnTo>
                  <a:lnTo>
                    <a:pt x="579151" y="391076"/>
                  </a:lnTo>
                  <a:lnTo>
                    <a:pt x="561134" y="433712"/>
                  </a:lnTo>
                  <a:lnTo>
                    <a:pt x="536970" y="472647"/>
                  </a:lnTo>
                  <a:lnTo>
                    <a:pt x="507270" y="507270"/>
                  </a:lnTo>
                  <a:lnTo>
                    <a:pt x="472647" y="536970"/>
                  </a:lnTo>
                  <a:lnTo>
                    <a:pt x="433712" y="561134"/>
                  </a:lnTo>
                  <a:lnTo>
                    <a:pt x="391076" y="579151"/>
                  </a:lnTo>
                  <a:lnTo>
                    <a:pt x="345351" y="590409"/>
                  </a:lnTo>
                  <a:lnTo>
                    <a:pt x="297149" y="594298"/>
                  </a:lnTo>
                  <a:lnTo>
                    <a:pt x="248952" y="590409"/>
                  </a:lnTo>
                  <a:lnTo>
                    <a:pt x="203231" y="579151"/>
                  </a:lnTo>
                  <a:lnTo>
                    <a:pt x="160597" y="561134"/>
                  </a:lnTo>
                  <a:lnTo>
                    <a:pt x="121661" y="536970"/>
                  </a:lnTo>
                  <a:lnTo>
                    <a:pt x="87037" y="507270"/>
                  </a:lnTo>
                  <a:lnTo>
                    <a:pt x="57335" y="472647"/>
                  </a:lnTo>
                  <a:lnTo>
                    <a:pt x="33169" y="433712"/>
                  </a:lnTo>
                  <a:lnTo>
                    <a:pt x="15149" y="391076"/>
                  </a:lnTo>
                  <a:lnTo>
                    <a:pt x="3889" y="345351"/>
                  </a:lnTo>
                  <a:lnTo>
                    <a:pt x="0" y="2971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227728" y="3315511"/>
            <a:ext cx="1174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X</a:t>
            </a:r>
            <a:r>
              <a:rPr sz="1000" dirty="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63101" y="2569707"/>
            <a:ext cx="2546350" cy="1139825"/>
            <a:chOff x="5163101" y="2569707"/>
            <a:chExt cx="2546350" cy="1139825"/>
          </a:xfrm>
        </p:grpSpPr>
        <p:sp>
          <p:nvSpPr>
            <p:cNvPr id="47" name="object 47"/>
            <p:cNvSpPr/>
            <p:nvPr/>
          </p:nvSpPr>
          <p:spPr>
            <a:xfrm>
              <a:off x="6794811" y="2574469"/>
              <a:ext cx="909955" cy="835660"/>
            </a:xfrm>
            <a:custGeom>
              <a:avLst/>
              <a:gdLst/>
              <a:ahLst/>
              <a:cxnLst/>
              <a:rect l="l" t="t" r="r" b="b"/>
              <a:pathLst>
                <a:path w="909954" h="835660">
                  <a:moveTo>
                    <a:pt x="909723" y="835148"/>
                  </a:moveTo>
                  <a:lnTo>
                    <a:pt x="845923" y="835148"/>
                  </a:lnTo>
                </a:path>
                <a:path w="909954" h="835660">
                  <a:moveTo>
                    <a:pt x="0" y="0"/>
                  </a:moveTo>
                  <a:lnTo>
                    <a:pt x="453124" y="4957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36310" y="3059643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4">
                  <a:moveTo>
                    <a:pt x="40774" y="42499"/>
                  </a:moveTo>
                  <a:lnTo>
                    <a:pt x="0" y="21224"/>
                  </a:lnTo>
                  <a:lnTo>
                    <a:pt x="23224" y="0"/>
                  </a:lnTo>
                  <a:lnTo>
                    <a:pt x="40774" y="424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36310" y="3059643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4">
                  <a:moveTo>
                    <a:pt x="0" y="21224"/>
                  </a:moveTo>
                  <a:lnTo>
                    <a:pt x="40774" y="42499"/>
                  </a:lnTo>
                  <a:lnTo>
                    <a:pt x="23224" y="0"/>
                  </a:lnTo>
                  <a:lnTo>
                    <a:pt x="0" y="21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97509" y="33938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97509" y="33938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67864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306524" y="613048"/>
                  </a:moveTo>
                  <a:lnTo>
                    <a:pt x="256807" y="609037"/>
                  </a:lnTo>
                  <a:lnTo>
                    <a:pt x="209644" y="597423"/>
                  </a:lnTo>
                  <a:lnTo>
                    <a:pt x="165664" y="578837"/>
                  </a:lnTo>
                  <a:lnTo>
                    <a:pt x="125501" y="553910"/>
                  </a:lnTo>
                  <a:lnTo>
                    <a:pt x="89784" y="523273"/>
                  </a:lnTo>
                  <a:lnTo>
                    <a:pt x="59145" y="487558"/>
                  </a:lnTo>
                  <a:lnTo>
                    <a:pt x="34216" y="447394"/>
                  </a:lnTo>
                  <a:lnTo>
                    <a:pt x="15628" y="403413"/>
                  </a:lnTo>
                  <a:lnTo>
                    <a:pt x="4012" y="356246"/>
                  </a:lnTo>
                  <a:lnTo>
                    <a:pt x="0" y="306524"/>
                  </a:lnTo>
                  <a:lnTo>
                    <a:pt x="4012" y="256807"/>
                  </a:lnTo>
                  <a:lnTo>
                    <a:pt x="15628" y="209644"/>
                  </a:lnTo>
                  <a:lnTo>
                    <a:pt x="34216" y="165664"/>
                  </a:lnTo>
                  <a:lnTo>
                    <a:pt x="59145" y="125501"/>
                  </a:lnTo>
                  <a:lnTo>
                    <a:pt x="89784" y="89784"/>
                  </a:lnTo>
                  <a:lnTo>
                    <a:pt x="125501" y="59145"/>
                  </a:lnTo>
                  <a:lnTo>
                    <a:pt x="165664" y="34216"/>
                  </a:lnTo>
                  <a:lnTo>
                    <a:pt x="209644" y="15628"/>
                  </a:lnTo>
                  <a:lnTo>
                    <a:pt x="256807" y="4012"/>
                  </a:lnTo>
                  <a:lnTo>
                    <a:pt x="306524" y="0"/>
                  </a:lnTo>
                  <a:lnTo>
                    <a:pt x="354765" y="3819"/>
                  </a:lnTo>
                  <a:lnTo>
                    <a:pt x="401381" y="15049"/>
                  </a:lnTo>
                  <a:lnTo>
                    <a:pt x="445552" y="33350"/>
                  </a:lnTo>
                  <a:lnTo>
                    <a:pt x="486456" y="58380"/>
                  </a:lnTo>
                  <a:lnTo>
                    <a:pt x="523273" y="89799"/>
                  </a:lnTo>
                  <a:lnTo>
                    <a:pt x="554680" y="126607"/>
                  </a:lnTo>
                  <a:lnTo>
                    <a:pt x="579703" y="167508"/>
                  </a:lnTo>
                  <a:lnTo>
                    <a:pt x="598000" y="211679"/>
                  </a:lnTo>
                  <a:lnTo>
                    <a:pt x="609229" y="258293"/>
                  </a:lnTo>
                  <a:lnTo>
                    <a:pt x="613048" y="306524"/>
                  </a:lnTo>
                  <a:lnTo>
                    <a:pt x="609036" y="356246"/>
                  </a:lnTo>
                  <a:lnTo>
                    <a:pt x="597420" y="403413"/>
                  </a:lnTo>
                  <a:lnTo>
                    <a:pt x="578832" y="447394"/>
                  </a:lnTo>
                  <a:lnTo>
                    <a:pt x="553903" y="487558"/>
                  </a:lnTo>
                  <a:lnTo>
                    <a:pt x="523264" y="523273"/>
                  </a:lnTo>
                  <a:lnTo>
                    <a:pt x="487547" y="553910"/>
                  </a:lnTo>
                  <a:lnTo>
                    <a:pt x="447383" y="578837"/>
                  </a:lnTo>
                  <a:lnTo>
                    <a:pt x="403404" y="597423"/>
                  </a:lnTo>
                  <a:lnTo>
                    <a:pt x="356240" y="609037"/>
                  </a:lnTo>
                  <a:lnTo>
                    <a:pt x="306524" y="61304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67864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0" y="306524"/>
                  </a:moveTo>
                  <a:lnTo>
                    <a:pt x="4012" y="256807"/>
                  </a:lnTo>
                  <a:lnTo>
                    <a:pt x="15628" y="209644"/>
                  </a:lnTo>
                  <a:lnTo>
                    <a:pt x="34216" y="165664"/>
                  </a:lnTo>
                  <a:lnTo>
                    <a:pt x="59145" y="125501"/>
                  </a:lnTo>
                  <a:lnTo>
                    <a:pt x="89784" y="89784"/>
                  </a:lnTo>
                  <a:lnTo>
                    <a:pt x="125501" y="59145"/>
                  </a:lnTo>
                  <a:lnTo>
                    <a:pt x="165664" y="34216"/>
                  </a:lnTo>
                  <a:lnTo>
                    <a:pt x="209644" y="15628"/>
                  </a:lnTo>
                  <a:lnTo>
                    <a:pt x="256807" y="4012"/>
                  </a:lnTo>
                  <a:lnTo>
                    <a:pt x="306524" y="0"/>
                  </a:lnTo>
                  <a:lnTo>
                    <a:pt x="354765" y="3819"/>
                  </a:lnTo>
                  <a:lnTo>
                    <a:pt x="401381" y="15049"/>
                  </a:lnTo>
                  <a:lnTo>
                    <a:pt x="445552" y="33350"/>
                  </a:lnTo>
                  <a:lnTo>
                    <a:pt x="486456" y="58380"/>
                  </a:lnTo>
                  <a:lnTo>
                    <a:pt x="523273" y="89799"/>
                  </a:lnTo>
                  <a:lnTo>
                    <a:pt x="554680" y="126607"/>
                  </a:lnTo>
                  <a:lnTo>
                    <a:pt x="579703" y="167508"/>
                  </a:lnTo>
                  <a:lnTo>
                    <a:pt x="598000" y="211679"/>
                  </a:lnTo>
                  <a:lnTo>
                    <a:pt x="609229" y="258293"/>
                  </a:lnTo>
                  <a:lnTo>
                    <a:pt x="613048" y="306524"/>
                  </a:lnTo>
                  <a:lnTo>
                    <a:pt x="609036" y="356246"/>
                  </a:lnTo>
                  <a:lnTo>
                    <a:pt x="597420" y="403413"/>
                  </a:lnTo>
                  <a:lnTo>
                    <a:pt x="578832" y="447394"/>
                  </a:lnTo>
                  <a:lnTo>
                    <a:pt x="553903" y="487558"/>
                  </a:lnTo>
                  <a:lnTo>
                    <a:pt x="523264" y="523273"/>
                  </a:lnTo>
                  <a:lnTo>
                    <a:pt x="487547" y="553910"/>
                  </a:lnTo>
                  <a:lnTo>
                    <a:pt x="447383" y="578837"/>
                  </a:lnTo>
                  <a:lnTo>
                    <a:pt x="403404" y="597422"/>
                  </a:lnTo>
                  <a:lnTo>
                    <a:pt x="356240" y="609037"/>
                  </a:lnTo>
                  <a:lnTo>
                    <a:pt x="306524" y="613048"/>
                  </a:lnTo>
                  <a:lnTo>
                    <a:pt x="256807" y="609037"/>
                  </a:lnTo>
                  <a:lnTo>
                    <a:pt x="209644" y="597422"/>
                  </a:lnTo>
                  <a:lnTo>
                    <a:pt x="165664" y="578837"/>
                  </a:lnTo>
                  <a:lnTo>
                    <a:pt x="125501" y="553910"/>
                  </a:lnTo>
                  <a:lnTo>
                    <a:pt x="89784" y="523273"/>
                  </a:lnTo>
                  <a:lnTo>
                    <a:pt x="59145" y="487558"/>
                  </a:lnTo>
                  <a:lnTo>
                    <a:pt x="34216" y="447394"/>
                  </a:lnTo>
                  <a:lnTo>
                    <a:pt x="15628" y="403413"/>
                  </a:lnTo>
                  <a:lnTo>
                    <a:pt x="4012" y="356246"/>
                  </a:lnTo>
                  <a:lnTo>
                    <a:pt x="0" y="3065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4452554" y="4039063"/>
            <a:ext cx="4023228" cy="2029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427838" y="331955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900900" y="3102981"/>
            <a:ext cx="590550" cy="590550"/>
            <a:chOff x="5900900" y="3102981"/>
            <a:chExt cx="590550" cy="590550"/>
          </a:xfrm>
        </p:grpSpPr>
        <p:sp>
          <p:nvSpPr>
            <p:cNvPr id="57" name="object 57"/>
            <p:cNvSpPr/>
            <p:nvPr/>
          </p:nvSpPr>
          <p:spPr>
            <a:xfrm>
              <a:off x="5905663" y="3107743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499" y="580973"/>
                  </a:moveTo>
                  <a:lnTo>
                    <a:pt x="243376" y="577172"/>
                  </a:lnTo>
                  <a:lnTo>
                    <a:pt x="198674" y="566165"/>
                  </a:lnTo>
                  <a:lnTo>
                    <a:pt x="156993" y="548550"/>
                  </a:lnTo>
                  <a:lnTo>
                    <a:pt x="118929" y="524927"/>
                  </a:lnTo>
                  <a:lnTo>
                    <a:pt x="85081" y="495892"/>
                  </a:lnTo>
                  <a:lnTo>
                    <a:pt x="56046" y="462044"/>
                  </a:lnTo>
                  <a:lnTo>
                    <a:pt x="32422" y="423980"/>
                  </a:lnTo>
                  <a:lnTo>
                    <a:pt x="14808" y="382299"/>
                  </a:lnTo>
                  <a:lnTo>
                    <a:pt x="3801" y="337597"/>
                  </a:lnTo>
                  <a:lnTo>
                    <a:pt x="0" y="290474"/>
                  </a:lnTo>
                  <a:lnTo>
                    <a:pt x="3801" y="243357"/>
                  </a:lnTo>
                  <a:lnTo>
                    <a:pt x="14808" y="198662"/>
                  </a:lnTo>
                  <a:lnTo>
                    <a:pt x="32422" y="156984"/>
                  </a:lnTo>
                  <a:lnTo>
                    <a:pt x="56046" y="118923"/>
                  </a:lnTo>
                  <a:lnTo>
                    <a:pt x="85084" y="85074"/>
                  </a:lnTo>
                  <a:lnTo>
                    <a:pt x="118929" y="56044"/>
                  </a:lnTo>
                  <a:lnTo>
                    <a:pt x="156993" y="32422"/>
                  </a:lnTo>
                  <a:lnTo>
                    <a:pt x="198674" y="14808"/>
                  </a:lnTo>
                  <a:lnTo>
                    <a:pt x="243376" y="3801"/>
                  </a:lnTo>
                  <a:lnTo>
                    <a:pt x="290499" y="0"/>
                  </a:lnTo>
                  <a:lnTo>
                    <a:pt x="336208" y="3618"/>
                  </a:lnTo>
                  <a:lnTo>
                    <a:pt x="380386" y="14257"/>
                  </a:lnTo>
                  <a:lnTo>
                    <a:pt x="422248" y="31595"/>
                  </a:lnTo>
                  <a:lnTo>
                    <a:pt x="461013" y="55308"/>
                  </a:lnTo>
                  <a:lnTo>
                    <a:pt x="495901" y="85077"/>
                  </a:lnTo>
                  <a:lnTo>
                    <a:pt x="525665" y="119960"/>
                  </a:lnTo>
                  <a:lnTo>
                    <a:pt x="549378" y="158725"/>
                  </a:lnTo>
                  <a:lnTo>
                    <a:pt x="566716" y="200587"/>
                  </a:lnTo>
                  <a:lnTo>
                    <a:pt x="577355" y="244764"/>
                  </a:lnTo>
                  <a:lnTo>
                    <a:pt x="580973" y="290474"/>
                  </a:lnTo>
                  <a:lnTo>
                    <a:pt x="577172" y="337597"/>
                  </a:lnTo>
                  <a:lnTo>
                    <a:pt x="566165" y="382299"/>
                  </a:lnTo>
                  <a:lnTo>
                    <a:pt x="548551" y="423980"/>
                  </a:lnTo>
                  <a:lnTo>
                    <a:pt x="524929" y="462044"/>
                  </a:lnTo>
                  <a:lnTo>
                    <a:pt x="495895" y="495892"/>
                  </a:lnTo>
                  <a:lnTo>
                    <a:pt x="462049" y="524927"/>
                  </a:lnTo>
                  <a:lnTo>
                    <a:pt x="423989" y="548550"/>
                  </a:lnTo>
                  <a:lnTo>
                    <a:pt x="382311" y="566165"/>
                  </a:lnTo>
                  <a:lnTo>
                    <a:pt x="337615" y="577172"/>
                  </a:lnTo>
                  <a:lnTo>
                    <a:pt x="290499" y="58097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05663" y="3107743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0" y="290474"/>
                  </a:moveTo>
                  <a:lnTo>
                    <a:pt x="3801" y="243357"/>
                  </a:lnTo>
                  <a:lnTo>
                    <a:pt x="14808" y="198661"/>
                  </a:lnTo>
                  <a:lnTo>
                    <a:pt x="32422" y="156984"/>
                  </a:lnTo>
                  <a:lnTo>
                    <a:pt x="56046" y="118923"/>
                  </a:lnTo>
                  <a:lnTo>
                    <a:pt x="85081" y="85077"/>
                  </a:lnTo>
                  <a:lnTo>
                    <a:pt x="118929" y="56044"/>
                  </a:lnTo>
                  <a:lnTo>
                    <a:pt x="156993" y="32422"/>
                  </a:lnTo>
                  <a:lnTo>
                    <a:pt x="198674" y="14808"/>
                  </a:lnTo>
                  <a:lnTo>
                    <a:pt x="243376" y="3801"/>
                  </a:lnTo>
                  <a:lnTo>
                    <a:pt x="290499" y="0"/>
                  </a:lnTo>
                  <a:lnTo>
                    <a:pt x="336208" y="3618"/>
                  </a:lnTo>
                  <a:lnTo>
                    <a:pt x="380386" y="14257"/>
                  </a:lnTo>
                  <a:lnTo>
                    <a:pt x="422248" y="31595"/>
                  </a:lnTo>
                  <a:lnTo>
                    <a:pt x="461013" y="55308"/>
                  </a:lnTo>
                  <a:lnTo>
                    <a:pt x="495899" y="85074"/>
                  </a:lnTo>
                  <a:lnTo>
                    <a:pt x="525665" y="119960"/>
                  </a:lnTo>
                  <a:lnTo>
                    <a:pt x="549378" y="158725"/>
                  </a:lnTo>
                  <a:lnTo>
                    <a:pt x="566716" y="200587"/>
                  </a:lnTo>
                  <a:lnTo>
                    <a:pt x="577355" y="244764"/>
                  </a:lnTo>
                  <a:lnTo>
                    <a:pt x="580973" y="290474"/>
                  </a:lnTo>
                  <a:lnTo>
                    <a:pt x="577172" y="337597"/>
                  </a:lnTo>
                  <a:lnTo>
                    <a:pt x="566165" y="382299"/>
                  </a:lnTo>
                  <a:lnTo>
                    <a:pt x="548551" y="423980"/>
                  </a:lnTo>
                  <a:lnTo>
                    <a:pt x="524929" y="462044"/>
                  </a:lnTo>
                  <a:lnTo>
                    <a:pt x="495895" y="495892"/>
                  </a:lnTo>
                  <a:lnTo>
                    <a:pt x="462049" y="524927"/>
                  </a:lnTo>
                  <a:lnTo>
                    <a:pt x="423989" y="548550"/>
                  </a:lnTo>
                  <a:lnTo>
                    <a:pt x="382311" y="566165"/>
                  </a:lnTo>
                  <a:lnTo>
                    <a:pt x="337615" y="577171"/>
                  </a:lnTo>
                  <a:lnTo>
                    <a:pt x="290499" y="580973"/>
                  </a:lnTo>
                  <a:lnTo>
                    <a:pt x="243376" y="577171"/>
                  </a:lnTo>
                  <a:lnTo>
                    <a:pt x="198674" y="566165"/>
                  </a:lnTo>
                  <a:lnTo>
                    <a:pt x="156993" y="548550"/>
                  </a:lnTo>
                  <a:lnTo>
                    <a:pt x="118929" y="524927"/>
                  </a:lnTo>
                  <a:lnTo>
                    <a:pt x="85081" y="495892"/>
                  </a:lnTo>
                  <a:lnTo>
                    <a:pt x="56046" y="462044"/>
                  </a:lnTo>
                  <a:lnTo>
                    <a:pt x="32422" y="423980"/>
                  </a:lnTo>
                  <a:lnTo>
                    <a:pt x="14808" y="382299"/>
                  </a:lnTo>
                  <a:lnTo>
                    <a:pt x="3801" y="337597"/>
                  </a:lnTo>
                  <a:lnTo>
                    <a:pt x="0" y="290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091742" y="3319552"/>
            <a:ext cx="208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A=a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460128" y="3086931"/>
            <a:ext cx="622935" cy="622935"/>
            <a:chOff x="4460128" y="3086931"/>
            <a:chExt cx="622935" cy="622935"/>
          </a:xfrm>
        </p:grpSpPr>
        <p:sp>
          <p:nvSpPr>
            <p:cNvPr id="61" name="object 61"/>
            <p:cNvSpPr/>
            <p:nvPr/>
          </p:nvSpPr>
          <p:spPr>
            <a:xfrm>
              <a:off x="4464891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306499" y="613048"/>
                  </a:moveTo>
                  <a:lnTo>
                    <a:pt x="256783" y="609037"/>
                  </a:lnTo>
                  <a:lnTo>
                    <a:pt x="209621" y="597423"/>
                  </a:lnTo>
                  <a:lnTo>
                    <a:pt x="165645" y="578837"/>
                  </a:lnTo>
                  <a:lnTo>
                    <a:pt x="125484" y="553910"/>
                  </a:lnTo>
                  <a:lnTo>
                    <a:pt x="89771" y="523273"/>
                  </a:lnTo>
                  <a:lnTo>
                    <a:pt x="59136" y="487558"/>
                  </a:lnTo>
                  <a:lnTo>
                    <a:pt x="34210" y="447394"/>
                  </a:lnTo>
                  <a:lnTo>
                    <a:pt x="15625" y="403413"/>
                  </a:lnTo>
                  <a:lnTo>
                    <a:pt x="4011" y="356246"/>
                  </a:lnTo>
                  <a:lnTo>
                    <a:pt x="0" y="306524"/>
                  </a:lnTo>
                  <a:lnTo>
                    <a:pt x="4011" y="256807"/>
                  </a:lnTo>
                  <a:lnTo>
                    <a:pt x="15625" y="209644"/>
                  </a:lnTo>
                  <a:lnTo>
                    <a:pt x="34210" y="165664"/>
                  </a:lnTo>
                  <a:lnTo>
                    <a:pt x="59136" y="125501"/>
                  </a:lnTo>
                  <a:lnTo>
                    <a:pt x="89771" y="89784"/>
                  </a:lnTo>
                  <a:lnTo>
                    <a:pt x="125484" y="59145"/>
                  </a:lnTo>
                  <a:lnTo>
                    <a:pt x="165645" y="34216"/>
                  </a:lnTo>
                  <a:lnTo>
                    <a:pt x="209621" y="15628"/>
                  </a:lnTo>
                  <a:lnTo>
                    <a:pt x="256783" y="4012"/>
                  </a:lnTo>
                  <a:lnTo>
                    <a:pt x="306499" y="0"/>
                  </a:lnTo>
                  <a:lnTo>
                    <a:pt x="354742" y="3819"/>
                  </a:lnTo>
                  <a:lnTo>
                    <a:pt x="401364" y="15049"/>
                  </a:lnTo>
                  <a:lnTo>
                    <a:pt x="445538" y="33350"/>
                  </a:lnTo>
                  <a:lnTo>
                    <a:pt x="486441" y="58380"/>
                  </a:lnTo>
                  <a:lnTo>
                    <a:pt x="523248" y="89799"/>
                  </a:lnTo>
                  <a:lnTo>
                    <a:pt x="554655" y="126607"/>
                  </a:lnTo>
                  <a:lnTo>
                    <a:pt x="579678" y="167508"/>
                  </a:lnTo>
                  <a:lnTo>
                    <a:pt x="597975" y="211679"/>
                  </a:lnTo>
                  <a:lnTo>
                    <a:pt x="609204" y="258293"/>
                  </a:lnTo>
                  <a:lnTo>
                    <a:pt x="613023" y="306524"/>
                  </a:lnTo>
                  <a:lnTo>
                    <a:pt x="609012" y="356246"/>
                  </a:lnTo>
                  <a:lnTo>
                    <a:pt x="597398" y="403413"/>
                  </a:lnTo>
                  <a:lnTo>
                    <a:pt x="578812" y="447394"/>
                  </a:lnTo>
                  <a:lnTo>
                    <a:pt x="553885" y="487558"/>
                  </a:lnTo>
                  <a:lnTo>
                    <a:pt x="523248" y="523273"/>
                  </a:lnTo>
                  <a:lnTo>
                    <a:pt x="487533" y="553910"/>
                  </a:lnTo>
                  <a:lnTo>
                    <a:pt x="447369" y="578837"/>
                  </a:lnTo>
                  <a:lnTo>
                    <a:pt x="403388" y="597423"/>
                  </a:lnTo>
                  <a:lnTo>
                    <a:pt x="356221" y="609037"/>
                  </a:lnTo>
                  <a:lnTo>
                    <a:pt x="306499" y="61304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64891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0" y="306524"/>
                  </a:moveTo>
                  <a:lnTo>
                    <a:pt x="4011" y="256807"/>
                  </a:lnTo>
                  <a:lnTo>
                    <a:pt x="15625" y="209644"/>
                  </a:lnTo>
                  <a:lnTo>
                    <a:pt x="34210" y="165664"/>
                  </a:lnTo>
                  <a:lnTo>
                    <a:pt x="59136" y="125501"/>
                  </a:lnTo>
                  <a:lnTo>
                    <a:pt x="89771" y="89784"/>
                  </a:lnTo>
                  <a:lnTo>
                    <a:pt x="125484" y="59145"/>
                  </a:lnTo>
                  <a:lnTo>
                    <a:pt x="165645" y="34216"/>
                  </a:lnTo>
                  <a:lnTo>
                    <a:pt x="209621" y="15628"/>
                  </a:lnTo>
                  <a:lnTo>
                    <a:pt x="256783" y="4012"/>
                  </a:lnTo>
                  <a:lnTo>
                    <a:pt x="306499" y="0"/>
                  </a:lnTo>
                  <a:lnTo>
                    <a:pt x="354742" y="3819"/>
                  </a:lnTo>
                  <a:lnTo>
                    <a:pt x="401363" y="15049"/>
                  </a:lnTo>
                  <a:lnTo>
                    <a:pt x="445538" y="33350"/>
                  </a:lnTo>
                  <a:lnTo>
                    <a:pt x="486441" y="58380"/>
                  </a:lnTo>
                  <a:lnTo>
                    <a:pt x="523248" y="89799"/>
                  </a:lnTo>
                  <a:lnTo>
                    <a:pt x="554655" y="126607"/>
                  </a:lnTo>
                  <a:lnTo>
                    <a:pt x="579678" y="167508"/>
                  </a:lnTo>
                  <a:lnTo>
                    <a:pt x="597975" y="211679"/>
                  </a:lnTo>
                  <a:lnTo>
                    <a:pt x="609204" y="258293"/>
                  </a:lnTo>
                  <a:lnTo>
                    <a:pt x="613023" y="306524"/>
                  </a:lnTo>
                  <a:lnTo>
                    <a:pt x="609012" y="356246"/>
                  </a:lnTo>
                  <a:lnTo>
                    <a:pt x="597397" y="403413"/>
                  </a:lnTo>
                  <a:lnTo>
                    <a:pt x="578812" y="447394"/>
                  </a:lnTo>
                  <a:lnTo>
                    <a:pt x="553885" y="487558"/>
                  </a:lnTo>
                  <a:lnTo>
                    <a:pt x="523248" y="523273"/>
                  </a:lnTo>
                  <a:lnTo>
                    <a:pt x="487533" y="553910"/>
                  </a:lnTo>
                  <a:lnTo>
                    <a:pt x="447369" y="578837"/>
                  </a:lnTo>
                  <a:lnTo>
                    <a:pt x="403388" y="597422"/>
                  </a:lnTo>
                  <a:lnTo>
                    <a:pt x="356221" y="609037"/>
                  </a:lnTo>
                  <a:lnTo>
                    <a:pt x="306499" y="613048"/>
                  </a:lnTo>
                  <a:lnTo>
                    <a:pt x="256783" y="609037"/>
                  </a:lnTo>
                  <a:lnTo>
                    <a:pt x="209621" y="597422"/>
                  </a:lnTo>
                  <a:lnTo>
                    <a:pt x="165645" y="578837"/>
                  </a:lnTo>
                  <a:lnTo>
                    <a:pt x="125484" y="553910"/>
                  </a:lnTo>
                  <a:lnTo>
                    <a:pt x="89771" y="523273"/>
                  </a:lnTo>
                  <a:lnTo>
                    <a:pt x="59136" y="487558"/>
                  </a:lnTo>
                  <a:lnTo>
                    <a:pt x="34210" y="447394"/>
                  </a:lnTo>
                  <a:lnTo>
                    <a:pt x="15625" y="403413"/>
                  </a:lnTo>
                  <a:lnTo>
                    <a:pt x="4011" y="356246"/>
                  </a:lnTo>
                  <a:lnTo>
                    <a:pt x="0" y="3065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724847" y="331955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145025" y="1924683"/>
            <a:ext cx="765810" cy="765810"/>
            <a:chOff x="6145025" y="1924683"/>
            <a:chExt cx="765810" cy="765810"/>
          </a:xfrm>
        </p:grpSpPr>
        <p:sp>
          <p:nvSpPr>
            <p:cNvPr id="65" name="object 65"/>
            <p:cNvSpPr/>
            <p:nvPr/>
          </p:nvSpPr>
          <p:spPr>
            <a:xfrm>
              <a:off x="6149787" y="192944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5">
                  <a:moveTo>
                    <a:pt x="377849" y="755698"/>
                  </a:move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5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49787" y="192944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5">
                  <a:moveTo>
                    <a:pt x="0" y="377849"/>
                  </a:move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4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459906" y="2198013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U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766628" y="2573632"/>
            <a:ext cx="1507490" cy="539115"/>
            <a:chOff x="4766628" y="2573632"/>
            <a:chExt cx="1507490" cy="539115"/>
          </a:xfrm>
        </p:grpSpPr>
        <p:sp>
          <p:nvSpPr>
            <p:cNvPr id="69" name="object 69"/>
            <p:cNvSpPr/>
            <p:nvPr/>
          </p:nvSpPr>
          <p:spPr>
            <a:xfrm>
              <a:off x="5474389" y="2605919"/>
              <a:ext cx="738505" cy="485775"/>
            </a:xfrm>
            <a:custGeom>
              <a:avLst/>
              <a:gdLst/>
              <a:ahLst/>
              <a:cxnLst/>
              <a:rect l="l" t="t" r="r" b="b"/>
              <a:pathLst>
                <a:path w="738504" h="485775">
                  <a:moveTo>
                    <a:pt x="0" y="485774"/>
                  </a:moveTo>
                  <a:lnTo>
                    <a:pt x="738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03987" y="258216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299" y="36899"/>
                  </a:moveTo>
                  <a:lnTo>
                    <a:pt x="0" y="10599"/>
                  </a:lnTo>
                  <a:lnTo>
                    <a:pt x="44774" y="0"/>
                  </a:lnTo>
                  <a:lnTo>
                    <a:pt x="17299" y="368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03987" y="258216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299" y="36899"/>
                  </a:moveTo>
                  <a:lnTo>
                    <a:pt x="44774" y="0"/>
                  </a:lnTo>
                  <a:lnTo>
                    <a:pt x="0" y="10599"/>
                  </a:lnTo>
                  <a:lnTo>
                    <a:pt x="17299" y="36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196162" y="2631069"/>
              <a:ext cx="57785" cy="476884"/>
            </a:xfrm>
            <a:custGeom>
              <a:avLst/>
              <a:gdLst/>
              <a:ahLst/>
              <a:cxnLst/>
              <a:rect l="l" t="t" r="r" b="b"/>
              <a:pathLst>
                <a:path w="57785" h="476885">
                  <a:moveTo>
                    <a:pt x="0" y="476674"/>
                  </a:moveTo>
                  <a:lnTo>
                    <a:pt x="573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37912" y="2588169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224" y="44774"/>
                  </a:moveTo>
                  <a:lnTo>
                    <a:pt x="0" y="41024"/>
                  </a:lnTo>
                  <a:lnTo>
                    <a:pt x="20774" y="0"/>
                  </a:lnTo>
                  <a:lnTo>
                    <a:pt x="31224" y="447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37912" y="2588169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224" y="44774"/>
                  </a:moveTo>
                  <a:lnTo>
                    <a:pt x="20774" y="0"/>
                  </a:lnTo>
                  <a:lnTo>
                    <a:pt x="0" y="41024"/>
                  </a:lnTo>
                  <a:lnTo>
                    <a:pt x="31224" y="447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771390" y="2593244"/>
              <a:ext cx="1435735" cy="498475"/>
            </a:xfrm>
            <a:custGeom>
              <a:avLst/>
              <a:gdLst/>
              <a:ahLst/>
              <a:cxnLst/>
              <a:rect l="l" t="t" r="r" b="b"/>
              <a:pathLst>
                <a:path w="1435735" h="498475">
                  <a:moveTo>
                    <a:pt x="0" y="498448"/>
                  </a:moveTo>
                  <a:lnTo>
                    <a:pt x="143522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201437" y="257839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10324" y="29724"/>
                  </a:moveTo>
                  <a:lnTo>
                    <a:pt x="0" y="0"/>
                  </a:lnTo>
                  <a:lnTo>
                    <a:pt x="45999" y="674"/>
                  </a:lnTo>
                  <a:lnTo>
                    <a:pt x="10324" y="297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201437" y="257839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10324" y="29724"/>
                  </a:moveTo>
                  <a:lnTo>
                    <a:pt x="45999" y="674"/>
                  </a:lnTo>
                  <a:lnTo>
                    <a:pt x="0" y="0"/>
                  </a:lnTo>
                  <a:lnTo>
                    <a:pt x="10324" y="29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Fairness</a:t>
            </a:r>
            <a:r>
              <a:rPr lang="en-IN" spc="-95" dirty="0"/>
              <a:t> </a:t>
            </a:r>
            <a:r>
              <a:rPr lang="en-IN" spc="-5" dirty="0"/>
              <a:t>Criteria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5272002" y="2422956"/>
            <a:ext cx="2506178" cy="2130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57809" y="3270505"/>
            <a:ext cx="2220037" cy="2079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59315" y="3089168"/>
            <a:ext cx="3322320" cy="492759"/>
            <a:chOff x="4959315" y="3089168"/>
            <a:chExt cx="3322320" cy="492759"/>
          </a:xfrm>
        </p:grpSpPr>
        <p:sp>
          <p:nvSpPr>
            <p:cNvPr id="6" name="object 6"/>
            <p:cNvSpPr/>
            <p:nvPr/>
          </p:nvSpPr>
          <p:spPr>
            <a:xfrm>
              <a:off x="4959315" y="3089168"/>
              <a:ext cx="3321693" cy="310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45614" y="3285018"/>
              <a:ext cx="2949094" cy="2966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11370" y="4214457"/>
            <a:ext cx="3983445" cy="2009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6936" y="1349909"/>
          <a:ext cx="8228965" cy="32901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5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Individual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Group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173">
                <a:tc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Fairness Through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Unawareness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Excludes Sensitive Information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from the</a:t>
                      </a:r>
                      <a:r>
                        <a:rPr sz="1200" spc="-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predictor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Demographic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Parity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572">
                <a:tc>
                  <a:txBody>
                    <a:bodyPr/>
                    <a:lstStyle/>
                    <a:p>
                      <a:pPr marL="107124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Individual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Fairness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Opportunity/Odds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23">
                <a:tc>
                  <a:txBody>
                    <a:bodyPr/>
                    <a:lstStyle/>
                    <a:p>
                      <a:pPr marR="1155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Counterfactual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Fairness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615291" y="4721681"/>
            <a:ext cx="3983445" cy="2009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 Face</a:t>
            </a:r>
            <a:r>
              <a:rPr lang="en-IN" spc="-245" dirty="0"/>
              <a:t> </a:t>
            </a:r>
            <a:r>
              <a:rPr lang="en-IN" spc="-5" dirty="0"/>
              <a:t>Attribution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176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Evaluate the Counterfactual Fairness of Face Recognition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73585" y="1559221"/>
            <a:ext cx="6765290" cy="3242945"/>
            <a:chOff x="1073585" y="1559221"/>
            <a:chExt cx="6765290" cy="3242945"/>
          </a:xfrm>
        </p:grpSpPr>
        <p:sp>
          <p:nvSpPr>
            <p:cNvPr id="5" name="object 5"/>
            <p:cNvSpPr/>
            <p:nvPr/>
          </p:nvSpPr>
          <p:spPr>
            <a:xfrm>
              <a:off x="2244726" y="1753264"/>
              <a:ext cx="801867" cy="10174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32293" y="1559221"/>
              <a:ext cx="3950234" cy="29259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0114" y="2314872"/>
              <a:ext cx="1506220" cy="1289685"/>
            </a:xfrm>
            <a:custGeom>
              <a:avLst/>
              <a:gdLst/>
              <a:ahLst/>
              <a:cxnLst/>
              <a:rect l="l" t="t" r="r" b="b"/>
              <a:pathLst>
                <a:path w="1506220" h="1289685">
                  <a:moveTo>
                    <a:pt x="1505996" y="1289394"/>
                  </a:moveTo>
                  <a:lnTo>
                    <a:pt x="0" y="1289394"/>
                  </a:lnTo>
                  <a:lnTo>
                    <a:pt x="0" y="0"/>
                  </a:lnTo>
                  <a:lnTo>
                    <a:pt x="1505996" y="0"/>
                  </a:lnTo>
                  <a:lnTo>
                    <a:pt x="1505996" y="1289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06663" y="2268010"/>
              <a:ext cx="1661634" cy="135598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1278" y="3294762"/>
              <a:ext cx="790140" cy="103835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3585" y="4343791"/>
              <a:ext cx="6765061" cy="4578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45760" y="2841969"/>
              <a:ext cx="1243330" cy="1916430"/>
            </a:xfrm>
            <a:custGeom>
              <a:avLst/>
              <a:gdLst/>
              <a:ahLst/>
              <a:cxnLst/>
              <a:rect l="l" t="t" r="r" b="b"/>
              <a:pathLst>
                <a:path w="1243329" h="1916429">
                  <a:moveTo>
                    <a:pt x="565983" y="1916021"/>
                  </a:moveTo>
                  <a:lnTo>
                    <a:pt x="1243082" y="1916021"/>
                  </a:lnTo>
                </a:path>
                <a:path w="1243329" h="1916429">
                  <a:moveTo>
                    <a:pt x="0" y="0"/>
                  </a:moveTo>
                  <a:lnTo>
                    <a:pt x="677108" y="0"/>
                  </a:lnTo>
                </a:path>
              </a:pathLst>
            </a:custGeom>
            <a:ln w="28574">
              <a:solidFill>
                <a:srgbClr val="4985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8199" y="2395795"/>
              <a:ext cx="840740" cy="2362200"/>
            </a:xfrm>
            <a:custGeom>
              <a:avLst/>
              <a:gdLst/>
              <a:ahLst/>
              <a:cxnLst/>
              <a:rect l="l" t="t" r="r" b="b"/>
              <a:pathLst>
                <a:path w="840739" h="2362200">
                  <a:moveTo>
                    <a:pt x="500811" y="2362195"/>
                  </a:moveTo>
                  <a:lnTo>
                    <a:pt x="840410" y="2362195"/>
                  </a:lnTo>
                </a:path>
                <a:path w="840739" h="2362200">
                  <a:moveTo>
                    <a:pt x="0" y="0"/>
                  </a:moveTo>
                  <a:lnTo>
                    <a:pt x="339599" y="0"/>
                  </a:lnTo>
                </a:path>
              </a:pathLst>
            </a:custGeom>
            <a:ln w="28574">
              <a:solidFill>
                <a:srgbClr val="F0C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2419" y="3923317"/>
              <a:ext cx="2815590" cy="835025"/>
            </a:xfrm>
            <a:custGeom>
              <a:avLst/>
              <a:gdLst/>
              <a:ahLst/>
              <a:cxnLst/>
              <a:rect l="l" t="t" r="r" b="b"/>
              <a:pathLst>
                <a:path w="2815590" h="835025">
                  <a:moveTo>
                    <a:pt x="0" y="834673"/>
                  </a:moveTo>
                  <a:lnTo>
                    <a:pt x="295199" y="834673"/>
                  </a:lnTo>
                </a:path>
                <a:path w="2815590" h="835025">
                  <a:moveTo>
                    <a:pt x="2405795" y="0"/>
                  </a:moveTo>
                  <a:lnTo>
                    <a:pt x="2815594" y="0"/>
                  </a:lnTo>
                </a:path>
              </a:pathLst>
            </a:custGeom>
            <a:ln w="28574">
              <a:solidFill>
                <a:srgbClr val="69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9968" y="2009917"/>
              <a:ext cx="294177" cy="195715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58695" y="1963521"/>
              <a:ext cx="4416425" cy="2795905"/>
            </a:xfrm>
            <a:custGeom>
              <a:avLst/>
              <a:gdLst/>
              <a:ahLst/>
              <a:cxnLst/>
              <a:rect l="l" t="t" r="r" b="b"/>
              <a:pathLst>
                <a:path w="4416425" h="2795904">
                  <a:moveTo>
                    <a:pt x="0" y="0"/>
                  </a:moveTo>
                  <a:lnTo>
                    <a:pt x="290699" y="0"/>
                  </a:lnTo>
                  <a:lnTo>
                    <a:pt x="290699" y="1916096"/>
                  </a:lnTo>
                  <a:lnTo>
                    <a:pt x="0" y="1916096"/>
                  </a:lnTo>
                  <a:lnTo>
                    <a:pt x="0" y="0"/>
                  </a:lnTo>
                  <a:close/>
                </a:path>
                <a:path w="4416425" h="2795904">
                  <a:moveTo>
                    <a:pt x="3739219" y="2795444"/>
                  </a:moveTo>
                  <a:lnTo>
                    <a:pt x="4416318" y="2795444"/>
                  </a:lnTo>
                </a:path>
                <a:path w="4416425" h="2795904">
                  <a:moveTo>
                    <a:pt x="2499422" y="2795444"/>
                  </a:moveTo>
                  <a:lnTo>
                    <a:pt x="3125821" y="2795444"/>
                  </a:lnTo>
                </a:path>
                <a:path w="4416425" h="2795904">
                  <a:moveTo>
                    <a:pt x="399514" y="2795444"/>
                  </a:moveTo>
                  <a:lnTo>
                    <a:pt x="816513" y="279544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27892" y="2056157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7892" y="3503954"/>
            <a:ext cx="148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z'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 err="1"/>
              <a:t>CelebA</a:t>
            </a:r>
            <a:r>
              <a:rPr lang="en-IN" spc="-240" dirty="0"/>
              <a:t> </a:t>
            </a:r>
            <a:r>
              <a:rPr lang="en-IN" spc="-5" dirty="0"/>
              <a:t>Dataset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648984" y="1247197"/>
            <a:ext cx="5019989" cy="3416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62937" y="4419305"/>
            <a:ext cx="11417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Liu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Model</a:t>
            </a:r>
            <a:r>
              <a:rPr lang="en-IN" spc="-245" dirty="0"/>
              <a:t> </a:t>
            </a:r>
            <a:r>
              <a:rPr lang="en-IN" spc="-5" dirty="0"/>
              <a:t>Architecture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7207312" y="4275982"/>
            <a:ext cx="1477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Denton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3696" y="3215643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real?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94332" y="2170583"/>
            <a:ext cx="2567940" cy="1045210"/>
            <a:chOff x="2694332" y="2170583"/>
            <a:chExt cx="2567940" cy="1045210"/>
          </a:xfrm>
        </p:grpSpPr>
        <p:sp>
          <p:nvSpPr>
            <p:cNvPr id="6" name="object 6"/>
            <p:cNvSpPr/>
            <p:nvPr/>
          </p:nvSpPr>
          <p:spPr>
            <a:xfrm>
              <a:off x="2739169" y="2175345"/>
              <a:ext cx="2517775" cy="1019175"/>
            </a:xfrm>
            <a:custGeom>
              <a:avLst/>
              <a:gdLst/>
              <a:ahLst/>
              <a:cxnLst/>
              <a:rect l="l" t="t" r="r" b="b"/>
              <a:pathLst>
                <a:path w="2517775" h="1019175">
                  <a:moveTo>
                    <a:pt x="2517719" y="0"/>
                  </a:moveTo>
                  <a:lnTo>
                    <a:pt x="0" y="101894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99094" y="317971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0" y="30799"/>
                  </a:moveTo>
                  <a:lnTo>
                    <a:pt x="34174" y="0"/>
                  </a:lnTo>
                  <a:lnTo>
                    <a:pt x="45974" y="29174"/>
                  </a:lnTo>
                  <a:lnTo>
                    <a:pt x="0" y="307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9094" y="317971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34174" y="0"/>
                  </a:moveTo>
                  <a:lnTo>
                    <a:pt x="0" y="30799"/>
                  </a:lnTo>
                  <a:lnTo>
                    <a:pt x="45974" y="29174"/>
                  </a:lnTo>
                  <a:lnTo>
                    <a:pt x="34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26527" y="2784237"/>
            <a:ext cx="361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D(z)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92707" y="1276412"/>
            <a:ext cx="2964180" cy="704850"/>
            <a:chOff x="2692707" y="1276412"/>
            <a:chExt cx="2964180" cy="704850"/>
          </a:xfrm>
        </p:grpSpPr>
        <p:sp>
          <p:nvSpPr>
            <p:cNvPr id="11" name="object 11"/>
            <p:cNvSpPr/>
            <p:nvPr/>
          </p:nvSpPr>
          <p:spPr>
            <a:xfrm>
              <a:off x="2714394" y="1281174"/>
              <a:ext cx="2937510" cy="693420"/>
            </a:xfrm>
            <a:custGeom>
              <a:avLst/>
              <a:gdLst/>
              <a:ahLst/>
              <a:cxnLst/>
              <a:rect l="l" t="t" r="r" b="b"/>
              <a:pathLst>
                <a:path w="2937510" h="693419">
                  <a:moveTo>
                    <a:pt x="2937269" y="693078"/>
                  </a:moveTo>
                  <a:lnTo>
                    <a:pt x="2888465" y="666244"/>
                  </a:lnTo>
                  <a:lnTo>
                    <a:pt x="2830257" y="630079"/>
                  </a:lnTo>
                  <a:lnTo>
                    <a:pt x="2797911" y="608975"/>
                  </a:lnTo>
                  <a:lnTo>
                    <a:pt x="2763553" y="586111"/>
                  </a:lnTo>
                  <a:lnTo>
                    <a:pt x="2727298" y="561679"/>
                  </a:lnTo>
                  <a:lnTo>
                    <a:pt x="2689259" y="535869"/>
                  </a:lnTo>
                  <a:lnTo>
                    <a:pt x="2649548" y="508873"/>
                  </a:lnTo>
                  <a:lnTo>
                    <a:pt x="2608280" y="480882"/>
                  </a:lnTo>
                  <a:lnTo>
                    <a:pt x="2565568" y="452086"/>
                  </a:lnTo>
                  <a:lnTo>
                    <a:pt x="2521525" y="422678"/>
                  </a:lnTo>
                  <a:lnTo>
                    <a:pt x="2476265" y="392847"/>
                  </a:lnTo>
                  <a:lnTo>
                    <a:pt x="2429900" y="362785"/>
                  </a:lnTo>
                  <a:lnTo>
                    <a:pt x="2382544" y="332684"/>
                  </a:lnTo>
                  <a:lnTo>
                    <a:pt x="2334310" y="302733"/>
                  </a:lnTo>
                  <a:lnTo>
                    <a:pt x="2285313" y="273125"/>
                  </a:lnTo>
                  <a:lnTo>
                    <a:pt x="2235664" y="244050"/>
                  </a:lnTo>
                  <a:lnTo>
                    <a:pt x="2185478" y="215700"/>
                  </a:lnTo>
                  <a:lnTo>
                    <a:pt x="2134867" y="188265"/>
                  </a:lnTo>
                  <a:lnTo>
                    <a:pt x="2083946" y="161936"/>
                  </a:lnTo>
                  <a:lnTo>
                    <a:pt x="2032826" y="136905"/>
                  </a:lnTo>
                  <a:lnTo>
                    <a:pt x="1981623" y="113363"/>
                  </a:lnTo>
                  <a:lnTo>
                    <a:pt x="1930448" y="91500"/>
                  </a:lnTo>
                  <a:lnTo>
                    <a:pt x="1879416" y="71509"/>
                  </a:lnTo>
                  <a:lnTo>
                    <a:pt x="1828640" y="53579"/>
                  </a:lnTo>
                  <a:lnTo>
                    <a:pt x="1778232" y="37902"/>
                  </a:lnTo>
                  <a:lnTo>
                    <a:pt x="1728307" y="24669"/>
                  </a:lnTo>
                  <a:lnTo>
                    <a:pt x="1678978" y="14071"/>
                  </a:lnTo>
                  <a:lnTo>
                    <a:pt x="1630357" y="6300"/>
                  </a:lnTo>
                  <a:lnTo>
                    <a:pt x="1582559" y="1545"/>
                  </a:lnTo>
                  <a:lnTo>
                    <a:pt x="1535696" y="0"/>
                  </a:lnTo>
                  <a:lnTo>
                    <a:pt x="1496021" y="1291"/>
                  </a:lnTo>
                  <a:lnTo>
                    <a:pt x="1455130" y="4884"/>
                  </a:lnTo>
                  <a:lnTo>
                    <a:pt x="1413118" y="10664"/>
                  </a:lnTo>
                  <a:lnTo>
                    <a:pt x="1370078" y="18517"/>
                  </a:lnTo>
                  <a:lnTo>
                    <a:pt x="1326106" y="28327"/>
                  </a:lnTo>
                  <a:lnTo>
                    <a:pt x="1281296" y="39981"/>
                  </a:lnTo>
                  <a:lnTo>
                    <a:pt x="1235742" y="53364"/>
                  </a:lnTo>
                  <a:lnTo>
                    <a:pt x="1189540" y="68361"/>
                  </a:lnTo>
                  <a:lnTo>
                    <a:pt x="1142782" y="84857"/>
                  </a:lnTo>
                  <a:lnTo>
                    <a:pt x="1095565" y="102739"/>
                  </a:lnTo>
                  <a:lnTo>
                    <a:pt x="1047982" y="121892"/>
                  </a:lnTo>
                  <a:lnTo>
                    <a:pt x="1000128" y="142201"/>
                  </a:lnTo>
                  <a:lnTo>
                    <a:pt x="952098" y="163552"/>
                  </a:lnTo>
                  <a:lnTo>
                    <a:pt x="903985" y="185830"/>
                  </a:lnTo>
                  <a:lnTo>
                    <a:pt x="855885" y="208921"/>
                  </a:lnTo>
                  <a:lnTo>
                    <a:pt x="807892" y="232709"/>
                  </a:lnTo>
                  <a:lnTo>
                    <a:pt x="760100" y="257082"/>
                  </a:lnTo>
                  <a:lnTo>
                    <a:pt x="712604" y="281923"/>
                  </a:lnTo>
                  <a:lnTo>
                    <a:pt x="665498" y="307119"/>
                  </a:lnTo>
                  <a:lnTo>
                    <a:pt x="616311" y="333973"/>
                  </a:lnTo>
                  <a:lnTo>
                    <a:pt x="567775" y="360959"/>
                  </a:lnTo>
                  <a:lnTo>
                    <a:pt x="519999" y="387943"/>
                  </a:lnTo>
                  <a:lnTo>
                    <a:pt x="473097" y="414791"/>
                  </a:lnTo>
                  <a:lnTo>
                    <a:pt x="427179" y="441368"/>
                  </a:lnTo>
                  <a:lnTo>
                    <a:pt x="382356" y="467538"/>
                  </a:lnTo>
                  <a:lnTo>
                    <a:pt x="338740" y="493168"/>
                  </a:lnTo>
                  <a:lnTo>
                    <a:pt x="296442" y="518122"/>
                  </a:lnTo>
                  <a:lnTo>
                    <a:pt x="255574" y="542266"/>
                  </a:lnTo>
                  <a:lnTo>
                    <a:pt x="211459" y="568291"/>
                  </a:lnTo>
                  <a:lnTo>
                    <a:pt x="169446" y="592928"/>
                  </a:lnTo>
                  <a:lnTo>
                    <a:pt x="129697" y="615986"/>
                  </a:lnTo>
                  <a:lnTo>
                    <a:pt x="92374" y="637273"/>
                  </a:lnTo>
                  <a:lnTo>
                    <a:pt x="57631" y="656598"/>
                  </a:lnTo>
                  <a:lnTo>
                    <a:pt x="20549" y="676438"/>
                  </a:lnTo>
                  <a:lnTo>
                    <a:pt x="10724" y="681483"/>
                  </a:lnTo>
                  <a:lnTo>
                    <a:pt x="8299" y="682721"/>
                  </a:lnTo>
                  <a:lnTo>
                    <a:pt x="5899" y="683931"/>
                  </a:lnTo>
                  <a:lnTo>
                    <a:pt x="3524" y="685116"/>
                  </a:lnTo>
                  <a:lnTo>
                    <a:pt x="0" y="68687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97469" y="1953781"/>
              <a:ext cx="31750" cy="22860"/>
            </a:xfrm>
            <a:custGeom>
              <a:avLst/>
              <a:gdLst/>
              <a:ahLst/>
              <a:cxnLst/>
              <a:rect l="l" t="t" r="r" b="b"/>
              <a:pathLst>
                <a:path w="31750" h="22860">
                  <a:moveTo>
                    <a:pt x="0" y="22297"/>
                  </a:moveTo>
                  <a:lnTo>
                    <a:pt x="21999" y="0"/>
                  </a:lnTo>
                  <a:lnTo>
                    <a:pt x="16924" y="14269"/>
                  </a:lnTo>
                  <a:lnTo>
                    <a:pt x="31174" y="19352"/>
                  </a:lnTo>
                  <a:lnTo>
                    <a:pt x="0" y="2229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97469" y="1953781"/>
              <a:ext cx="31750" cy="22860"/>
            </a:xfrm>
            <a:custGeom>
              <a:avLst/>
              <a:gdLst/>
              <a:ahLst/>
              <a:cxnLst/>
              <a:rect l="l" t="t" r="r" b="b"/>
              <a:pathLst>
                <a:path w="31750" h="22860">
                  <a:moveTo>
                    <a:pt x="16924" y="14269"/>
                  </a:moveTo>
                  <a:lnTo>
                    <a:pt x="21999" y="0"/>
                  </a:lnTo>
                  <a:lnTo>
                    <a:pt x="0" y="22297"/>
                  </a:lnTo>
                  <a:lnTo>
                    <a:pt x="31174" y="19352"/>
                  </a:lnTo>
                  <a:lnTo>
                    <a:pt x="16924" y="1426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51930" y="1318723"/>
            <a:ext cx="641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 =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E(x)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6889" y="3825392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smile?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8900" y="3763579"/>
            <a:ext cx="41275" cy="53340"/>
            <a:chOff x="6098900" y="3763579"/>
            <a:chExt cx="41275" cy="53340"/>
          </a:xfrm>
        </p:grpSpPr>
        <p:sp>
          <p:nvSpPr>
            <p:cNvPr id="17" name="object 17"/>
            <p:cNvSpPr/>
            <p:nvPr/>
          </p:nvSpPr>
          <p:spPr>
            <a:xfrm>
              <a:off x="6103662" y="37683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03662" y="37683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252127" y="1982333"/>
          <a:ext cx="1724660" cy="1781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7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 =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85824" y="4031581"/>
            <a:ext cx="1594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f(x) </a:t>
            </a:r>
            <a:r>
              <a:rPr sz="1400" dirty="0">
                <a:latin typeface="Arial"/>
                <a:cs typeface="Arial"/>
              </a:rPr>
              <a:t>- smile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classifier  </a:t>
            </a:r>
            <a:r>
              <a:rPr sz="1400" spc="-5" dirty="0">
                <a:latin typeface="Arial"/>
                <a:cs typeface="Arial"/>
              </a:rPr>
              <a:t>G(z)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generator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2196" y="4031581"/>
            <a:ext cx="15265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D(z)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discriminator  </a:t>
            </a:r>
            <a:r>
              <a:rPr sz="1400" dirty="0">
                <a:latin typeface="Arial"/>
                <a:cs typeface="Arial"/>
              </a:rPr>
              <a:t>E (x) -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encoder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17708" y="1977418"/>
            <a:ext cx="1734820" cy="386080"/>
            <a:chOff x="1817708" y="1977418"/>
            <a:chExt cx="1734820" cy="386080"/>
          </a:xfrm>
        </p:grpSpPr>
        <p:sp>
          <p:nvSpPr>
            <p:cNvPr id="23" name="object 23"/>
            <p:cNvSpPr/>
            <p:nvPr/>
          </p:nvSpPr>
          <p:spPr>
            <a:xfrm>
              <a:off x="1822471" y="1982180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1724996" y="376499"/>
                  </a:moveTo>
                  <a:lnTo>
                    <a:pt x="0" y="376499"/>
                  </a:lnTo>
                  <a:lnTo>
                    <a:pt x="0" y="0"/>
                  </a:lnTo>
                  <a:lnTo>
                    <a:pt x="1724996" y="0"/>
                  </a:lnTo>
                  <a:lnTo>
                    <a:pt x="1724996" y="376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2471" y="1982180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0" y="0"/>
                  </a:moveTo>
                  <a:lnTo>
                    <a:pt x="1724996" y="0"/>
                  </a:lnTo>
                  <a:lnTo>
                    <a:pt x="1724996" y="376499"/>
                  </a:lnTo>
                  <a:lnTo>
                    <a:pt x="0" y="376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40544" y="2045839"/>
            <a:ext cx="10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62827" y="1903786"/>
            <a:ext cx="661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 ~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G(z)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64534" y="1601334"/>
            <a:ext cx="3883660" cy="594360"/>
            <a:chOff x="1364534" y="1601334"/>
            <a:chExt cx="3883660" cy="594360"/>
          </a:xfrm>
        </p:grpSpPr>
        <p:sp>
          <p:nvSpPr>
            <p:cNvPr id="28" name="object 28"/>
            <p:cNvSpPr/>
            <p:nvPr/>
          </p:nvSpPr>
          <p:spPr>
            <a:xfrm>
              <a:off x="3547467" y="2170430"/>
              <a:ext cx="1652270" cy="5080"/>
            </a:xfrm>
            <a:custGeom>
              <a:avLst/>
              <a:gdLst/>
              <a:ahLst/>
              <a:cxnLst/>
              <a:rect l="l" t="t" r="r" b="b"/>
              <a:pathLst>
                <a:path w="1652270" h="5080">
                  <a:moveTo>
                    <a:pt x="0" y="0"/>
                  </a:moveTo>
                  <a:lnTo>
                    <a:pt x="1652246" y="463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99664" y="21593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99" y="0"/>
                  </a:lnTo>
                  <a:lnTo>
                    <a:pt x="43274" y="1585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99664" y="21593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74" y="15854"/>
                  </a:lnTo>
                  <a:lnTo>
                    <a:pt x="9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69297" y="1606096"/>
              <a:ext cx="1261110" cy="360680"/>
            </a:xfrm>
            <a:custGeom>
              <a:avLst/>
              <a:gdLst/>
              <a:ahLst/>
              <a:cxnLst/>
              <a:rect l="l" t="t" r="r" b="b"/>
              <a:pathLst>
                <a:path w="1261110" h="360680">
                  <a:moveTo>
                    <a:pt x="0" y="0"/>
                  </a:moveTo>
                  <a:lnTo>
                    <a:pt x="1260847" y="36048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25819" y="195145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254"/>
                  </a:moveTo>
                  <a:lnTo>
                    <a:pt x="8649" y="0"/>
                  </a:lnTo>
                  <a:lnTo>
                    <a:pt x="45874" y="27009"/>
                  </a:lnTo>
                  <a:lnTo>
                    <a:pt x="0" y="3025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25819" y="195145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254"/>
                  </a:moveTo>
                  <a:lnTo>
                    <a:pt x="45874" y="27009"/>
                  </a:lnTo>
                  <a:lnTo>
                    <a:pt x="8649" y="0"/>
                  </a:lnTo>
                  <a:lnTo>
                    <a:pt x="0" y="302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5072" y="1295511"/>
            <a:ext cx="622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 ~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p(z)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733370" y="1530623"/>
            <a:ext cx="3707014" cy="2778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3661" y="2049033"/>
            <a:ext cx="3630295" cy="2433955"/>
            <a:chOff x="473661" y="2049033"/>
            <a:chExt cx="3630295" cy="2433955"/>
          </a:xfrm>
        </p:grpSpPr>
        <p:sp>
          <p:nvSpPr>
            <p:cNvPr id="5" name="object 5"/>
            <p:cNvSpPr/>
            <p:nvPr/>
          </p:nvSpPr>
          <p:spPr>
            <a:xfrm>
              <a:off x="473674" y="2049045"/>
              <a:ext cx="3630295" cy="480059"/>
            </a:xfrm>
            <a:custGeom>
              <a:avLst/>
              <a:gdLst/>
              <a:ahLst/>
              <a:cxnLst/>
              <a:rect l="l" t="t" r="r" b="b"/>
              <a:pathLst>
                <a:path w="3630295" h="480060">
                  <a:moveTo>
                    <a:pt x="4749" y="0"/>
                  </a:moveTo>
                  <a:lnTo>
                    <a:pt x="4749" y="480049"/>
                  </a:lnTo>
                </a:path>
                <a:path w="3630295" h="480060">
                  <a:moveTo>
                    <a:pt x="728823" y="0"/>
                  </a:moveTo>
                  <a:lnTo>
                    <a:pt x="728823" y="480049"/>
                  </a:lnTo>
                </a:path>
                <a:path w="3630295" h="480060">
                  <a:moveTo>
                    <a:pt x="1452897" y="0"/>
                  </a:moveTo>
                  <a:lnTo>
                    <a:pt x="1452897" y="480049"/>
                  </a:lnTo>
                </a:path>
                <a:path w="3630295" h="480060">
                  <a:moveTo>
                    <a:pt x="2176970" y="0"/>
                  </a:moveTo>
                  <a:lnTo>
                    <a:pt x="2176970" y="480049"/>
                  </a:lnTo>
                </a:path>
                <a:path w="3630295" h="480060">
                  <a:moveTo>
                    <a:pt x="2901044" y="0"/>
                  </a:moveTo>
                  <a:lnTo>
                    <a:pt x="2901044" y="480049"/>
                  </a:lnTo>
                </a:path>
                <a:path w="3630295" h="480060">
                  <a:moveTo>
                    <a:pt x="3625117" y="0"/>
                  </a:moveTo>
                  <a:lnTo>
                    <a:pt x="3625117" y="480049"/>
                  </a:lnTo>
                </a:path>
                <a:path w="3630295" h="480060">
                  <a:moveTo>
                    <a:pt x="0" y="4749"/>
                  </a:moveTo>
                  <a:lnTo>
                    <a:pt x="3629867" y="4749"/>
                  </a:lnTo>
                </a:path>
                <a:path w="3630295" h="480060">
                  <a:moveTo>
                    <a:pt x="0" y="475299"/>
                  </a:moveTo>
                  <a:lnTo>
                    <a:pt x="3629867" y="475299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3270" y="3036619"/>
              <a:ext cx="1989745" cy="666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19447" y="2406207"/>
              <a:ext cx="29845" cy="828040"/>
            </a:xfrm>
            <a:custGeom>
              <a:avLst/>
              <a:gdLst/>
              <a:ahLst/>
              <a:cxnLst/>
              <a:rect l="l" t="t" r="r" b="b"/>
              <a:pathLst>
                <a:path w="29844" h="828039">
                  <a:moveTo>
                    <a:pt x="29747" y="82788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725" y="23630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762"/>
                  </a:moveTo>
                  <a:lnTo>
                    <a:pt x="14169" y="0"/>
                  </a:lnTo>
                  <a:lnTo>
                    <a:pt x="31444" y="42632"/>
                  </a:lnTo>
                  <a:lnTo>
                    <a:pt x="0" y="437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725" y="23630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4" y="42632"/>
                  </a:moveTo>
                  <a:lnTo>
                    <a:pt x="14169" y="0"/>
                  </a:lnTo>
                  <a:lnTo>
                    <a:pt x="0" y="43762"/>
                  </a:lnTo>
                  <a:lnTo>
                    <a:pt x="31444" y="4263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3223" y="3743942"/>
              <a:ext cx="2073395" cy="7385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8073" y="2427027"/>
              <a:ext cx="182880" cy="1502410"/>
            </a:xfrm>
            <a:custGeom>
              <a:avLst/>
              <a:gdLst/>
              <a:ahLst/>
              <a:cxnLst/>
              <a:rect l="l" t="t" r="r" b="b"/>
              <a:pathLst>
                <a:path w="182880" h="1502410">
                  <a:moveTo>
                    <a:pt x="182699" y="150236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455" y="2384117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0" y="44809"/>
                  </a:moveTo>
                  <a:lnTo>
                    <a:pt x="10397" y="0"/>
                  </a:lnTo>
                  <a:lnTo>
                    <a:pt x="31234" y="41009"/>
                  </a:lnTo>
                  <a:lnTo>
                    <a:pt x="0" y="4480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2455" y="2384117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234" y="41009"/>
                  </a:moveTo>
                  <a:lnTo>
                    <a:pt x="10397" y="0"/>
                  </a:lnTo>
                  <a:lnTo>
                    <a:pt x="0" y="44809"/>
                  </a:lnTo>
                  <a:lnTo>
                    <a:pt x="31234" y="4100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92449" y="1633105"/>
            <a:ext cx="10331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latent </a:t>
            </a:r>
            <a:r>
              <a:rPr sz="1400" dirty="0">
                <a:latin typeface="Arial"/>
                <a:cs typeface="Arial"/>
              </a:rPr>
              <a:t>code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idx="2"/>
          </p:nvPr>
        </p:nvSpPr>
        <p:spPr>
          <a:xfrm>
            <a:off x="152400" y="95592"/>
            <a:ext cx="6324600" cy="857250"/>
          </a:xfrm>
        </p:spPr>
        <p:txBody>
          <a:bodyPr/>
          <a:lstStyle/>
          <a:p>
            <a:r>
              <a:rPr lang="en-IN" sz="2400" spc="-5" dirty="0"/>
              <a:t>Latent Code</a:t>
            </a:r>
            <a:r>
              <a:rPr lang="en-IN" sz="2400" spc="-245" dirty="0"/>
              <a:t> </a:t>
            </a:r>
            <a:r>
              <a:rPr lang="en-IN" sz="2400" spc="-5" dirty="0"/>
              <a:t>Attribution</a:t>
            </a:r>
            <a:endParaRPr lang="en-IN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Latent Code</a:t>
            </a:r>
            <a:r>
              <a:rPr lang="en-IN" spc="-90" dirty="0"/>
              <a:t> </a:t>
            </a:r>
            <a:r>
              <a:rPr lang="en-IN" dirty="0"/>
              <a:t>Manipulation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93936" y="1542894"/>
            <a:ext cx="3501691" cy="2819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94142" y="1510296"/>
            <a:ext cx="3686353" cy="2847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07312" y="4424867"/>
            <a:ext cx="1477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Denton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/>
          <p:cNvSpPr>
            <a:spLocks noGrp="1"/>
          </p:cNvSpPr>
          <p:nvPr>
            <p:ph type="body" idx="2"/>
          </p:nvPr>
        </p:nvSpPr>
        <p:spPr>
          <a:xfrm>
            <a:off x="26894" y="116037"/>
            <a:ext cx="6934200" cy="857250"/>
          </a:xfrm>
        </p:spPr>
        <p:txBody>
          <a:bodyPr>
            <a:normAutofit/>
          </a:bodyPr>
          <a:lstStyle/>
          <a:p>
            <a:r>
              <a:rPr lang="en-IN" spc="-5" dirty="0"/>
              <a:t>Counterfactual Fairness</a:t>
            </a:r>
            <a:r>
              <a:rPr lang="en-IN" spc="-245" dirty="0"/>
              <a:t> </a:t>
            </a:r>
            <a:r>
              <a:rPr lang="en-IN" spc="-5" dirty="0"/>
              <a:t>Assessment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7207312" y="4352182"/>
            <a:ext cx="1477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Denton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2019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1696" y="3444393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smile?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93707" y="3382580"/>
            <a:ext cx="41275" cy="53340"/>
            <a:chOff x="2593707" y="3382580"/>
            <a:chExt cx="41275" cy="53340"/>
          </a:xfrm>
        </p:grpSpPr>
        <p:sp>
          <p:nvSpPr>
            <p:cNvPr id="6" name="object 6"/>
            <p:cNvSpPr/>
            <p:nvPr/>
          </p:nvSpPr>
          <p:spPr>
            <a:xfrm>
              <a:off x="2598469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8469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46934" y="1822431"/>
            <a:ext cx="1734820" cy="386080"/>
            <a:chOff x="1746934" y="1822431"/>
            <a:chExt cx="1734820" cy="386080"/>
          </a:xfrm>
        </p:grpSpPr>
        <p:sp>
          <p:nvSpPr>
            <p:cNvPr id="9" name="object 9"/>
            <p:cNvSpPr/>
            <p:nvPr/>
          </p:nvSpPr>
          <p:spPr>
            <a:xfrm>
              <a:off x="1751696" y="1827193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1724996" y="376499"/>
                  </a:moveTo>
                  <a:lnTo>
                    <a:pt x="0" y="376499"/>
                  </a:lnTo>
                  <a:lnTo>
                    <a:pt x="0" y="0"/>
                  </a:lnTo>
                  <a:lnTo>
                    <a:pt x="1724996" y="0"/>
                  </a:lnTo>
                  <a:lnTo>
                    <a:pt x="1724996" y="376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1696" y="1827193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0" y="0"/>
                  </a:moveTo>
                  <a:lnTo>
                    <a:pt x="1724996" y="0"/>
                  </a:lnTo>
                  <a:lnTo>
                    <a:pt x="1724996" y="376499"/>
                  </a:lnTo>
                  <a:lnTo>
                    <a:pt x="0" y="376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746934" y="2260845"/>
          <a:ext cx="1724660" cy="1126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65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z=E(x)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y=f(x)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569774" y="1890858"/>
            <a:ext cx="10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93707" y="1994948"/>
            <a:ext cx="3111500" cy="271145"/>
            <a:chOff x="2593707" y="1994948"/>
            <a:chExt cx="3111500" cy="271145"/>
          </a:xfrm>
        </p:grpSpPr>
        <p:sp>
          <p:nvSpPr>
            <p:cNvPr id="14" name="object 14"/>
            <p:cNvSpPr/>
            <p:nvPr/>
          </p:nvSpPr>
          <p:spPr>
            <a:xfrm>
              <a:off x="2598469" y="221762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0" y="43224"/>
                  </a:lnTo>
                  <a:lnTo>
                    <a:pt x="15724" y="0"/>
                  </a:lnTo>
                  <a:lnTo>
                    <a:pt x="31449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8469" y="221762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15724" y="0"/>
                  </a:lnTo>
                  <a:lnTo>
                    <a:pt x="0" y="43224"/>
                  </a:lnTo>
                  <a:lnTo>
                    <a:pt x="31449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6692" y="2015443"/>
              <a:ext cx="2180590" cy="0"/>
            </a:xfrm>
            <a:custGeom>
              <a:avLst/>
              <a:gdLst/>
              <a:ahLst/>
              <a:cxnLst/>
              <a:rect l="l" t="t" r="r" b="b"/>
              <a:pathLst>
                <a:path w="2180590">
                  <a:moveTo>
                    <a:pt x="0" y="0"/>
                  </a:moveTo>
                  <a:lnTo>
                    <a:pt x="21802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56938" y="199971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56938" y="199971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709325" y="1822431"/>
          <a:ext cx="1724660" cy="71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z'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x~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G(z)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294410" y="1735784"/>
            <a:ext cx="543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 ←</a:t>
            </a:r>
            <a:r>
              <a:rPr sz="1400" spc="-1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a'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709325" y="2591932"/>
          <a:ext cx="1724660" cy="790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y'=f(x')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6556099" y="2534782"/>
            <a:ext cx="41275" cy="53340"/>
            <a:chOff x="6556099" y="2534782"/>
            <a:chExt cx="41275" cy="53340"/>
          </a:xfrm>
        </p:grpSpPr>
        <p:sp>
          <p:nvSpPr>
            <p:cNvPr id="23" name="object 23"/>
            <p:cNvSpPr/>
            <p:nvPr/>
          </p:nvSpPr>
          <p:spPr>
            <a:xfrm>
              <a:off x="6560861" y="25395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60861" y="25395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14088" y="3444393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smile?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56099" y="3382580"/>
            <a:ext cx="41275" cy="53340"/>
            <a:chOff x="6556099" y="3382580"/>
            <a:chExt cx="41275" cy="53340"/>
          </a:xfrm>
        </p:grpSpPr>
        <p:sp>
          <p:nvSpPr>
            <p:cNvPr id="27" name="object 27"/>
            <p:cNvSpPr/>
            <p:nvPr/>
          </p:nvSpPr>
          <p:spPr>
            <a:xfrm>
              <a:off x="6560861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60861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610055" y="3520780"/>
            <a:ext cx="2000885" cy="257175"/>
            <a:chOff x="3610055" y="3520780"/>
            <a:chExt cx="2000885" cy="257175"/>
          </a:xfrm>
        </p:grpSpPr>
        <p:sp>
          <p:nvSpPr>
            <p:cNvPr id="30" name="object 30"/>
            <p:cNvSpPr/>
            <p:nvPr/>
          </p:nvSpPr>
          <p:spPr>
            <a:xfrm>
              <a:off x="3614817" y="3525542"/>
              <a:ext cx="1991360" cy="247650"/>
            </a:xfrm>
            <a:custGeom>
              <a:avLst/>
              <a:gdLst/>
              <a:ahLst/>
              <a:cxnLst/>
              <a:rect l="l" t="t" r="r" b="b"/>
              <a:pathLst>
                <a:path w="1991360" h="247650">
                  <a:moveTo>
                    <a:pt x="1867196" y="247199"/>
                  </a:moveTo>
                  <a:lnTo>
                    <a:pt x="1867196" y="185399"/>
                  </a:lnTo>
                  <a:lnTo>
                    <a:pt x="123599" y="185399"/>
                  </a:lnTo>
                  <a:lnTo>
                    <a:pt x="123599" y="247199"/>
                  </a:lnTo>
                  <a:lnTo>
                    <a:pt x="0" y="123599"/>
                  </a:lnTo>
                  <a:lnTo>
                    <a:pt x="123599" y="0"/>
                  </a:lnTo>
                  <a:lnTo>
                    <a:pt x="123599" y="61799"/>
                  </a:lnTo>
                  <a:lnTo>
                    <a:pt x="1867196" y="61799"/>
                  </a:lnTo>
                  <a:lnTo>
                    <a:pt x="1867196" y="0"/>
                  </a:lnTo>
                  <a:lnTo>
                    <a:pt x="1990795" y="123599"/>
                  </a:lnTo>
                  <a:lnTo>
                    <a:pt x="1867196" y="2471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14817" y="3525542"/>
              <a:ext cx="1991360" cy="247650"/>
            </a:xfrm>
            <a:custGeom>
              <a:avLst/>
              <a:gdLst/>
              <a:ahLst/>
              <a:cxnLst/>
              <a:rect l="l" t="t" r="r" b="b"/>
              <a:pathLst>
                <a:path w="1991360" h="247650">
                  <a:moveTo>
                    <a:pt x="0" y="123599"/>
                  </a:moveTo>
                  <a:lnTo>
                    <a:pt x="123599" y="0"/>
                  </a:lnTo>
                  <a:lnTo>
                    <a:pt x="123599" y="61799"/>
                  </a:lnTo>
                  <a:lnTo>
                    <a:pt x="1867196" y="61799"/>
                  </a:lnTo>
                  <a:lnTo>
                    <a:pt x="1867196" y="0"/>
                  </a:lnTo>
                  <a:lnTo>
                    <a:pt x="1990795" y="123599"/>
                  </a:lnTo>
                  <a:lnTo>
                    <a:pt x="1867196" y="247199"/>
                  </a:lnTo>
                  <a:lnTo>
                    <a:pt x="1867196" y="185399"/>
                  </a:lnTo>
                  <a:lnTo>
                    <a:pt x="123599" y="185399"/>
                  </a:lnTo>
                  <a:lnTo>
                    <a:pt x="123599" y="247199"/>
                  </a:lnTo>
                  <a:lnTo>
                    <a:pt x="0" y="123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209990" y="3286804"/>
            <a:ext cx="807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changed?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043444" y="3920283"/>
            <a:ext cx="5113616" cy="25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Sensitivity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733163" y="2630716"/>
            <a:ext cx="5840730" cy="484505"/>
            <a:chOff x="1733163" y="2630716"/>
            <a:chExt cx="5840730" cy="484505"/>
          </a:xfrm>
        </p:grpSpPr>
        <p:sp>
          <p:nvSpPr>
            <p:cNvPr id="4" name="object 4"/>
            <p:cNvSpPr/>
            <p:nvPr/>
          </p:nvSpPr>
          <p:spPr>
            <a:xfrm>
              <a:off x="1733163" y="2630716"/>
              <a:ext cx="5840575" cy="4504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30263" y="3098543"/>
              <a:ext cx="311785" cy="0"/>
            </a:xfrm>
            <a:custGeom>
              <a:avLst/>
              <a:gdLst/>
              <a:ahLst/>
              <a:cxnLst/>
              <a:rect l="l" t="t" r="r" b="b"/>
              <a:pathLst>
                <a:path w="311785">
                  <a:moveTo>
                    <a:pt x="0" y="0"/>
                  </a:moveTo>
                  <a:lnTo>
                    <a:pt x="3113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2810" y="3100543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5">
                  <a:moveTo>
                    <a:pt x="0" y="0"/>
                  </a:moveTo>
                  <a:lnTo>
                    <a:pt x="335699" y="0"/>
                  </a:lnTo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3424" y="3881214"/>
            <a:ext cx="1146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f(x) </a:t>
            </a:r>
            <a:r>
              <a:rPr sz="1000" dirty="0">
                <a:latin typeface="Arial"/>
                <a:cs typeface="Arial"/>
              </a:rPr>
              <a:t>- smile</a:t>
            </a:r>
            <a:r>
              <a:rPr sz="1000" spc="-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classifier  </a:t>
            </a:r>
            <a:r>
              <a:rPr sz="1000" spc="-5" dirty="0">
                <a:latin typeface="Arial"/>
                <a:cs typeface="Arial"/>
              </a:rPr>
              <a:t>G(z)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generator  D(z)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discriminator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9515" y="3977186"/>
            <a:ext cx="6674484" cy="414655"/>
            <a:chOff x="1809515" y="3977186"/>
            <a:chExt cx="6674484" cy="414655"/>
          </a:xfrm>
        </p:grpSpPr>
        <p:sp>
          <p:nvSpPr>
            <p:cNvPr id="9" name="object 9"/>
            <p:cNvSpPr/>
            <p:nvPr/>
          </p:nvSpPr>
          <p:spPr>
            <a:xfrm>
              <a:off x="1809515" y="3977186"/>
              <a:ext cx="6674255" cy="3367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310" y="4367966"/>
              <a:ext cx="3881754" cy="9525"/>
            </a:xfrm>
            <a:custGeom>
              <a:avLst/>
              <a:gdLst/>
              <a:ahLst/>
              <a:cxnLst/>
              <a:rect l="l" t="t" r="r" b="b"/>
              <a:pathLst>
                <a:path w="3881754" h="9525">
                  <a:moveTo>
                    <a:pt x="3477702" y="0"/>
                  </a:moveTo>
                  <a:lnTo>
                    <a:pt x="3881202" y="0"/>
                  </a:lnTo>
                </a:path>
                <a:path w="3881754" h="9525">
                  <a:moveTo>
                    <a:pt x="0" y="9274"/>
                  </a:moveTo>
                  <a:lnTo>
                    <a:pt x="403509" y="927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54319" y="4377241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599" y="0"/>
                  </a:lnTo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42464" y="1397922"/>
            <a:ext cx="936625" cy="376555"/>
          </a:xfrm>
          <a:prstGeom prst="rect">
            <a:avLst/>
          </a:prstGeom>
          <a:solidFill>
            <a:srgbClr val="E69138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z'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2272" y="1761054"/>
            <a:ext cx="454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A←a'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08154" y="1566026"/>
            <a:ext cx="1625600" cy="41275"/>
            <a:chOff x="3908154" y="1566026"/>
            <a:chExt cx="1625600" cy="41275"/>
          </a:xfrm>
        </p:grpSpPr>
        <p:sp>
          <p:nvSpPr>
            <p:cNvPr id="15" name="object 15"/>
            <p:cNvSpPr/>
            <p:nvPr/>
          </p:nvSpPr>
          <p:spPr>
            <a:xfrm>
              <a:off x="3912916" y="1586521"/>
              <a:ext cx="1572895" cy="9525"/>
            </a:xfrm>
            <a:custGeom>
              <a:avLst/>
              <a:gdLst/>
              <a:ahLst/>
              <a:cxnLst/>
              <a:rect l="l" t="t" r="r" b="b"/>
              <a:pathLst>
                <a:path w="1572895" h="9525">
                  <a:moveTo>
                    <a:pt x="0" y="8974"/>
                  </a:moveTo>
                  <a:lnTo>
                    <a:pt x="157244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5263" y="15707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99" y="31464"/>
                  </a:moveTo>
                  <a:lnTo>
                    <a:pt x="0" y="0"/>
                  </a:lnTo>
                  <a:lnTo>
                    <a:pt x="43324" y="15487"/>
                  </a:lnTo>
                  <a:lnTo>
                    <a:pt x="199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5263" y="15707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99" y="31464"/>
                  </a:moveTo>
                  <a:lnTo>
                    <a:pt x="43324" y="15487"/>
                  </a:lnTo>
                  <a:lnTo>
                    <a:pt x="0" y="0"/>
                  </a:lnTo>
                  <a:lnTo>
                    <a:pt x="199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48135" y="1397922"/>
            <a:ext cx="862965" cy="376555"/>
          </a:xfrm>
          <a:prstGeom prst="rect">
            <a:avLst/>
          </a:prstGeom>
          <a:solidFill>
            <a:srgbClr val="69A84F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x'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78461" y="1565676"/>
            <a:ext cx="560705" cy="41275"/>
            <a:chOff x="6478461" y="1565676"/>
            <a:chExt cx="560705" cy="41275"/>
          </a:xfrm>
        </p:grpSpPr>
        <p:sp>
          <p:nvSpPr>
            <p:cNvPr id="20" name="object 20"/>
            <p:cNvSpPr/>
            <p:nvPr/>
          </p:nvSpPr>
          <p:spPr>
            <a:xfrm>
              <a:off x="6478461" y="1586171"/>
              <a:ext cx="513080" cy="0"/>
            </a:xfrm>
            <a:custGeom>
              <a:avLst/>
              <a:gdLst/>
              <a:ahLst/>
              <a:cxnLst/>
              <a:rect l="l" t="t" r="r" b="b"/>
              <a:pathLst>
                <a:path w="513079">
                  <a:moveTo>
                    <a:pt x="0" y="0"/>
                  </a:moveTo>
                  <a:lnTo>
                    <a:pt x="5125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91010" y="157043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91010" y="157043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50418" y="1407247"/>
            <a:ext cx="862965" cy="376555"/>
          </a:xfrm>
          <a:prstGeom prst="rect">
            <a:avLst/>
          </a:prstGeom>
          <a:solidFill>
            <a:srgbClr val="E69138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37404" y="1786809"/>
            <a:ext cx="420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A←a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35345" y="1575001"/>
            <a:ext cx="806450" cy="41275"/>
            <a:chOff x="2235345" y="1575001"/>
            <a:chExt cx="806450" cy="41275"/>
          </a:xfrm>
        </p:grpSpPr>
        <p:sp>
          <p:nvSpPr>
            <p:cNvPr id="26" name="object 26"/>
            <p:cNvSpPr/>
            <p:nvPr/>
          </p:nvSpPr>
          <p:spPr>
            <a:xfrm>
              <a:off x="2235345" y="1595496"/>
              <a:ext cx="758190" cy="0"/>
            </a:xfrm>
            <a:custGeom>
              <a:avLst/>
              <a:gdLst/>
              <a:ahLst/>
              <a:cxnLst/>
              <a:rect l="l" t="t" r="r" b="b"/>
              <a:pathLst>
                <a:path w="758189">
                  <a:moveTo>
                    <a:pt x="0" y="0"/>
                  </a:moveTo>
                  <a:lnTo>
                    <a:pt x="7579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93293" y="15797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93293" y="15797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428647" y="1407247"/>
            <a:ext cx="807085" cy="376555"/>
          </a:xfrm>
          <a:prstGeom prst="rect">
            <a:avLst/>
          </a:prstGeom>
          <a:solidFill>
            <a:srgbClr val="69A84F"/>
          </a:solidFill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64265" y="3255018"/>
            <a:ext cx="1231900" cy="7620"/>
          </a:xfrm>
          <a:custGeom>
            <a:avLst/>
            <a:gdLst/>
            <a:ahLst/>
            <a:cxnLst/>
            <a:rect l="l" t="t" r="r" b="b"/>
            <a:pathLst>
              <a:path w="1231900" h="7620">
                <a:moveTo>
                  <a:pt x="0" y="7199"/>
                </a:moveTo>
                <a:lnTo>
                  <a:pt x="1231797" y="0"/>
                </a:lnTo>
              </a:path>
            </a:pathLst>
          </a:custGeom>
          <a:ln w="28574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77786" y="3262218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498" y="0"/>
                </a:lnTo>
              </a:path>
            </a:pathLst>
          </a:custGeom>
          <a:ln w="28574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11415" y="3176743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3199" y="0"/>
                </a:lnTo>
              </a:path>
            </a:pathLst>
          </a:custGeom>
          <a:ln w="285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Sensitivity</a:t>
            </a:r>
            <a:r>
              <a:rPr lang="en-IN" spc="-85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939746" y="1343576"/>
            <a:ext cx="5573828" cy="429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21343" y="1885796"/>
            <a:ext cx="3281045" cy="3022600"/>
            <a:chOff x="821343" y="1885796"/>
            <a:chExt cx="3281045" cy="3022600"/>
          </a:xfrm>
        </p:grpSpPr>
        <p:sp>
          <p:nvSpPr>
            <p:cNvPr id="5" name="object 5"/>
            <p:cNvSpPr/>
            <p:nvPr/>
          </p:nvSpPr>
          <p:spPr>
            <a:xfrm>
              <a:off x="821343" y="1885796"/>
              <a:ext cx="3221706" cy="26284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4934" y="4514290"/>
              <a:ext cx="2487327" cy="39367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134946" y="1852961"/>
            <a:ext cx="3012440" cy="3131820"/>
            <a:chOff x="5134946" y="1852961"/>
            <a:chExt cx="3012440" cy="3131820"/>
          </a:xfrm>
        </p:grpSpPr>
        <p:sp>
          <p:nvSpPr>
            <p:cNvPr id="8" name="object 8"/>
            <p:cNvSpPr/>
            <p:nvPr/>
          </p:nvSpPr>
          <p:spPr>
            <a:xfrm>
              <a:off x="5134946" y="1885796"/>
              <a:ext cx="3011811" cy="30983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59038" y="1867248"/>
              <a:ext cx="2114550" cy="2701925"/>
            </a:xfrm>
            <a:custGeom>
              <a:avLst/>
              <a:gdLst/>
              <a:ahLst/>
              <a:cxnLst/>
              <a:rect l="l" t="t" r="r" b="b"/>
              <a:pathLst>
                <a:path w="2114550" h="2701925">
                  <a:moveTo>
                    <a:pt x="0" y="0"/>
                  </a:moveTo>
                  <a:lnTo>
                    <a:pt x="2114395" y="0"/>
                  </a:lnTo>
                  <a:lnTo>
                    <a:pt x="2114395" y="166799"/>
                  </a:lnTo>
                  <a:lnTo>
                    <a:pt x="0" y="166799"/>
                  </a:lnTo>
                  <a:lnTo>
                    <a:pt x="0" y="0"/>
                  </a:lnTo>
                  <a:close/>
                </a:path>
                <a:path w="2114550" h="2701925">
                  <a:moveTo>
                    <a:pt x="0" y="2534817"/>
                  </a:moveTo>
                  <a:lnTo>
                    <a:pt x="2114395" y="2534817"/>
                  </a:lnTo>
                  <a:lnTo>
                    <a:pt x="2114395" y="2701617"/>
                  </a:lnTo>
                  <a:lnTo>
                    <a:pt x="0" y="2701617"/>
                  </a:lnTo>
                  <a:lnTo>
                    <a:pt x="0" y="2534817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Heavy</a:t>
            </a:r>
            <a:r>
              <a:rPr lang="en-IN" spc="-90" dirty="0"/>
              <a:t> </a:t>
            </a:r>
            <a:r>
              <a:rPr lang="en-IN" dirty="0"/>
              <a:t>Makeup</a:t>
            </a:r>
          </a:p>
        </p:txBody>
      </p:sp>
      <p:sp>
        <p:nvSpPr>
          <p:cNvPr id="3" name="object 3"/>
          <p:cNvSpPr/>
          <p:nvPr/>
        </p:nvSpPr>
        <p:spPr>
          <a:xfrm>
            <a:off x="3297573" y="4187866"/>
            <a:ext cx="2667802" cy="194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0856" y="1861328"/>
            <a:ext cx="8466051" cy="21229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60" dirty="0"/>
              <a:t>Young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3194268" y="4336791"/>
            <a:ext cx="2962049" cy="234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4231" y="1949645"/>
            <a:ext cx="8358225" cy="2097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Directional</a:t>
            </a:r>
            <a:r>
              <a:rPr lang="en-IN" spc="-85" dirty="0"/>
              <a:t> </a:t>
            </a:r>
            <a:r>
              <a:rPr lang="en-IN" spc="-5" dirty="0"/>
              <a:t>Sensitivity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3155931" y="4145765"/>
            <a:ext cx="3141809" cy="242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3740" y="1782821"/>
            <a:ext cx="3385416" cy="391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25832" y="1802562"/>
            <a:ext cx="3394710" cy="377825"/>
            <a:chOff x="1125832" y="1802562"/>
            <a:chExt cx="3394710" cy="377825"/>
          </a:xfrm>
        </p:grpSpPr>
        <p:sp>
          <p:nvSpPr>
            <p:cNvPr id="6" name="object 6"/>
            <p:cNvSpPr/>
            <p:nvPr/>
          </p:nvSpPr>
          <p:spPr>
            <a:xfrm>
              <a:off x="1125832" y="1802562"/>
              <a:ext cx="3227733" cy="3777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74641" y="1938895"/>
              <a:ext cx="145449" cy="2050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9215" y="2298587"/>
            <a:ext cx="23279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from "not </a:t>
            </a:r>
            <a:r>
              <a:rPr sz="1400" dirty="0">
                <a:latin typeface="Arial"/>
                <a:cs typeface="Arial"/>
              </a:rPr>
              <a:t>smiling" </a:t>
            </a:r>
            <a:r>
              <a:rPr sz="1400" spc="-5" dirty="0">
                <a:latin typeface="Arial"/>
                <a:cs typeface="Arial"/>
              </a:rPr>
              <a:t>to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"smiling"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35248" y="2806340"/>
            <a:ext cx="3326129" cy="407670"/>
            <a:chOff x="1135248" y="2806340"/>
            <a:chExt cx="3326129" cy="407670"/>
          </a:xfrm>
        </p:grpSpPr>
        <p:sp>
          <p:nvSpPr>
            <p:cNvPr id="10" name="object 10"/>
            <p:cNvSpPr/>
            <p:nvPr/>
          </p:nvSpPr>
          <p:spPr>
            <a:xfrm>
              <a:off x="1135248" y="2806340"/>
              <a:ext cx="3197842" cy="40746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6916" y="2989105"/>
              <a:ext cx="94238" cy="1787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4578615" y="2812929"/>
            <a:ext cx="3405010" cy="393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59215" y="3289185"/>
            <a:ext cx="23266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from "smiling" to "not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smiling"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Sensitivity</a:t>
            </a:r>
            <a:r>
              <a:rPr lang="en-IN" spc="-85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160902" y="1468499"/>
            <a:ext cx="6630889" cy="2559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The </a:t>
            </a:r>
            <a:r>
              <a:rPr lang="en-IN" spc="-10" dirty="0"/>
              <a:t>Equalizer</a:t>
            </a:r>
            <a:r>
              <a:rPr lang="en-IN" spc="-95" dirty="0"/>
              <a:t> </a:t>
            </a:r>
            <a:r>
              <a:rPr lang="en-IN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33518" y="1299659"/>
            <a:ext cx="7220111" cy="2897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The </a:t>
            </a:r>
            <a:r>
              <a:rPr lang="en-IN" spc="-10" dirty="0"/>
              <a:t>Basic</a:t>
            </a:r>
            <a:r>
              <a:rPr lang="en-IN" spc="-95" dirty="0"/>
              <a:t> </a:t>
            </a:r>
            <a:r>
              <a:rPr lang="en-IN" spc="-5" dirty="0"/>
              <a:t>Idea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495593" y="1455602"/>
            <a:ext cx="6071235" cy="2870835"/>
            <a:chOff x="1495593" y="1455602"/>
            <a:chExt cx="6071235" cy="2870835"/>
          </a:xfrm>
        </p:grpSpPr>
        <p:sp>
          <p:nvSpPr>
            <p:cNvPr id="4" name="object 4"/>
            <p:cNvSpPr/>
            <p:nvPr/>
          </p:nvSpPr>
          <p:spPr>
            <a:xfrm>
              <a:off x="1495593" y="1461654"/>
              <a:ext cx="1854400" cy="256681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71043" y="1455602"/>
              <a:ext cx="3950443" cy="147904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92118" y="2896994"/>
              <a:ext cx="4174416" cy="1428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1549" y="1629704"/>
            <a:ext cx="63627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Original  Image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853" y="2848902"/>
            <a:ext cx="833119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Annotated  Gender  Neutral  Image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The </a:t>
            </a:r>
            <a:r>
              <a:rPr lang="en-IN" spc="-10" dirty="0"/>
              <a:t>Equalizer</a:t>
            </a:r>
            <a:r>
              <a:rPr lang="en-IN" spc="-95" dirty="0"/>
              <a:t> </a:t>
            </a:r>
            <a:r>
              <a:rPr lang="en-IN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1900693" y="2183470"/>
            <a:ext cx="5446791" cy="576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294" y="3897010"/>
            <a:ext cx="3329097" cy="620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95022" y="3639580"/>
            <a:ext cx="15741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Cross Entropy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49483" y="2805431"/>
            <a:ext cx="1073150" cy="773430"/>
            <a:chOff x="2149483" y="2805431"/>
            <a:chExt cx="1073150" cy="773430"/>
          </a:xfrm>
        </p:grpSpPr>
        <p:sp>
          <p:nvSpPr>
            <p:cNvPr id="7" name="object 7"/>
            <p:cNvSpPr/>
            <p:nvPr/>
          </p:nvSpPr>
          <p:spPr>
            <a:xfrm>
              <a:off x="2154245" y="2835394"/>
              <a:ext cx="1028700" cy="738505"/>
            </a:xfrm>
            <a:custGeom>
              <a:avLst/>
              <a:gdLst/>
              <a:ahLst/>
              <a:cxnLst/>
              <a:rect l="l" t="t" r="r" b="b"/>
              <a:pathLst>
                <a:path w="1028700" h="738504">
                  <a:moveTo>
                    <a:pt x="0" y="738273"/>
                  </a:moveTo>
                  <a:lnTo>
                    <a:pt x="102817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73243" y="2810194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18349" y="37999"/>
                  </a:moveTo>
                  <a:lnTo>
                    <a:pt x="0" y="12424"/>
                  </a:lnTo>
                  <a:lnTo>
                    <a:pt x="44299" y="0"/>
                  </a:lnTo>
                  <a:lnTo>
                    <a:pt x="18349" y="37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73243" y="2810194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18349" y="37999"/>
                  </a:moveTo>
                  <a:lnTo>
                    <a:pt x="44299" y="0"/>
                  </a:lnTo>
                  <a:lnTo>
                    <a:pt x="0" y="12424"/>
                  </a:lnTo>
                  <a:lnTo>
                    <a:pt x="18349" y="379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90617" y="3639580"/>
            <a:ext cx="183070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Appearance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Confusing  Loss on the gender  neutral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30352" y="2842106"/>
            <a:ext cx="287655" cy="736600"/>
            <a:chOff x="4930352" y="2842106"/>
            <a:chExt cx="287655" cy="736600"/>
          </a:xfrm>
        </p:grpSpPr>
        <p:sp>
          <p:nvSpPr>
            <p:cNvPr id="12" name="object 12"/>
            <p:cNvSpPr/>
            <p:nvPr/>
          </p:nvSpPr>
          <p:spPr>
            <a:xfrm>
              <a:off x="4950540" y="2887269"/>
              <a:ext cx="262255" cy="686435"/>
            </a:xfrm>
            <a:custGeom>
              <a:avLst/>
              <a:gdLst/>
              <a:ahLst/>
              <a:cxnLst/>
              <a:rect l="l" t="t" r="r" b="b"/>
              <a:pathLst>
                <a:path w="262254" h="686435">
                  <a:moveTo>
                    <a:pt x="262199" y="68639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35115" y="2846869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724" y="45999"/>
                  </a:moveTo>
                  <a:lnTo>
                    <a:pt x="0" y="0"/>
                  </a:lnTo>
                  <a:lnTo>
                    <a:pt x="30124" y="34774"/>
                  </a:lnTo>
                  <a:lnTo>
                    <a:pt x="724" y="45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35115" y="2846869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24" y="34774"/>
                  </a:moveTo>
                  <a:lnTo>
                    <a:pt x="0" y="0"/>
                  </a:lnTo>
                  <a:lnTo>
                    <a:pt x="724" y="45999"/>
                  </a:lnTo>
                  <a:lnTo>
                    <a:pt x="30124" y="347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00412" y="3639580"/>
            <a:ext cx="15963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Confidence Loss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on  the original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51299" y="2818956"/>
            <a:ext cx="613410" cy="760095"/>
            <a:chOff x="6651299" y="2818956"/>
            <a:chExt cx="613410" cy="760095"/>
          </a:xfrm>
        </p:grpSpPr>
        <p:sp>
          <p:nvSpPr>
            <p:cNvPr id="17" name="object 17"/>
            <p:cNvSpPr/>
            <p:nvPr/>
          </p:nvSpPr>
          <p:spPr>
            <a:xfrm>
              <a:off x="6683161" y="2857394"/>
              <a:ext cx="576580" cy="716280"/>
            </a:xfrm>
            <a:custGeom>
              <a:avLst/>
              <a:gdLst/>
              <a:ahLst/>
              <a:cxnLst/>
              <a:rect l="l" t="t" r="r" b="b"/>
              <a:pathLst>
                <a:path w="576579" h="716279">
                  <a:moveTo>
                    <a:pt x="576473" y="71627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6061" y="2823719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70" h="43814">
                  <a:moveTo>
                    <a:pt x="14849" y="43524"/>
                  </a:moveTo>
                  <a:lnTo>
                    <a:pt x="0" y="0"/>
                  </a:lnTo>
                  <a:lnTo>
                    <a:pt x="39374" y="23799"/>
                  </a:lnTo>
                  <a:lnTo>
                    <a:pt x="14849" y="43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6061" y="2823719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70" h="43814">
                  <a:moveTo>
                    <a:pt x="39374" y="23799"/>
                  </a:moveTo>
                  <a:lnTo>
                    <a:pt x="0" y="0"/>
                  </a:lnTo>
                  <a:lnTo>
                    <a:pt x="14849" y="43524"/>
                  </a:lnTo>
                  <a:lnTo>
                    <a:pt x="39374" y="23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Appearance </a:t>
            </a:r>
            <a:r>
              <a:rPr lang="en-IN" spc="-5" dirty="0"/>
              <a:t>Confusing</a:t>
            </a:r>
            <a:r>
              <a:rPr lang="en-IN" spc="-85" dirty="0"/>
              <a:t> </a:t>
            </a:r>
            <a:r>
              <a:rPr lang="en-IN" spc="-5" dirty="0"/>
              <a:t>Objective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627953" y="2894379"/>
            <a:ext cx="5410557" cy="4992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79820" y="1811946"/>
            <a:ext cx="4497690" cy="8562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69351" y="3529067"/>
            <a:ext cx="1851531" cy="10622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4217" y="4126215"/>
            <a:ext cx="14147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indent="-77470">
              <a:lnSpc>
                <a:spcPct val="100000"/>
              </a:lnSpc>
              <a:spcBef>
                <a:spcPts val="100"/>
              </a:spcBef>
              <a:buChar char="-"/>
              <a:tabLst>
                <a:tab pos="90170" algn="l"/>
              </a:tabLst>
            </a:pPr>
            <a:r>
              <a:rPr sz="1000" dirty="0">
                <a:latin typeface="Arial"/>
                <a:cs typeface="Arial"/>
              </a:rPr>
              <a:t>set </a:t>
            </a:r>
            <a:r>
              <a:rPr sz="1000" spc="-5" dirty="0">
                <a:latin typeface="Arial"/>
                <a:cs typeface="Arial"/>
              </a:rPr>
              <a:t>of words for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woman</a:t>
            </a:r>
            <a:endParaRPr sz="1000">
              <a:latin typeface="Arial"/>
              <a:cs typeface="Arial"/>
            </a:endParaRPr>
          </a:p>
          <a:p>
            <a:pPr marL="90170" indent="-77470">
              <a:lnSpc>
                <a:spcPct val="100000"/>
              </a:lnSpc>
              <a:buChar char="-"/>
              <a:tabLst>
                <a:tab pos="90170" algn="l"/>
              </a:tabLst>
            </a:pPr>
            <a:r>
              <a:rPr sz="1000" dirty="0">
                <a:latin typeface="Arial"/>
                <a:cs typeface="Arial"/>
              </a:rPr>
              <a:t>set </a:t>
            </a:r>
            <a:r>
              <a:rPr sz="1000" spc="-5" dirty="0">
                <a:latin typeface="Arial"/>
                <a:cs typeface="Arial"/>
              </a:rPr>
              <a:t>of words for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1598" y="4158446"/>
            <a:ext cx="203835" cy="351790"/>
            <a:chOff x="511598" y="4158446"/>
            <a:chExt cx="203835" cy="351790"/>
          </a:xfrm>
        </p:grpSpPr>
        <p:sp>
          <p:nvSpPr>
            <p:cNvPr id="8" name="object 8"/>
            <p:cNvSpPr/>
            <p:nvPr/>
          </p:nvSpPr>
          <p:spPr>
            <a:xfrm>
              <a:off x="511598" y="4158446"/>
              <a:ext cx="192724" cy="1470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133" y="4345747"/>
              <a:ext cx="192724" cy="1644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220605" y="3845254"/>
            <a:ext cx="1838325" cy="318770"/>
            <a:chOff x="3220605" y="3845254"/>
            <a:chExt cx="1838325" cy="318770"/>
          </a:xfrm>
        </p:grpSpPr>
        <p:sp>
          <p:nvSpPr>
            <p:cNvPr id="11" name="object 11"/>
            <p:cNvSpPr/>
            <p:nvPr/>
          </p:nvSpPr>
          <p:spPr>
            <a:xfrm>
              <a:off x="3225368" y="3850017"/>
              <a:ext cx="1828800" cy="309245"/>
            </a:xfrm>
            <a:custGeom>
              <a:avLst/>
              <a:gdLst/>
              <a:ahLst/>
              <a:cxnLst/>
              <a:rect l="l" t="t" r="r" b="b"/>
              <a:pathLst>
                <a:path w="1828800" h="309245">
                  <a:moveTo>
                    <a:pt x="1674071" y="308699"/>
                  </a:moveTo>
                  <a:lnTo>
                    <a:pt x="1674071" y="231524"/>
                  </a:lnTo>
                  <a:lnTo>
                    <a:pt x="154349" y="231524"/>
                  </a:lnTo>
                  <a:lnTo>
                    <a:pt x="154349" y="308699"/>
                  </a:lnTo>
                  <a:lnTo>
                    <a:pt x="0" y="154349"/>
                  </a:lnTo>
                  <a:lnTo>
                    <a:pt x="154349" y="0"/>
                  </a:lnTo>
                  <a:lnTo>
                    <a:pt x="154349" y="77174"/>
                  </a:lnTo>
                  <a:lnTo>
                    <a:pt x="1674071" y="77174"/>
                  </a:lnTo>
                  <a:lnTo>
                    <a:pt x="1674071" y="0"/>
                  </a:lnTo>
                  <a:lnTo>
                    <a:pt x="1828421" y="154349"/>
                  </a:lnTo>
                  <a:lnTo>
                    <a:pt x="1674071" y="308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368" y="3850017"/>
              <a:ext cx="1828800" cy="309245"/>
            </a:xfrm>
            <a:custGeom>
              <a:avLst/>
              <a:gdLst/>
              <a:ahLst/>
              <a:cxnLst/>
              <a:rect l="l" t="t" r="r" b="b"/>
              <a:pathLst>
                <a:path w="1828800" h="309245">
                  <a:moveTo>
                    <a:pt x="0" y="154349"/>
                  </a:moveTo>
                  <a:lnTo>
                    <a:pt x="154349" y="0"/>
                  </a:lnTo>
                  <a:lnTo>
                    <a:pt x="154349" y="77174"/>
                  </a:lnTo>
                  <a:lnTo>
                    <a:pt x="1674071" y="77174"/>
                  </a:lnTo>
                  <a:lnTo>
                    <a:pt x="1674071" y="0"/>
                  </a:lnTo>
                  <a:lnTo>
                    <a:pt x="1828421" y="154349"/>
                  </a:lnTo>
                  <a:lnTo>
                    <a:pt x="1674071" y="308699"/>
                  </a:lnTo>
                  <a:lnTo>
                    <a:pt x="1674071" y="231524"/>
                  </a:lnTo>
                  <a:lnTo>
                    <a:pt x="154349" y="231524"/>
                  </a:lnTo>
                  <a:lnTo>
                    <a:pt x="154349" y="308699"/>
                  </a:lnTo>
                  <a:lnTo>
                    <a:pt x="0" y="154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47411" y="3541070"/>
            <a:ext cx="1586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Push </a:t>
            </a:r>
            <a:r>
              <a:rPr sz="1200" spc="-30" dirty="0">
                <a:latin typeface="Arial"/>
                <a:cs typeface="Arial"/>
              </a:rPr>
              <a:t>Toward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Extremes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8196" y="3778949"/>
            <a:ext cx="1611796" cy="2789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70189" y="3771727"/>
            <a:ext cx="1644946" cy="4538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65435" y="45861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Confidence</a:t>
            </a:r>
            <a:r>
              <a:rPr lang="en-IN" spc="-85" dirty="0"/>
              <a:t> </a:t>
            </a:r>
            <a:r>
              <a:rPr lang="en-IN" spc="-5" dirty="0"/>
              <a:t>Objective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142622" y="2185719"/>
            <a:ext cx="6030487" cy="669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05883" y="3183425"/>
            <a:ext cx="1958898" cy="1205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1827" y="3023393"/>
            <a:ext cx="3669579" cy="53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6976" y="3895583"/>
            <a:ext cx="197040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indent="-108585">
              <a:lnSpc>
                <a:spcPts val="1664"/>
              </a:lnSpc>
              <a:spcBef>
                <a:spcPts val="100"/>
              </a:spcBef>
              <a:buChar char="-"/>
              <a:tabLst>
                <a:tab pos="121285" algn="l"/>
              </a:tabLst>
            </a:pPr>
            <a:r>
              <a:rPr sz="1400" dirty="0">
                <a:latin typeface="Arial"/>
                <a:cs typeface="Arial"/>
              </a:rPr>
              <a:t>set </a:t>
            </a:r>
            <a:r>
              <a:rPr sz="1400" spc="-5" dirty="0">
                <a:latin typeface="Arial"/>
                <a:cs typeface="Arial"/>
              </a:rPr>
              <a:t>of words for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woman</a:t>
            </a:r>
            <a:endParaRPr sz="1400">
              <a:latin typeface="Arial"/>
              <a:cs typeface="Arial"/>
            </a:endParaRPr>
          </a:p>
          <a:p>
            <a:pPr marL="120650" indent="-108585">
              <a:lnSpc>
                <a:spcPts val="1664"/>
              </a:lnSpc>
              <a:buChar char="-"/>
              <a:tabLst>
                <a:tab pos="121285" algn="l"/>
              </a:tabLst>
            </a:pPr>
            <a:r>
              <a:rPr sz="1400" dirty="0">
                <a:latin typeface="Arial"/>
                <a:cs typeface="Arial"/>
              </a:rPr>
              <a:t>set </a:t>
            </a:r>
            <a:r>
              <a:rPr sz="1400" spc="-5" dirty="0">
                <a:latin typeface="Arial"/>
                <a:cs typeface="Arial"/>
              </a:rPr>
              <a:t>of words for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998" y="3872017"/>
            <a:ext cx="258124" cy="478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940715" y="1519522"/>
            <a:ext cx="5048615" cy="22899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5048" y="3959061"/>
            <a:ext cx="34245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Baseline-FT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basic LSTM attention </a:t>
            </a:r>
            <a:r>
              <a:rPr sz="1000" dirty="0">
                <a:latin typeface="Arial"/>
                <a:cs typeface="Arial"/>
              </a:rPr>
              <a:t>model (</a:t>
            </a:r>
            <a:r>
              <a:rPr sz="10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Xu 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 2015</a:t>
            </a:r>
            <a:r>
              <a:rPr sz="1000" spc="-5" dirty="0">
                <a:latin typeface="Arial"/>
                <a:cs typeface="Arial"/>
              </a:rPr>
              <a:t>)  Balanced </a:t>
            </a:r>
            <a:r>
              <a:rPr sz="1000" dirty="0">
                <a:latin typeface="Arial"/>
                <a:cs typeface="Arial"/>
              </a:rPr>
              <a:t>- resampled </a:t>
            </a:r>
            <a:r>
              <a:rPr sz="1000" spc="-5" dirty="0">
                <a:latin typeface="Arial"/>
                <a:cs typeface="Arial"/>
              </a:rPr>
              <a:t>dataset to have balanced gender </a:t>
            </a:r>
            <a:r>
              <a:rPr sz="1000" dirty="0">
                <a:latin typeface="Arial"/>
                <a:cs typeface="Arial"/>
              </a:rPr>
              <a:t>ratio  </a:t>
            </a:r>
            <a:r>
              <a:rPr sz="1000" spc="-10" dirty="0">
                <a:latin typeface="Arial"/>
                <a:cs typeface="Arial"/>
              </a:rPr>
              <a:t>UpWeight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reweighting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- change </a:t>
            </a:r>
            <a:r>
              <a:rPr sz="1000" spc="-5" dirty="0">
                <a:latin typeface="Arial"/>
                <a:cs typeface="Arial"/>
              </a:rPr>
              <a:t>to the gender </a:t>
            </a:r>
            <a:r>
              <a:rPr sz="1000" dirty="0">
                <a:latin typeface="Arial"/>
                <a:cs typeface="Arial"/>
              </a:rPr>
              <a:t>ratio compared </a:t>
            </a:r>
            <a:r>
              <a:rPr sz="1000" spc="-5" dirty="0">
                <a:latin typeface="Arial"/>
                <a:cs typeface="Arial"/>
              </a:rPr>
              <a:t>to the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dataset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5435" y="43575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8223" y="4458397"/>
            <a:ext cx="136922" cy="1253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2837247" y="1094867"/>
            <a:ext cx="3924423" cy="38372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10" dirty="0"/>
              <a:t>Adversarial </a:t>
            </a:r>
            <a:r>
              <a:rPr lang="en-US" spc="-5" dirty="0"/>
              <a:t>Removal of Gender</a:t>
            </a:r>
            <a:r>
              <a:rPr lang="en-US" spc="-85" dirty="0"/>
              <a:t> </a:t>
            </a:r>
            <a:r>
              <a:rPr lang="en-US" spc="-5" dirty="0"/>
              <a:t>Features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2602744" y="1249515"/>
            <a:ext cx="3341521" cy="333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5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Model</a:t>
            </a:r>
            <a:r>
              <a:rPr lang="en-IN" spc="-245" dirty="0"/>
              <a:t> </a:t>
            </a:r>
            <a:r>
              <a:rPr lang="en-IN" spc="-5" dirty="0"/>
              <a:t>Architecture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035847" y="1527359"/>
            <a:ext cx="3122295" cy="1908810"/>
            <a:chOff x="1035847" y="1527359"/>
            <a:chExt cx="3122295" cy="1908810"/>
          </a:xfrm>
        </p:grpSpPr>
        <p:sp>
          <p:nvSpPr>
            <p:cNvPr id="4" name="object 4"/>
            <p:cNvSpPr/>
            <p:nvPr/>
          </p:nvSpPr>
          <p:spPr>
            <a:xfrm>
              <a:off x="1699234" y="2636419"/>
              <a:ext cx="1497965" cy="599440"/>
            </a:xfrm>
            <a:custGeom>
              <a:avLst/>
              <a:gdLst/>
              <a:ahLst/>
              <a:cxnLst/>
              <a:rect l="l" t="t" r="r" b="b"/>
              <a:pathLst>
                <a:path w="1497964" h="599439">
                  <a:moveTo>
                    <a:pt x="0" y="285824"/>
                  </a:moveTo>
                  <a:lnTo>
                    <a:pt x="1497584" y="285824"/>
                  </a:lnTo>
                  <a:lnTo>
                    <a:pt x="1497584" y="599323"/>
                  </a:lnTo>
                  <a:lnTo>
                    <a:pt x="0" y="599323"/>
                  </a:lnTo>
                  <a:lnTo>
                    <a:pt x="0" y="285824"/>
                  </a:lnTo>
                  <a:close/>
                </a:path>
                <a:path w="1497964" h="599439">
                  <a:moveTo>
                    <a:pt x="752198" y="0"/>
                  </a:moveTo>
                  <a:lnTo>
                    <a:pt x="749558" y="2287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33060" y="286499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232" y="43399"/>
                  </a:moveTo>
                  <a:lnTo>
                    <a:pt x="0" y="0"/>
                  </a:lnTo>
                  <a:lnTo>
                    <a:pt x="31462" y="349"/>
                  </a:lnTo>
                  <a:lnTo>
                    <a:pt x="15232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3060" y="286499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232" y="43399"/>
                  </a:lnTo>
                  <a:lnTo>
                    <a:pt x="31462" y="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0610" y="1532121"/>
              <a:ext cx="659130" cy="1584960"/>
            </a:xfrm>
            <a:custGeom>
              <a:avLst/>
              <a:gdLst/>
              <a:ahLst/>
              <a:cxnLst/>
              <a:rect l="l" t="t" r="r" b="b"/>
              <a:pathLst>
                <a:path w="659130" h="1584960">
                  <a:moveTo>
                    <a:pt x="658623" y="0"/>
                  </a:moveTo>
                  <a:lnTo>
                    <a:pt x="620649" y="45047"/>
                  </a:lnTo>
                  <a:lnTo>
                    <a:pt x="566608" y="102475"/>
                  </a:lnTo>
                  <a:lnTo>
                    <a:pt x="534786" y="135199"/>
                  </a:lnTo>
                  <a:lnTo>
                    <a:pt x="500414" y="170258"/>
                  </a:lnTo>
                  <a:lnTo>
                    <a:pt x="463981" y="207400"/>
                  </a:lnTo>
                  <a:lnTo>
                    <a:pt x="425978" y="246370"/>
                  </a:lnTo>
                  <a:lnTo>
                    <a:pt x="386893" y="286916"/>
                  </a:lnTo>
                  <a:lnTo>
                    <a:pt x="347214" y="328784"/>
                  </a:lnTo>
                  <a:lnTo>
                    <a:pt x="307432" y="371722"/>
                  </a:lnTo>
                  <a:lnTo>
                    <a:pt x="268036" y="415475"/>
                  </a:lnTo>
                  <a:lnTo>
                    <a:pt x="229514" y="459791"/>
                  </a:lnTo>
                  <a:lnTo>
                    <a:pt x="192356" y="504416"/>
                  </a:lnTo>
                  <a:lnTo>
                    <a:pt x="157050" y="549098"/>
                  </a:lnTo>
                  <a:lnTo>
                    <a:pt x="124086" y="593582"/>
                  </a:lnTo>
                  <a:lnTo>
                    <a:pt x="93954" y="637615"/>
                  </a:lnTo>
                  <a:lnTo>
                    <a:pt x="67141" y="680945"/>
                  </a:lnTo>
                  <a:lnTo>
                    <a:pt x="44138" y="723318"/>
                  </a:lnTo>
                  <a:lnTo>
                    <a:pt x="25433" y="764480"/>
                  </a:lnTo>
                  <a:lnTo>
                    <a:pt x="11515" y="804179"/>
                  </a:lnTo>
                  <a:lnTo>
                    <a:pt x="2875" y="842161"/>
                  </a:lnTo>
                  <a:lnTo>
                    <a:pt x="0" y="878173"/>
                  </a:lnTo>
                  <a:lnTo>
                    <a:pt x="3510" y="915122"/>
                  </a:lnTo>
                  <a:lnTo>
                    <a:pt x="13313" y="952799"/>
                  </a:lnTo>
                  <a:lnTo>
                    <a:pt x="28846" y="991038"/>
                  </a:lnTo>
                  <a:lnTo>
                    <a:pt x="49548" y="1029679"/>
                  </a:lnTo>
                  <a:lnTo>
                    <a:pt x="74859" y="1068555"/>
                  </a:lnTo>
                  <a:lnTo>
                    <a:pt x="104216" y="1107506"/>
                  </a:lnTo>
                  <a:lnTo>
                    <a:pt x="137060" y="1146367"/>
                  </a:lnTo>
                  <a:lnTo>
                    <a:pt x="172828" y="1184975"/>
                  </a:lnTo>
                  <a:lnTo>
                    <a:pt x="210960" y="1223166"/>
                  </a:lnTo>
                  <a:lnTo>
                    <a:pt x="250895" y="1260778"/>
                  </a:lnTo>
                  <a:lnTo>
                    <a:pt x="292071" y="1297647"/>
                  </a:lnTo>
                  <a:lnTo>
                    <a:pt x="330428" y="1330646"/>
                  </a:lnTo>
                  <a:lnTo>
                    <a:pt x="368923" y="1362761"/>
                  </a:lnTo>
                  <a:lnTo>
                    <a:pt x="407126" y="1393862"/>
                  </a:lnTo>
                  <a:lnTo>
                    <a:pt x="444605" y="1423824"/>
                  </a:lnTo>
                  <a:lnTo>
                    <a:pt x="480926" y="1452520"/>
                  </a:lnTo>
                  <a:lnTo>
                    <a:pt x="515658" y="1479822"/>
                  </a:lnTo>
                  <a:lnTo>
                    <a:pt x="540404" y="1499303"/>
                  </a:lnTo>
                  <a:lnTo>
                    <a:pt x="585756" y="1535509"/>
                  </a:lnTo>
                  <a:lnTo>
                    <a:pt x="615428" y="1560018"/>
                  </a:lnTo>
                  <a:lnTo>
                    <a:pt x="640696" y="1582071"/>
                  </a:lnTo>
                  <a:lnTo>
                    <a:pt x="643246" y="158439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68709" y="310139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467" y="28299"/>
                  </a:moveTo>
                  <a:lnTo>
                    <a:pt x="0" y="15224"/>
                  </a:lnTo>
                  <a:lnTo>
                    <a:pt x="15147" y="15124"/>
                  </a:lnTo>
                  <a:lnTo>
                    <a:pt x="15054" y="0"/>
                  </a:lnTo>
                  <a:lnTo>
                    <a:pt x="28467" y="282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8709" y="310139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5147" y="15124"/>
                  </a:moveTo>
                  <a:lnTo>
                    <a:pt x="0" y="15224"/>
                  </a:lnTo>
                  <a:lnTo>
                    <a:pt x="28467" y="28299"/>
                  </a:lnTo>
                  <a:lnTo>
                    <a:pt x="15054" y="0"/>
                  </a:lnTo>
                  <a:lnTo>
                    <a:pt x="15147" y="151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4666" y="3284485"/>
              <a:ext cx="992856" cy="1512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38254" y="2756113"/>
            <a:ext cx="568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Gender  Removed  Sample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94459" y="1362709"/>
            <a:ext cx="1507490" cy="1830705"/>
            <a:chOff x="1694459" y="1362709"/>
            <a:chExt cx="1507490" cy="1830705"/>
          </a:xfrm>
        </p:grpSpPr>
        <p:sp>
          <p:nvSpPr>
            <p:cNvPr id="13" name="object 13"/>
            <p:cNvSpPr/>
            <p:nvPr/>
          </p:nvSpPr>
          <p:spPr>
            <a:xfrm>
              <a:off x="2387770" y="3005351"/>
              <a:ext cx="127974" cy="18766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99221" y="1367472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0" y="0"/>
                  </a:moveTo>
                  <a:lnTo>
                    <a:pt x="1497596" y="0"/>
                  </a:lnTo>
                  <a:lnTo>
                    <a:pt x="1497596" y="313499"/>
                  </a:lnTo>
                  <a:lnTo>
                    <a:pt x="0" y="31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94322" y="1461159"/>
              <a:ext cx="123147" cy="1381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02634" y="2322920"/>
            <a:ext cx="1497965" cy="31369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Arial"/>
                <a:cs typeface="Arial"/>
              </a:rPr>
              <a:t>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29825" y="1676209"/>
            <a:ext cx="41910" cy="1924050"/>
            <a:chOff x="2429825" y="1676209"/>
            <a:chExt cx="41910" cy="1924050"/>
          </a:xfrm>
        </p:grpSpPr>
        <p:sp>
          <p:nvSpPr>
            <p:cNvPr id="18" name="object 18"/>
            <p:cNvSpPr/>
            <p:nvPr/>
          </p:nvSpPr>
          <p:spPr>
            <a:xfrm>
              <a:off x="2448020" y="1680971"/>
              <a:ext cx="3175" cy="585470"/>
            </a:xfrm>
            <a:custGeom>
              <a:avLst/>
              <a:gdLst/>
              <a:ahLst/>
              <a:cxnLst/>
              <a:rect l="l" t="t" r="r" b="b"/>
              <a:pathLst>
                <a:path w="3175" h="585469">
                  <a:moveTo>
                    <a:pt x="0" y="0"/>
                  </a:moveTo>
                  <a:lnTo>
                    <a:pt x="3007" y="5848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35292" y="226574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954" y="43304"/>
                  </a:moveTo>
                  <a:lnTo>
                    <a:pt x="0" y="162"/>
                  </a:lnTo>
                  <a:lnTo>
                    <a:pt x="31467" y="0"/>
                  </a:lnTo>
                  <a:lnTo>
                    <a:pt x="15954" y="4330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5292" y="226574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62"/>
                  </a:moveTo>
                  <a:lnTo>
                    <a:pt x="15954" y="43304"/>
                  </a:lnTo>
                  <a:lnTo>
                    <a:pt x="31467" y="0"/>
                  </a:lnTo>
                  <a:lnTo>
                    <a:pt x="0" y="1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48032" y="3235743"/>
              <a:ext cx="2540" cy="316230"/>
            </a:xfrm>
            <a:custGeom>
              <a:avLst/>
              <a:gdLst/>
              <a:ahLst/>
              <a:cxnLst/>
              <a:rect l="l" t="t" r="r" b="b"/>
              <a:pathLst>
                <a:path w="2539" h="316229">
                  <a:moveTo>
                    <a:pt x="0" y="0"/>
                  </a:moveTo>
                  <a:lnTo>
                    <a:pt x="2284" y="3160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34587" y="35516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044" y="43349"/>
                  </a:moveTo>
                  <a:lnTo>
                    <a:pt x="0" y="249"/>
                  </a:lnTo>
                  <a:lnTo>
                    <a:pt x="31462" y="0"/>
                  </a:lnTo>
                  <a:lnTo>
                    <a:pt x="16044" y="433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34587" y="35516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49"/>
                  </a:moveTo>
                  <a:lnTo>
                    <a:pt x="16044" y="43349"/>
                  </a:lnTo>
                  <a:lnTo>
                    <a:pt x="31462" y="0"/>
                  </a:lnTo>
                  <a:lnTo>
                    <a:pt x="0" y="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276670" y="2308192"/>
            <a:ext cx="461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Feature  </a:t>
            </a:r>
            <a:r>
              <a:rPr sz="1000" dirty="0">
                <a:latin typeface="Arial"/>
                <a:cs typeface="Arial"/>
              </a:rPr>
              <a:t>Mask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19203" y="2900955"/>
            <a:ext cx="4417060" cy="1042669"/>
            <a:chOff x="4419203" y="2900955"/>
            <a:chExt cx="4417060" cy="1042669"/>
          </a:xfrm>
        </p:grpSpPr>
        <p:sp>
          <p:nvSpPr>
            <p:cNvPr id="26" name="object 26"/>
            <p:cNvSpPr/>
            <p:nvPr/>
          </p:nvSpPr>
          <p:spPr>
            <a:xfrm>
              <a:off x="4419203" y="2900955"/>
              <a:ext cx="4416643" cy="39681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38264" y="3318968"/>
              <a:ext cx="192405" cy="603885"/>
            </a:xfrm>
            <a:custGeom>
              <a:avLst/>
              <a:gdLst/>
              <a:ahLst/>
              <a:cxnLst/>
              <a:rect l="l" t="t" r="r" b="b"/>
              <a:pathLst>
                <a:path w="192404" h="603885">
                  <a:moveTo>
                    <a:pt x="0" y="603448"/>
                  </a:moveTo>
                  <a:lnTo>
                    <a:pt x="1920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15338" y="3277793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29974" y="45949"/>
                  </a:moveTo>
                  <a:lnTo>
                    <a:pt x="0" y="36399"/>
                  </a:lnTo>
                  <a:lnTo>
                    <a:pt x="28099" y="0"/>
                  </a:lnTo>
                  <a:lnTo>
                    <a:pt x="29974" y="45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15338" y="3277793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29974" y="45949"/>
                  </a:moveTo>
                  <a:lnTo>
                    <a:pt x="28099" y="0"/>
                  </a:lnTo>
                  <a:lnTo>
                    <a:pt x="0" y="36399"/>
                  </a:lnTo>
                  <a:lnTo>
                    <a:pt x="29974" y="459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3086" y="3426643"/>
              <a:ext cx="68580" cy="468630"/>
            </a:xfrm>
            <a:custGeom>
              <a:avLst/>
              <a:gdLst/>
              <a:ahLst/>
              <a:cxnLst/>
              <a:rect l="l" t="t" r="r" b="b"/>
              <a:pathLst>
                <a:path w="68579" h="468629">
                  <a:moveTo>
                    <a:pt x="68249" y="4684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67511" y="3383868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0" y="45049"/>
                  </a:moveTo>
                  <a:lnTo>
                    <a:pt x="9324" y="0"/>
                  </a:lnTo>
                  <a:lnTo>
                    <a:pt x="31124" y="40499"/>
                  </a:lnTo>
                  <a:lnTo>
                    <a:pt x="0" y="450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67511" y="3383868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124" y="40499"/>
                  </a:moveTo>
                  <a:lnTo>
                    <a:pt x="9324" y="0"/>
                  </a:lnTo>
                  <a:lnTo>
                    <a:pt x="0" y="45049"/>
                  </a:lnTo>
                  <a:lnTo>
                    <a:pt x="31124" y="40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13633" y="3379668"/>
              <a:ext cx="301625" cy="559435"/>
            </a:xfrm>
            <a:custGeom>
              <a:avLst/>
              <a:gdLst/>
              <a:ahLst/>
              <a:cxnLst/>
              <a:rect l="l" t="t" r="r" b="b"/>
              <a:pathLst>
                <a:path w="301625" h="559435">
                  <a:moveTo>
                    <a:pt x="301374" y="55899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93108" y="334161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6674" y="45524"/>
                  </a:moveTo>
                  <a:lnTo>
                    <a:pt x="0" y="0"/>
                  </a:lnTo>
                  <a:lnTo>
                    <a:pt x="34374" y="30599"/>
                  </a:lnTo>
                  <a:lnTo>
                    <a:pt x="6674" y="45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93108" y="334161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374" y="30599"/>
                  </a:moveTo>
                  <a:lnTo>
                    <a:pt x="0" y="0"/>
                  </a:lnTo>
                  <a:lnTo>
                    <a:pt x="6674" y="45524"/>
                  </a:lnTo>
                  <a:lnTo>
                    <a:pt x="34374" y="30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43386" y="3917654"/>
            <a:ext cx="2012314" cy="539750"/>
            <a:chOff x="443386" y="3917654"/>
            <a:chExt cx="2012314" cy="539750"/>
          </a:xfrm>
        </p:grpSpPr>
        <p:sp>
          <p:nvSpPr>
            <p:cNvPr id="37" name="object 37"/>
            <p:cNvSpPr/>
            <p:nvPr/>
          </p:nvSpPr>
          <p:spPr>
            <a:xfrm>
              <a:off x="1253314" y="3922417"/>
              <a:ext cx="1197610" cy="207010"/>
            </a:xfrm>
            <a:custGeom>
              <a:avLst/>
              <a:gdLst/>
              <a:ahLst/>
              <a:cxnLst/>
              <a:rect l="l" t="t" r="r" b="b"/>
              <a:pathLst>
                <a:path w="1197610" h="207010">
                  <a:moveTo>
                    <a:pt x="1197377" y="0"/>
                  </a:moveTo>
                  <a:lnTo>
                    <a:pt x="0" y="2065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10717" y="41134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272" y="30999"/>
                  </a:moveTo>
                  <a:lnTo>
                    <a:pt x="0" y="22849"/>
                  </a:lnTo>
                  <a:lnTo>
                    <a:pt x="39922" y="0"/>
                  </a:lnTo>
                  <a:lnTo>
                    <a:pt x="45272" y="30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10717" y="41134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39922" y="0"/>
                  </a:moveTo>
                  <a:lnTo>
                    <a:pt x="0" y="22849"/>
                  </a:lnTo>
                  <a:lnTo>
                    <a:pt x="45272" y="30999"/>
                  </a:lnTo>
                  <a:lnTo>
                    <a:pt x="3992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8149" y="4138641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0" y="0"/>
                  </a:moveTo>
                  <a:lnTo>
                    <a:pt x="1497596" y="0"/>
                  </a:lnTo>
                  <a:lnTo>
                    <a:pt x="1497596" y="313499"/>
                  </a:lnTo>
                  <a:lnTo>
                    <a:pt x="0" y="31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47759" y="4210302"/>
              <a:ext cx="99402" cy="18776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34469" y="4444171"/>
            <a:ext cx="1133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Arial"/>
                <a:cs typeface="Arial"/>
              </a:rPr>
              <a:t>Task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Predictions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45930" y="3917654"/>
            <a:ext cx="2131060" cy="535940"/>
            <a:chOff x="2445930" y="3917654"/>
            <a:chExt cx="2131060" cy="535940"/>
          </a:xfrm>
        </p:grpSpPr>
        <p:sp>
          <p:nvSpPr>
            <p:cNvPr id="44" name="object 44"/>
            <p:cNvSpPr/>
            <p:nvPr/>
          </p:nvSpPr>
          <p:spPr>
            <a:xfrm>
              <a:off x="2450692" y="3922417"/>
              <a:ext cx="1316355" cy="204470"/>
            </a:xfrm>
            <a:custGeom>
              <a:avLst/>
              <a:gdLst/>
              <a:ahLst/>
              <a:cxnLst/>
              <a:rect l="l" t="t" r="r" b="b"/>
              <a:pathLst>
                <a:path w="1316354" h="204470">
                  <a:moveTo>
                    <a:pt x="0" y="0"/>
                  </a:moveTo>
                  <a:lnTo>
                    <a:pt x="1316024" y="2039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64317" y="411081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99"/>
                  </a:moveTo>
                  <a:lnTo>
                    <a:pt x="4799" y="0"/>
                  </a:lnTo>
                  <a:lnTo>
                    <a:pt x="45124" y="22174"/>
                  </a:lnTo>
                  <a:lnTo>
                    <a:pt x="0" y="310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64317" y="411081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99"/>
                  </a:moveTo>
                  <a:lnTo>
                    <a:pt x="45124" y="22174"/>
                  </a:lnTo>
                  <a:lnTo>
                    <a:pt x="4799" y="0"/>
                  </a:lnTo>
                  <a:lnTo>
                    <a:pt x="0" y="3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74393" y="4135191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1497596" y="313499"/>
                  </a:moveTo>
                  <a:lnTo>
                    <a:pt x="0" y="313499"/>
                  </a:lnTo>
                  <a:lnTo>
                    <a:pt x="0" y="0"/>
                  </a:lnTo>
                  <a:lnTo>
                    <a:pt x="1497596" y="0"/>
                  </a:lnTo>
                  <a:lnTo>
                    <a:pt x="1497596" y="31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74393" y="4135191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0" y="0"/>
                  </a:moveTo>
                  <a:lnTo>
                    <a:pt x="1497596" y="0"/>
                  </a:lnTo>
                  <a:lnTo>
                    <a:pt x="1497596" y="313499"/>
                  </a:lnTo>
                  <a:lnTo>
                    <a:pt x="0" y="31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53267" y="4187441"/>
              <a:ext cx="147624" cy="1997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169862" y="4444171"/>
            <a:ext cx="1327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Gender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Predictions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01893" y="3608917"/>
            <a:ext cx="1497965" cy="31369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42610" y="3661234"/>
            <a:ext cx="886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Representation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92643" y="3990360"/>
            <a:ext cx="1175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Reconstruction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50183" y="4006620"/>
            <a:ext cx="5899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latin typeface="Arial"/>
                <a:cs typeface="Arial"/>
              </a:rPr>
              <a:t>Task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69380" y="4006620"/>
            <a:ext cx="9613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Adversarial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idx="2"/>
          </p:nvPr>
        </p:nvSpPr>
        <p:spPr>
          <a:xfrm>
            <a:off x="-13447" y="122640"/>
            <a:ext cx="7229743" cy="857250"/>
          </a:xfrm>
        </p:spPr>
        <p:txBody>
          <a:bodyPr>
            <a:normAutofit/>
          </a:bodyPr>
          <a:lstStyle/>
          <a:p>
            <a:r>
              <a:rPr lang="en-IN" spc="-10" dirty="0"/>
              <a:t>Evaluate Sensitive </a:t>
            </a:r>
            <a:r>
              <a:rPr lang="en-IN" spc="-5" dirty="0"/>
              <a:t>Information</a:t>
            </a:r>
            <a:r>
              <a:rPr lang="en-IN" spc="-80" dirty="0"/>
              <a:t> </a:t>
            </a:r>
            <a:r>
              <a:rPr lang="en-IN" spc="-5" dirty="0"/>
              <a:t>Leakage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05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Train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attacker f(y) 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reverse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engineer the gender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82839" y="1797053"/>
            <a:ext cx="2832735" cy="1285875"/>
            <a:chOff x="1082839" y="1797053"/>
            <a:chExt cx="2832735" cy="1285875"/>
          </a:xfrm>
        </p:grpSpPr>
        <p:sp>
          <p:nvSpPr>
            <p:cNvPr id="6" name="object 6"/>
            <p:cNvSpPr/>
            <p:nvPr/>
          </p:nvSpPr>
          <p:spPr>
            <a:xfrm>
              <a:off x="1082839" y="1797053"/>
              <a:ext cx="2832563" cy="9118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8808" y="2724844"/>
              <a:ext cx="2721083" cy="357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332664" y="3616077"/>
            <a:ext cx="1765671" cy="3211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25711" y="3379453"/>
            <a:ext cx="1415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Bias</a:t>
            </a:r>
            <a:r>
              <a:rPr sz="1400" spc="-1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Amplification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88221" y="2448518"/>
            <a:ext cx="2577819" cy="231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78886" y="2154054"/>
            <a:ext cx="1388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Data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Resampling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20294" y="3260144"/>
            <a:ext cx="2726991" cy="8542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393512" y="4208666"/>
            <a:ext cx="2555240" cy="358775"/>
            <a:chOff x="1393512" y="4208666"/>
            <a:chExt cx="2555240" cy="358775"/>
          </a:xfrm>
        </p:grpSpPr>
        <p:sp>
          <p:nvSpPr>
            <p:cNvPr id="14" name="object 14"/>
            <p:cNvSpPr/>
            <p:nvPr/>
          </p:nvSpPr>
          <p:spPr>
            <a:xfrm>
              <a:off x="1393512" y="4208666"/>
              <a:ext cx="2221904" cy="35833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42694" y="4282516"/>
              <a:ext cx="1105447" cy="2222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Accuracy </a:t>
            </a:r>
            <a:r>
              <a:rPr lang="en-IN" spc="-5" dirty="0"/>
              <a:t>and </a:t>
            </a:r>
            <a:r>
              <a:rPr lang="en-IN" spc="-10" dirty="0"/>
              <a:t>Bias</a:t>
            </a:r>
            <a:r>
              <a:rPr lang="en-IN" spc="-80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328154" y="1601812"/>
            <a:ext cx="6315208" cy="2112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29886" y="3851667"/>
            <a:ext cx="3684904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blackout-face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black out using </a:t>
            </a:r>
            <a:r>
              <a:rPr sz="1000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face</a:t>
            </a:r>
            <a:r>
              <a:rPr sz="1000" spc="-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detector</a:t>
            </a:r>
            <a:endParaRPr sz="1000">
              <a:latin typeface="Arial"/>
              <a:cs typeface="Arial"/>
            </a:endParaRPr>
          </a:p>
          <a:p>
            <a:pPr marL="12700" marR="624205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blur-sgem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black out using ground truth </a:t>
            </a:r>
            <a:r>
              <a:rPr sz="1000" dirty="0">
                <a:latin typeface="Arial"/>
                <a:cs typeface="Arial"/>
              </a:rPr>
              <a:t>segmentation  </a:t>
            </a:r>
            <a:r>
              <a:rPr sz="1000" spc="-5" dirty="0">
                <a:latin typeface="Arial"/>
                <a:cs typeface="Arial"/>
              </a:rPr>
              <a:t>blackout-box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blackout using bounding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boxes</a:t>
            </a:r>
            <a:endParaRPr sz="1000">
              <a:latin typeface="Arial"/>
              <a:cs typeface="Arial"/>
            </a:endParaRPr>
          </a:p>
          <a:p>
            <a:pPr marL="2335530">
              <a:lnSpc>
                <a:spcPts val="1650"/>
              </a:lnSpc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3237" y="3881861"/>
            <a:ext cx="1754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original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no debiasing </a:t>
            </a:r>
            <a:r>
              <a:rPr sz="1000" dirty="0">
                <a:latin typeface="Arial"/>
                <a:cs typeface="Arial"/>
              </a:rPr>
              <a:t>mask  random - </a:t>
            </a:r>
            <a:r>
              <a:rPr sz="1000" spc="-5" dirty="0">
                <a:latin typeface="Arial"/>
                <a:cs typeface="Arial"/>
              </a:rPr>
              <a:t>adding </a:t>
            </a:r>
            <a:r>
              <a:rPr sz="1000" dirty="0">
                <a:latin typeface="Arial"/>
                <a:cs typeface="Arial"/>
              </a:rPr>
              <a:t>random</a:t>
            </a:r>
            <a:r>
              <a:rPr sz="1000" spc="-10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noise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Qualitative</a:t>
            </a:r>
            <a:r>
              <a:rPr lang="en-IN" spc="-95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274351" y="1178321"/>
            <a:ext cx="6331585" cy="3099435"/>
            <a:chOff x="1274351" y="1178321"/>
            <a:chExt cx="6331585" cy="3099435"/>
          </a:xfrm>
        </p:grpSpPr>
        <p:sp>
          <p:nvSpPr>
            <p:cNvPr id="4" name="object 4"/>
            <p:cNvSpPr/>
            <p:nvPr/>
          </p:nvSpPr>
          <p:spPr>
            <a:xfrm>
              <a:off x="1274351" y="1178321"/>
              <a:ext cx="6331067" cy="30989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9072" y="1298322"/>
              <a:ext cx="2285365" cy="2192655"/>
            </a:xfrm>
            <a:custGeom>
              <a:avLst/>
              <a:gdLst/>
              <a:ahLst/>
              <a:cxnLst/>
              <a:rect l="l" t="t" r="r" b="b"/>
              <a:pathLst>
                <a:path w="2285365" h="2192654">
                  <a:moveTo>
                    <a:pt x="0" y="0"/>
                  </a:moveTo>
                  <a:lnTo>
                    <a:pt x="741898" y="0"/>
                  </a:lnTo>
                  <a:lnTo>
                    <a:pt x="741898" y="723298"/>
                  </a:lnTo>
                  <a:lnTo>
                    <a:pt x="0" y="723298"/>
                  </a:lnTo>
                  <a:lnTo>
                    <a:pt x="0" y="0"/>
                  </a:lnTo>
                  <a:close/>
                </a:path>
                <a:path w="2285365" h="2192654">
                  <a:moveTo>
                    <a:pt x="1543471" y="1469272"/>
                  </a:moveTo>
                  <a:lnTo>
                    <a:pt x="2285370" y="1469272"/>
                  </a:lnTo>
                  <a:lnTo>
                    <a:pt x="2285370" y="2192570"/>
                  </a:lnTo>
                  <a:lnTo>
                    <a:pt x="1543471" y="2192570"/>
                  </a:lnTo>
                  <a:lnTo>
                    <a:pt x="1543471" y="1469272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Summary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377377" y="1076632"/>
            <a:ext cx="8178800" cy="370712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93700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93700" algn="l"/>
                <a:tab pos="3943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8509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50900" algn="l"/>
                <a:tab pos="8515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Prevents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ML 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biasing toward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groups when allocating favorable</a:t>
            </a:r>
            <a:r>
              <a:rPr sz="14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outcomes</a:t>
            </a:r>
            <a:endParaRPr sz="1400">
              <a:latin typeface="Arial"/>
              <a:cs typeface="Arial"/>
            </a:endParaRPr>
          </a:p>
          <a:p>
            <a:pPr marL="394335" indent="-367030">
              <a:lnSpc>
                <a:spcPct val="100000"/>
              </a:lnSpc>
              <a:spcBef>
                <a:spcPts val="655"/>
              </a:spcBef>
              <a:buChar char="●"/>
              <a:tabLst>
                <a:tab pos="394335" algn="l"/>
                <a:tab pos="39497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Group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Treatments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  <a:p>
            <a:pPr marL="85153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51535" algn="l"/>
                <a:tab pos="852169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Demographic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Parity</a:t>
            </a:r>
            <a:endParaRPr sz="1400">
              <a:latin typeface="Arial"/>
              <a:cs typeface="Arial"/>
            </a:endParaRPr>
          </a:p>
          <a:p>
            <a:pPr marL="851535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51535" algn="l"/>
                <a:tab pos="852169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Equalized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Odds/Opportunity</a:t>
            </a:r>
            <a:endParaRPr sz="1400">
              <a:latin typeface="Arial"/>
              <a:cs typeface="Arial"/>
            </a:endParaRPr>
          </a:p>
          <a:p>
            <a:pPr marL="386080" indent="-367665">
              <a:lnSpc>
                <a:spcPct val="100000"/>
              </a:lnSpc>
              <a:spcBef>
                <a:spcPts val="775"/>
              </a:spcBef>
              <a:buChar char="●"/>
              <a:tabLst>
                <a:tab pos="386080" algn="l"/>
                <a:tab pos="38671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Individual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Treatments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  <a:p>
            <a:pPr marL="84328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3280" algn="l"/>
                <a:tab pos="8439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 Through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Awareness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400">
              <a:latin typeface="Arial"/>
              <a:cs typeface="Arial"/>
            </a:endParaRPr>
          </a:p>
          <a:p>
            <a:pPr marL="84328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3280" algn="l"/>
                <a:tab pos="8439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400">
              <a:latin typeface="Arial"/>
              <a:cs typeface="Arial"/>
            </a:endParaRPr>
          </a:p>
          <a:p>
            <a:pPr marL="84328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3280" algn="l"/>
                <a:tab pos="8439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Counterfactual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7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Pre-processing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Resampling, Reweighting,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Optimized-preprocessing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In-processing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Regularization, Adversarial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Post-processing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 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Defer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Summary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620389" y="1134229"/>
            <a:ext cx="4390390" cy="2737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0" indent="-367665">
              <a:lnSpc>
                <a:spcPct val="100000"/>
              </a:lnSpc>
              <a:spcBef>
                <a:spcPts val="525"/>
              </a:spcBef>
              <a:buChar char="●"/>
              <a:tabLst>
                <a:tab pos="381000" algn="l"/>
                <a:tab pos="3816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NLP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82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8200" algn="l"/>
                <a:tab pos="838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Debiasing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Word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Embeddings</a:t>
            </a:r>
            <a:endParaRPr sz="1400">
              <a:latin typeface="Arial"/>
              <a:cs typeface="Arial"/>
            </a:endParaRPr>
          </a:p>
          <a:p>
            <a:pPr marL="8382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8200" algn="l"/>
                <a:tab pos="838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Augmentation</a:t>
            </a:r>
            <a:endParaRPr sz="1400">
              <a:latin typeface="Arial"/>
              <a:cs typeface="Arial"/>
            </a:endParaRPr>
          </a:p>
          <a:p>
            <a:pPr marL="1295400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5400" algn="l"/>
                <a:tab pos="12960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Gender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Swapping</a:t>
            </a:r>
            <a:endParaRPr sz="1400">
              <a:latin typeface="Arial"/>
              <a:cs typeface="Arial"/>
            </a:endParaRPr>
          </a:p>
          <a:p>
            <a:pPr marL="8382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8200" algn="l"/>
                <a:tab pos="838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 Representation for Pre-trained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Encoders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595959"/>
              </a:buClr>
              <a:buFont typeface="Arial"/>
              <a:buChar char="○"/>
            </a:pPr>
            <a:endParaRPr sz="15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11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Visual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Representations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Counterfactual Face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Attribution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Gender Equalized Image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Captioning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Adversarial Removal of Gender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19111</TotalTime>
  <Words>1765</Words>
  <Application>Microsoft Office PowerPoint</Application>
  <PresentationFormat>On-screen Show (16:9)</PresentationFormat>
  <Paragraphs>443</Paragraphs>
  <Slides>65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AoyagiKouzanFontT</vt:lpstr>
      <vt:lpstr>Arial</vt:lpstr>
      <vt:lpstr>Calibri</vt:lpstr>
      <vt:lpstr>Tahoma</vt:lpstr>
      <vt:lpstr>Times New Roman</vt:lpstr>
      <vt:lpstr>Trebuchet MS</vt:lpstr>
      <vt:lpstr>3_Office Theme</vt:lpstr>
      <vt:lpstr>Fair, Accountable, Transparent Machine Learning (FAccT ML) ZG517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BITS</cp:lastModifiedBy>
  <cp:revision>83</cp:revision>
  <dcterms:created xsi:type="dcterms:W3CDTF">2021-03-10T15:42:36Z</dcterms:created>
  <dcterms:modified xsi:type="dcterms:W3CDTF">2025-06-07T07:10:41Z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